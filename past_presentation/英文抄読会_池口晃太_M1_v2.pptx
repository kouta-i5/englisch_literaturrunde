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82" r:id="rId3"/>
    <p:sldId id="324" r:id="rId4"/>
    <p:sldId id="327" r:id="rId5"/>
    <p:sldId id="274" r:id="rId6"/>
    <p:sldId id="279" r:id="rId7"/>
    <p:sldId id="280" r:id="rId8"/>
    <p:sldId id="333" r:id="rId9"/>
    <p:sldId id="293" r:id="rId10"/>
    <p:sldId id="334" r:id="rId11"/>
    <p:sldId id="330" r:id="rId12"/>
    <p:sldId id="338" r:id="rId13"/>
    <p:sldId id="331" r:id="rId14"/>
    <p:sldId id="337" r:id="rId15"/>
    <p:sldId id="298" r:id="rId16"/>
    <p:sldId id="336" r:id="rId17"/>
    <p:sldId id="332" r:id="rId18"/>
    <p:sldId id="304" r:id="rId19"/>
    <p:sldId id="328" r:id="rId20"/>
    <p:sldId id="335" r:id="rId21"/>
    <p:sldId id="326" r:id="rId22"/>
    <p:sldId id="316" r:id="rId23"/>
    <p:sldId id="317" r:id="rId24"/>
    <p:sldId id="318" r:id="rId25"/>
    <p:sldId id="307" r:id="rId26"/>
    <p:sldId id="309" r:id="rId27"/>
    <p:sldId id="308" r:id="rId28"/>
    <p:sldId id="310" r:id="rId29"/>
    <p:sldId id="319" r:id="rId30"/>
    <p:sldId id="311" r:id="rId31"/>
    <p:sldId id="312" r:id="rId32"/>
    <p:sldId id="313" r:id="rId33"/>
    <p:sldId id="314" r:id="rId34"/>
    <p:sldId id="315" r:id="rId35"/>
    <p:sldId id="322" r:id="rId36"/>
    <p:sldId id="321" r:id="rId37"/>
    <p:sldId id="320" r:id="rId38"/>
    <p:sldId id="269" r:id="rId39"/>
    <p:sldId id="285" r:id="rId40"/>
    <p:sldId id="287" r:id="rId41"/>
    <p:sldId id="286" r:id="rId42"/>
    <p:sldId id="276" r:id="rId43"/>
    <p:sldId id="288" r:id="rId44"/>
    <p:sldId id="302" r:id="rId45"/>
    <p:sldId id="303" r:id="rId46"/>
    <p:sldId id="305" r:id="rId4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A1C084AA-1552-4716-A77A-956B7020E3C7}">
          <p14:sldIdLst>
            <p14:sldId id="256"/>
            <p14:sldId id="282"/>
            <p14:sldId id="324"/>
            <p14:sldId id="327"/>
            <p14:sldId id="274"/>
            <p14:sldId id="279"/>
            <p14:sldId id="280"/>
            <p14:sldId id="333"/>
            <p14:sldId id="293"/>
            <p14:sldId id="334"/>
            <p14:sldId id="330"/>
            <p14:sldId id="338"/>
            <p14:sldId id="331"/>
            <p14:sldId id="337"/>
            <p14:sldId id="298"/>
            <p14:sldId id="336"/>
          </p14:sldIdLst>
        </p14:section>
        <p14:section name="補足資料" id="{6C0D5471-8B9A-41CF-86AD-CC29006E85ED}">
          <p14:sldIdLst>
            <p14:sldId id="332"/>
            <p14:sldId id="304"/>
            <p14:sldId id="328"/>
            <p14:sldId id="335"/>
            <p14:sldId id="326"/>
            <p14:sldId id="316"/>
            <p14:sldId id="317"/>
            <p14:sldId id="318"/>
            <p14:sldId id="307"/>
            <p14:sldId id="309"/>
            <p14:sldId id="308"/>
            <p14:sldId id="310"/>
            <p14:sldId id="319"/>
            <p14:sldId id="311"/>
            <p14:sldId id="312"/>
            <p14:sldId id="313"/>
            <p14:sldId id="314"/>
            <p14:sldId id="315"/>
            <p14:sldId id="322"/>
            <p14:sldId id="321"/>
            <p14:sldId id="320"/>
            <p14:sldId id="269"/>
            <p14:sldId id="285"/>
            <p14:sldId id="287"/>
            <p14:sldId id="286"/>
            <p14:sldId id="276"/>
            <p14:sldId id="288"/>
            <p14:sldId id="302"/>
            <p14:sldId id="303"/>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75447D-3802-498A-B704-D4FFCBB56516}" v="797" dt="2025-10-08T07:34:35.76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98" autoAdjust="0"/>
    <p:restoredTop sz="87689" autoAdjust="0"/>
  </p:normalViewPr>
  <p:slideViewPr>
    <p:cSldViewPr snapToGrid="0">
      <p:cViewPr varScale="1">
        <p:scale>
          <a:sx n="105" d="100"/>
          <a:sy n="105" d="100"/>
        </p:scale>
        <p:origin x="2106" y="78"/>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池口晃太" userId="aaf7f548-d2e0-4c70-a7c2-2a19daa89cbd" providerId="ADAL" clId="{78433243-41E7-4E8C-B8D3-D7712F411358}"/>
    <pc:docChg chg="undo redo custSel addSld delSld modSld sldOrd modSection">
      <pc:chgData name="池口晃太" userId="aaf7f548-d2e0-4c70-a7c2-2a19daa89cbd" providerId="ADAL" clId="{78433243-41E7-4E8C-B8D3-D7712F411358}" dt="2025-10-20T07:23:05.898" v="13335" actId="1076"/>
      <pc:docMkLst>
        <pc:docMk/>
      </pc:docMkLst>
      <pc:sldChg chg="addSp delSp modSp mod modTransition modNotesTx">
        <pc:chgData name="池口晃太" userId="aaf7f548-d2e0-4c70-a7c2-2a19daa89cbd" providerId="ADAL" clId="{78433243-41E7-4E8C-B8D3-D7712F411358}" dt="2025-10-08T07:37:56.748" v="13326" actId="255"/>
        <pc:sldMkLst>
          <pc:docMk/>
          <pc:sldMk cId="3684952264" sldId="256"/>
        </pc:sldMkLst>
        <pc:spChg chg="mod">
          <ac:chgData name="池口晃太" userId="aaf7f548-d2e0-4c70-a7c2-2a19daa89cbd" providerId="ADAL" clId="{78433243-41E7-4E8C-B8D3-D7712F411358}" dt="2025-10-02T12:16:10.734" v="20" actId="20577"/>
          <ac:spMkLst>
            <pc:docMk/>
            <pc:sldMk cId="3684952264" sldId="256"/>
            <ac:spMk id="5" creationId="{379CCFEB-0A89-6F9C-9CB8-79C230A2C123}"/>
          </ac:spMkLst>
        </pc:spChg>
        <pc:spChg chg="mod">
          <ac:chgData name="池口晃太" userId="aaf7f548-d2e0-4c70-a7c2-2a19daa89cbd" providerId="ADAL" clId="{78433243-41E7-4E8C-B8D3-D7712F411358}" dt="2025-10-08T07:37:56.748" v="13326" actId="255"/>
          <ac:spMkLst>
            <pc:docMk/>
            <pc:sldMk cId="3684952264" sldId="256"/>
            <ac:spMk id="7" creationId="{C1782CA0-113E-BB2D-730D-DB2E504C4831}"/>
          </ac:spMkLst>
        </pc:spChg>
        <pc:picChg chg="add mod">
          <ac:chgData name="池口晃太" userId="aaf7f548-d2e0-4c70-a7c2-2a19daa89cbd" providerId="ADAL" clId="{78433243-41E7-4E8C-B8D3-D7712F411358}" dt="2025-10-02T12:15:49.259" v="9" actId="1076"/>
          <ac:picMkLst>
            <pc:docMk/>
            <pc:sldMk cId="3684952264" sldId="256"/>
            <ac:picMk id="3" creationId="{D85BED02-2DAF-025E-8A20-845A516C4ADE}"/>
          </ac:picMkLst>
        </pc:picChg>
        <pc:picChg chg="add mod">
          <ac:chgData name="池口晃太" userId="aaf7f548-d2e0-4c70-a7c2-2a19daa89cbd" providerId="ADAL" clId="{78433243-41E7-4E8C-B8D3-D7712F411358}" dt="2025-10-02T12:15:54.999" v="12" actId="1076"/>
          <ac:picMkLst>
            <pc:docMk/>
            <pc:sldMk cId="3684952264" sldId="256"/>
            <ac:picMk id="8" creationId="{23356138-EE72-D758-61BF-1397326FA393}"/>
          </ac:picMkLst>
        </pc:picChg>
      </pc:sldChg>
      <pc:sldChg chg="add ord">
        <pc:chgData name="池口晃太" userId="aaf7f548-d2e0-4c70-a7c2-2a19daa89cbd" providerId="ADAL" clId="{78433243-41E7-4E8C-B8D3-D7712F411358}" dt="2025-10-07T19:01:35.022" v="4551"/>
        <pc:sldMkLst>
          <pc:docMk/>
          <pc:sldMk cId="0" sldId="269"/>
        </pc:sldMkLst>
      </pc:sldChg>
      <pc:sldChg chg="del">
        <pc:chgData name="池口晃太" userId="aaf7f548-d2e0-4c70-a7c2-2a19daa89cbd" providerId="ADAL" clId="{78433243-41E7-4E8C-B8D3-D7712F411358}" dt="2025-10-03T12:55:06.881" v="303" actId="47"/>
        <pc:sldMkLst>
          <pc:docMk/>
          <pc:sldMk cId="2776394331" sldId="273"/>
        </pc:sldMkLst>
      </pc:sldChg>
      <pc:sldChg chg="modSp mod modNotesTx">
        <pc:chgData name="池口晃太" userId="aaf7f548-d2e0-4c70-a7c2-2a19daa89cbd" providerId="ADAL" clId="{78433243-41E7-4E8C-B8D3-D7712F411358}" dt="2025-10-08T07:28:52.788" v="13021" actId="20577"/>
        <pc:sldMkLst>
          <pc:docMk/>
          <pc:sldMk cId="2102519242" sldId="274"/>
        </pc:sldMkLst>
        <pc:spChg chg="mod">
          <ac:chgData name="池口晃太" userId="aaf7f548-d2e0-4c70-a7c2-2a19daa89cbd" providerId="ADAL" clId="{78433243-41E7-4E8C-B8D3-D7712F411358}" dt="2025-10-08T07:28:52.788" v="13021" actId="20577"/>
          <ac:spMkLst>
            <pc:docMk/>
            <pc:sldMk cId="2102519242" sldId="274"/>
            <ac:spMk id="7" creationId="{C305F435-DDA9-8EBF-E785-D25A1FA373D3}"/>
          </ac:spMkLst>
        </pc:spChg>
      </pc:sldChg>
      <pc:sldChg chg="modSp del mod">
        <pc:chgData name="池口晃太" userId="aaf7f548-d2e0-4c70-a7c2-2a19daa89cbd" providerId="ADAL" clId="{78433243-41E7-4E8C-B8D3-D7712F411358}" dt="2025-10-06T16:17:44.683" v="3351" actId="47"/>
        <pc:sldMkLst>
          <pc:docMk/>
          <pc:sldMk cId="2955578182" sldId="277"/>
        </pc:sldMkLst>
      </pc:sldChg>
      <pc:sldChg chg="del">
        <pc:chgData name="池口晃太" userId="aaf7f548-d2e0-4c70-a7c2-2a19daa89cbd" providerId="ADAL" clId="{78433243-41E7-4E8C-B8D3-D7712F411358}" dt="2025-10-03T09:05:43.599" v="97" actId="47"/>
        <pc:sldMkLst>
          <pc:docMk/>
          <pc:sldMk cId="3869932805" sldId="278"/>
        </pc:sldMkLst>
      </pc:sldChg>
      <pc:sldChg chg="addSp delSp modSp mod modNotesTx">
        <pc:chgData name="池口晃太" userId="aaf7f548-d2e0-4c70-a7c2-2a19daa89cbd" providerId="ADAL" clId="{78433243-41E7-4E8C-B8D3-D7712F411358}" dt="2025-10-08T07:30:02.768" v="13059" actId="20577"/>
        <pc:sldMkLst>
          <pc:docMk/>
          <pc:sldMk cId="3714915946" sldId="279"/>
        </pc:sldMkLst>
        <pc:spChg chg="add mod">
          <ac:chgData name="池口晃太" userId="aaf7f548-d2e0-4c70-a7c2-2a19daa89cbd" providerId="ADAL" clId="{78433243-41E7-4E8C-B8D3-D7712F411358}" dt="2025-10-08T07:29:50.372" v="13046" actId="20577"/>
          <ac:spMkLst>
            <pc:docMk/>
            <pc:sldMk cId="3714915946" sldId="279"/>
            <ac:spMk id="3" creationId="{5981CD75-8B68-C3D4-593A-3355D6FFB05E}"/>
          </ac:spMkLst>
        </pc:spChg>
        <pc:spChg chg="mod">
          <ac:chgData name="池口晃太" userId="aaf7f548-d2e0-4c70-a7c2-2a19daa89cbd" providerId="ADAL" clId="{78433243-41E7-4E8C-B8D3-D7712F411358}" dt="2025-10-07T18:27:18.046" v="4185" actId="255"/>
          <ac:spMkLst>
            <pc:docMk/>
            <pc:sldMk cId="3714915946" sldId="279"/>
            <ac:spMk id="4" creationId="{5FDD057B-1591-976D-500D-D90C2683FE08}"/>
          </ac:spMkLst>
        </pc:spChg>
        <pc:spChg chg="add mod">
          <ac:chgData name="池口晃太" userId="aaf7f548-d2e0-4c70-a7c2-2a19daa89cbd" providerId="ADAL" clId="{78433243-41E7-4E8C-B8D3-D7712F411358}" dt="2025-10-06T09:11:01.219" v="3007" actId="1076"/>
          <ac:spMkLst>
            <pc:docMk/>
            <pc:sldMk cId="3714915946" sldId="279"/>
            <ac:spMk id="7" creationId="{9377C7C2-5A34-7682-EF35-66CE3046F720}"/>
          </ac:spMkLst>
        </pc:spChg>
        <pc:spChg chg="add mod">
          <ac:chgData name="池口晃太" userId="aaf7f548-d2e0-4c70-a7c2-2a19daa89cbd" providerId="ADAL" clId="{78433243-41E7-4E8C-B8D3-D7712F411358}" dt="2025-10-07T18:37:54.626" v="4203" actId="20577"/>
          <ac:spMkLst>
            <pc:docMk/>
            <pc:sldMk cId="3714915946" sldId="279"/>
            <ac:spMk id="10" creationId="{98C8BA19-A19F-89F1-102E-40E285FAB47F}"/>
          </ac:spMkLst>
        </pc:spChg>
        <pc:spChg chg="add mod">
          <ac:chgData name="池口晃太" userId="aaf7f548-d2e0-4c70-a7c2-2a19daa89cbd" providerId="ADAL" clId="{78433243-41E7-4E8C-B8D3-D7712F411358}" dt="2025-10-06T09:20:27.316" v="3229" actId="1076"/>
          <ac:spMkLst>
            <pc:docMk/>
            <pc:sldMk cId="3714915946" sldId="279"/>
            <ac:spMk id="13" creationId="{6FF5DE96-9DB2-18E5-28D6-661CEC53E69C}"/>
          </ac:spMkLst>
        </pc:spChg>
        <pc:spChg chg="add mod">
          <ac:chgData name="池口晃太" userId="aaf7f548-d2e0-4c70-a7c2-2a19daa89cbd" providerId="ADAL" clId="{78433243-41E7-4E8C-B8D3-D7712F411358}" dt="2025-10-07T18:39:10.415" v="4232" actId="20577"/>
          <ac:spMkLst>
            <pc:docMk/>
            <pc:sldMk cId="3714915946" sldId="279"/>
            <ac:spMk id="19" creationId="{9CFB4EFE-A7F6-2AA7-6BA3-CC97573EEAE7}"/>
          </ac:spMkLst>
        </pc:spChg>
        <pc:spChg chg="add mod ord">
          <ac:chgData name="池口晃太" userId="aaf7f548-d2e0-4c70-a7c2-2a19daa89cbd" providerId="ADAL" clId="{78433243-41E7-4E8C-B8D3-D7712F411358}" dt="2025-10-07T18:37:55.739" v="4204"/>
          <ac:spMkLst>
            <pc:docMk/>
            <pc:sldMk cId="3714915946" sldId="279"/>
            <ac:spMk id="34" creationId="{B33F1DD2-AB79-905D-5D5E-321987C99DDC}"/>
          </ac:spMkLst>
        </pc:spChg>
        <pc:spChg chg="add mod">
          <ac:chgData name="池口晃太" userId="aaf7f548-d2e0-4c70-a7c2-2a19daa89cbd" providerId="ADAL" clId="{78433243-41E7-4E8C-B8D3-D7712F411358}" dt="2025-10-06T09:20:27.316" v="3229" actId="1076"/>
          <ac:spMkLst>
            <pc:docMk/>
            <pc:sldMk cId="3714915946" sldId="279"/>
            <ac:spMk id="36" creationId="{945C8074-C049-6ED5-C21B-4FA650E55598}"/>
          </ac:spMkLst>
        </pc:spChg>
        <pc:spChg chg="add mod ord">
          <ac:chgData name="池口晃太" userId="aaf7f548-d2e0-4c70-a7c2-2a19daa89cbd" providerId="ADAL" clId="{78433243-41E7-4E8C-B8D3-D7712F411358}" dt="2025-10-06T09:20:27.316" v="3229" actId="1076"/>
          <ac:spMkLst>
            <pc:docMk/>
            <pc:sldMk cId="3714915946" sldId="279"/>
            <ac:spMk id="37" creationId="{40CBC4E4-ADD8-64B8-C450-54930A8E8509}"/>
          </ac:spMkLst>
        </pc:spChg>
        <pc:spChg chg="add mod">
          <ac:chgData name="池口晃太" userId="aaf7f548-d2e0-4c70-a7c2-2a19daa89cbd" providerId="ADAL" clId="{78433243-41E7-4E8C-B8D3-D7712F411358}" dt="2025-10-07T18:29:27.752" v="4199" actId="20577"/>
          <ac:spMkLst>
            <pc:docMk/>
            <pc:sldMk cId="3714915946" sldId="279"/>
            <ac:spMk id="38" creationId="{CF259DFD-73C3-952E-5B08-4F45FA8719AB}"/>
          </ac:spMkLst>
        </pc:spChg>
        <pc:spChg chg="add mod">
          <ac:chgData name="池口晃太" userId="aaf7f548-d2e0-4c70-a7c2-2a19daa89cbd" providerId="ADAL" clId="{78433243-41E7-4E8C-B8D3-D7712F411358}" dt="2025-10-06T09:20:39.533" v="3234" actId="1076"/>
          <ac:spMkLst>
            <pc:docMk/>
            <pc:sldMk cId="3714915946" sldId="279"/>
            <ac:spMk id="39" creationId="{C357D076-3379-4C8A-AA23-DAE6F9D0B1D3}"/>
          </ac:spMkLst>
        </pc:spChg>
        <pc:spChg chg="add mod">
          <ac:chgData name="池口晃太" userId="aaf7f548-d2e0-4c70-a7c2-2a19daa89cbd" providerId="ADAL" clId="{78433243-41E7-4E8C-B8D3-D7712F411358}" dt="2025-10-06T09:21:40.236" v="3320" actId="1076"/>
          <ac:spMkLst>
            <pc:docMk/>
            <pc:sldMk cId="3714915946" sldId="279"/>
            <ac:spMk id="40" creationId="{EA997B42-8134-790D-BE6E-1B44499BE1C9}"/>
          </ac:spMkLst>
        </pc:spChg>
        <pc:picChg chg="add mod">
          <ac:chgData name="池口晃太" userId="aaf7f548-d2e0-4c70-a7c2-2a19daa89cbd" providerId="ADAL" clId="{78433243-41E7-4E8C-B8D3-D7712F411358}" dt="2025-10-06T09:20:27.316" v="3229" actId="1076"/>
          <ac:picMkLst>
            <pc:docMk/>
            <pc:sldMk cId="3714915946" sldId="279"/>
            <ac:picMk id="17" creationId="{82C9D1BA-93AF-FB80-D93D-10C30B195128}"/>
          </ac:picMkLst>
        </pc:picChg>
        <pc:picChg chg="add mod">
          <ac:chgData name="池口晃太" userId="aaf7f548-d2e0-4c70-a7c2-2a19daa89cbd" providerId="ADAL" clId="{78433243-41E7-4E8C-B8D3-D7712F411358}" dt="2025-10-06T09:09:16.454" v="2988" actId="1076"/>
          <ac:picMkLst>
            <pc:docMk/>
            <pc:sldMk cId="3714915946" sldId="279"/>
            <ac:picMk id="23" creationId="{F57D76EF-6F20-1C48-B51B-4538544AAEC4}"/>
          </ac:picMkLst>
        </pc:picChg>
        <pc:picChg chg="add mod">
          <ac:chgData name="池口晃太" userId="aaf7f548-d2e0-4c70-a7c2-2a19daa89cbd" providerId="ADAL" clId="{78433243-41E7-4E8C-B8D3-D7712F411358}" dt="2025-10-06T09:08:55.528" v="2982" actId="14100"/>
          <ac:picMkLst>
            <pc:docMk/>
            <pc:sldMk cId="3714915946" sldId="279"/>
            <ac:picMk id="25" creationId="{49C4CCD2-8138-03AB-AC77-9BC6073ED692}"/>
          </ac:picMkLst>
        </pc:picChg>
        <pc:picChg chg="add mod">
          <ac:chgData name="池口晃太" userId="aaf7f548-d2e0-4c70-a7c2-2a19daa89cbd" providerId="ADAL" clId="{78433243-41E7-4E8C-B8D3-D7712F411358}" dt="2025-10-06T09:09:06.022" v="2985" actId="1076"/>
          <ac:picMkLst>
            <pc:docMk/>
            <pc:sldMk cId="3714915946" sldId="279"/>
            <ac:picMk id="27" creationId="{D1D0AC62-575F-1902-1E14-A5DCEF0856B1}"/>
          </ac:picMkLst>
        </pc:picChg>
        <pc:picChg chg="add mod modCrop">
          <ac:chgData name="池口晃太" userId="aaf7f548-d2e0-4c70-a7c2-2a19daa89cbd" providerId="ADAL" clId="{78433243-41E7-4E8C-B8D3-D7712F411358}" dt="2025-10-06T09:09:31.630" v="2992" actId="1076"/>
          <ac:picMkLst>
            <pc:docMk/>
            <pc:sldMk cId="3714915946" sldId="279"/>
            <ac:picMk id="29" creationId="{E9C3D423-27C5-A621-12D5-FE6CC3D4E8BB}"/>
          </ac:picMkLst>
        </pc:picChg>
        <pc:picChg chg="add mod modCrop">
          <ac:chgData name="池口晃太" userId="aaf7f548-d2e0-4c70-a7c2-2a19daa89cbd" providerId="ADAL" clId="{78433243-41E7-4E8C-B8D3-D7712F411358}" dt="2025-10-06T09:20:27.316" v="3229" actId="1076"/>
          <ac:picMkLst>
            <pc:docMk/>
            <pc:sldMk cId="3714915946" sldId="279"/>
            <ac:picMk id="30" creationId="{B9EFF838-0611-66D9-11D9-BF5EAED09311}"/>
          </ac:picMkLst>
        </pc:picChg>
        <pc:picChg chg="add mod modCrop">
          <ac:chgData name="池口晃太" userId="aaf7f548-d2e0-4c70-a7c2-2a19daa89cbd" providerId="ADAL" clId="{78433243-41E7-4E8C-B8D3-D7712F411358}" dt="2025-10-06T09:09:31.630" v="2992" actId="1076"/>
          <ac:picMkLst>
            <pc:docMk/>
            <pc:sldMk cId="3714915946" sldId="279"/>
            <ac:picMk id="31" creationId="{2BCC620B-00B1-0611-7728-B97CF088B978}"/>
          </ac:picMkLst>
        </pc:picChg>
        <pc:picChg chg="add mod">
          <ac:chgData name="池口晃太" userId="aaf7f548-d2e0-4c70-a7c2-2a19daa89cbd" providerId="ADAL" clId="{78433243-41E7-4E8C-B8D3-D7712F411358}" dt="2025-10-06T09:20:27.316" v="3229" actId="1076"/>
          <ac:picMkLst>
            <pc:docMk/>
            <pc:sldMk cId="3714915946" sldId="279"/>
            <ac:picMk id="33" creationId="{C4227E99-185A-CFF0-2B76-433742BFF12C}"/>
          </ac:picMkLst>
        </pc:picChg>
        <pc:picChg chg="add mod">
          <ac:chgData name="池口晃太" userId="aaf7f548-d2e0-4c70-a7c2-2a19daa89cbd" providerId="ADAL" clId="{78433243-41E7-4E8C-B8D3-D7712F411358}" dt="2025-10-06T09:20:06.385" v="3225" actId="1076"/>
          <ac:picMkLst>
            <pc:docMk/>
            <pc:sldMk cId="3714915946" sldId="279"/>
            <ac:picMk id="35" creationId="{FAACE53B-1196-CF25-BD1A-204174273369}"/>
          </ac:picMkLst>
        </pc:picChg>
      </pc:sldChg>
      <pc:sldChg chg="addSp delSp modSp mod modNotesTx">
        <pc:chgData name="池口晃太" userId="aaf7f548-d2e0-4c70-a7c2-2a19daa89cbd" providerId="ADAL" clId="{78433243-41E7-4E8C-B8D3-D7712F411358}" dt="2025-10-08T07:32:04.637" v="13230" actId="20577"/>
        <pc:sldMkLst>
          <pc:docMk/>
          <pc:sldMk cId="2037550228" sldId="280"/>
        </pc:sldMkLst>
        <pc:spChg chg="mod topLvl">
          <ac:chgData name="池口晃太" userId="aaf7f548-d2e0-4c70-a7c2-2a19daa89cbd" providerId="ADAL" clId="{78433243-41E7-4E8C-B8D3-D7712F411358}" dt="2025-10-07T20:05:47.026" v="5164" actId="1076"/>
          <ac:spMkLst>
            <pc:docMk/>
            <pc:sldMk cId="2037550228" sldId="280"/>
            <ac:spMk id="3" creationId="{7824D90F-695A-A45A-D98B-A11125604C1E}"/>
          </ac:spMkLst>
        </pc:spChg>
        <pc:spChg chg="mod">
          <ac:chgData name="池口晃太" userId="aaf7f548-d2e0-4c70-a7c2-2a19daa89cbd" providerId="ADAL" clId="{78433243-41E7-4E8C-B8D3-D7712F411358}" dt="2025-10-07T18:50:09.440" v="4520" actId="255"/>
          <ac:spMkLst>
            <pc:docMk/>
            <pc:sldMk cId="2037550228" sldId="280"/>
            <ac:spMk id="4" creationId="{D2F8BD61-770A-DF5F-295E-1CEAF7F04B7F}"/>
          </ac:spMkLst>
        </pc:spChg>
        <pc:spChg chg="mod topLvl">
          <ac:chgData name="池口晃太" userId="aaf7f548-d2e0-4c70-a7c2-2a19daa89cbd" providerId="ADAL" clId="{78433243-41E7-4E8C-B8D3-D7712F411358}" dt="2025-10-07T20:07:03.616" v="5183" actId="1076"/>
          <ac:spMkLst>
            <pc:docMk/>
            <pc:sldMk cId="2037550228" sldId="280"/>
            <ac:spMk id="6" creationId="{B63B14AA-AB5C-1B4A-70F3-0487004123D8}"/>
          </ac:spMkLst>
        </pc:spChg>
        <pc:spChg chg="mod topLvl">
          <ac:chgData name="池口晃太" userId="aaf7f548-d2e0-4c70-a7c2-2a19daa89cbd" providerId="ADAL" clId="{78433243-41E7-4E8C-B8D3-D7712F411358}" dt="2025-10-07T20:07:03.616" v="5183" actId="1076"/>
          <ac:spMkLst>
            <pc:docMk/>
            <pc:sldMk cId="2037550228" sldId="280"/>
            <ac:spMk id="9" creationId="{FF7FE52D-D8F4-FCDC-6F7C-F60ADC9366C6}"/>
          </ac:spMkLst>
        </pc:spChg>
        <pc:spChg chg="mod topLvl">
          <ac:chgData name="池口晃太" userId="aaf7f548-d2e0-4c70-a7c2-2a19daa89cbd" providerId="ADAL" clId="{78433243-41E7-4E8C-B8D3-D7712F411358}" dt="2025-10-07T20:07:03.616" v="5183" actId="1076"/>
          <ac:spMkLst>
            <pc:docMk/>
            <pc:sldMk cId="2037550228" sldId="280"/>
            <ac:spMk id="10" creationId="{D0E9CCAB-E1DF-2995-F912-A6D953AFA31C}"/>
          </ac:spMkLst>
        </pc:spChg>
        <pc:spChg chg="mod topLvl">
          <ac:chgData name="池口晃太" userId="aaf7f548-d2e0-4c70-a7c2-2a19daa89cbd" providerId="ADAL" clId="{78433243-41E7-4E8C-B8D3-D7712F411358}" dt="2025-10-07T19:55:35.367" v="5080" actId="1076"/>
          <ac:spMkLst>
            <pc:docMk/>
            <pc:sldMk cId="2037550228" sldId="280"/>
            <ac:spMk id="11" creationId="{1FDB7D72-13E4-4E96-AE78-938F74C6A0AD}"/>
          </ac:spMkLst>
        </pc:spChg>
        <pc:spChg chg="add del mod topLvl">
          <ac:chgData name="池口晃太" userId="aaf7f548-d2e0-4c70-a7c2-2a19daa89cbd" providerId="ADAL" clId="{78433243-41E7-4E8C-B8D3-D7712F411358}" dt="2025-10-07T20:05:47.026" v="5164" actId="1076"/>
          <ac:spMkLst>
            <pc:docMk/>
            <pc:sldMk cId="2037550228" sldId="280"/>
            <ac:spMk id="16" creationId="{AD6ACBC0-C226-933B-F77D-DFC913F98B29}"/>
          </ac:spMkLst>
        </pc:spChg>
        <pc:spChg chg="mod topLvl">
          <ac:chgData name="池口晃太" userId="aaf7f548-d2e0-4c70-a7c2-2a19daa89cbd" providerId="ADAL" clId="{78433243-41E7-4E8C-B8D3-D7712F411358}" dt="2025-10-07T20:07:03.616" v="5183" actId="1076"/>
          <ac:spMkLst>
            <pc:docMk/>
            <pc:sldMk cId="2037550228" sldId="280"/>
            <ac:spMk id="18" creationId="{942C8CD9-2436-0F4A-0790-D31C821A3631}"/>
          </ac:spMkLst>
        </pc:spChg>
        <pc:spChg chg="add del mod topLvl">
          <ac:chgData name="池口晃太" userId="aaf7f548-d2e0-4c70-a7c2-2a19daa89cbd" providerId="ADAL" clId="{78433243-41E7-4E8C-B8D3-D7712F411358}" dt="2025-10-07T20:07:19.203" v="5187" actId="1076"/>
          <ac:spMkLst>
            <pc:docMk/>
            <pc:sldMk cId="2037550228" sldId="280"/>
            <ac:spMk id="22" creationId="{B8FD4453-F546-6E95-3DE3-A23465F71405}"/>
          </ac:spMkLst>
        </pc:spChg>
        <pc:spChg chg="add mod">
          <ac:chgData name="池口晃太" userId="aaf7f548-d2e0-4c70-a7c2-2a19daa89cbd" providerId="ADAL" clId="{78433243-41E7-4E8C-B8D3-D7712F411358}" dt="2025-10-07T20:07:14.819" v="5186" actId="1076"/>
          <ac:spMkLst>
            <pc:docMk/>
            <pc:sldMk cId="2037550228" sldId="280"/>
            <ac:spMk id="23" creationId="{64E3047B-E23E-FA20-370D-3DAB7208E838}"/>
          </ac:spMkLst>
        </pc:spChg>
        <pc:spChg chg="add mod">
          <ac:chgData name="池口晃太" userId="aaf7f548-d2e0-4c70-a7c2-2a19daa89cbd" providerId="ADAL" clId="{78433243-41E7-4E8C-B8D3-D7712F411358}" dt="2025-10-07T19:51:55.839" v="5027" actId="14100"/>
          <ac:spMkLst>
            <pc:docMk/>
            <pc:sldMk cId="2037550228" sldId="280"/>
            <ac:spMk id="33" creationId="{6BA7B21B-7AAC-4452-4C4F-DA137CE36560}"/>
          </ac:spMkLst>
        </pc:spChg>
        <pc:spChg chg="add mod">
          <ac:chgData name="池口晃太" userId="aaf7f548-d2e0-4c70-a7c2-2a19daa89cbd" providerId="ADAL" clId="{78433243-41E7-4E8C-B8D3-D7712F411358}" dt="2025-10-07T20:22:10.115" v="5369" actId="14100"/>
          <ac:spMkLst>
            <pc:docMk/>
            <pc:sldMk cId="2037550228" sldId="280"/>
            <ac:spMk id="49" creationId="{32B4C069-EC71-0D80-BA9E-0FF6BEFB7EC1}"/>
          </ac:spMkLst>
        </pc:spChg>
        <pc:spChg chg="add mod">
          <ac:chgData name="池口晃太" userId="aaf7f548-d2e0-4c70-a7c2-2a19daa89cbd" providerId="ADAL" clId="{78433243-41E7-4E8C-B8D3-D7712F411358}" dt="2025-10-07T20:22:14.864" v="5372" actId="1076"/>
          <ac:spMkLst>
            <pc:docMk/>
            <pc:sldMk cId="2037550228" sldId="280"/>
            <ac:spMk id="58" creationId="{EE3B1751-379C-BA4E-5054-FCBC6252F7CA}"/>
          </ac:spMkLst>
        </pc:spChg>
        <pc:spChg chg="add mod">
          <ac:chgData name="池口晃太" userId="aaf7f548-d2e0-4c70-a7c2-2a19daa89cbd" providerId="ADAL" clId="{78433243-41E7-4E8C-B8D3-D7712F411358}" dt="2025-10-07T23:05:14.913" v="8404" actId="1076"/>
          <ac:spMkLst>
            <pc:docMk/>
            <pc:sldMk cId="2037550228" sldId="280"/>
            <ac:spMk id="66" creationId="{A43F85C6-769D-3C58-2697-05E2430803F1}"/>
          </ac:spMkLst>
        </pc:spChg>
        <pc:spChg chg="add mod">
          <ac:chgData name="池口晃太" userId="aaf7f548-d2e0-4c70-a7c2-2a19daa89cbd" providerId="ADAL" clId="{78433243-41E7-4E8C-B8D3-D7712F411358}" dt="2025-10-07T23:04:47.857" v="8392" actId="20577"/>
          <ac:spMkLst>
            <pc:docMk/>
            <pc:sldMk cId="2037550228" sldId="280"/>
            <ac:spMk id="68" creationId="{AAEE4185-8389-7F81-97BF-F995A7F660A4}"/>
          </ac:spMkLst>
        </pc:spChg>
        <pc:spChg chg="add mod">
          <ac:chgData name="池口晃太" userId="aaf7f548-d2e0-4c70-a7c2-2a19daa89cbd" providerId="ADAL" clId="{78433243-41E7-4E8C-B8D3-D7712F411358}" dt="2025-10-08T04:58:04.810" v="8772" actId="20577"/>
          <ac:spMkLst>
            <pc:docMk/>
            <pc:sldMk cId="2037550228" sldId="280"/>
            <ac:spMk id="69" creationId="{4F143807-8420-286D-0720-E82296EF9046}"/>
          </ac:spMkLst>
        </pc:spChg>
        <pc:spChg chg="add mod">
          <ac:chgData name="池口晃太" userId="aaf7f548-d2e0-4c70-a7c2-2a19daa89cbd" providerId="ADAL" clId="{78433243-41E7-4E8C-B8D3-D7712F411358}" dt="2025-10-07T20:12:40.781" v="5325" actId="1076"/>
          <ac:spMkLst>
            <pc:docMk/>
            <pc:sldMk cId="2037550228" sldId="280"/>
            <ac:spMk id="76" creationId="{8B6DCD9F-1E0E-76AB-68AA-A6DB315C19EB}"/>
          </ac:spMkLst>
        </pc:spChg>
        <pc:spChg chg="add mod ord">
          <ac:chgData name="池口晃太" userId="aaf7f548-d2e0-4c70-a7c2-2a19daa89cbd" providerId="ADAL" clId="{78433243-41E7-4E8C-B8D3-D7712F411358}" dt="2025-10-07T20:11:56.894" v="5274" actId="14100"/>
          <ac:spMkLst>
            <pc:docMk/>
            <pc:sldMk cId="2037550228" sldId="280"/>
            <ac:spMk id="123" creationId="{BC549FCA-0323-53C7-8245-0F6EE39193D3}"/>
          </ac:spMkLst>
        </pc:spChg>
        <pc:picChg chg="add mod">
          <ac:chgData name="池口晃太" userId="aaf7f548-d2e0-4c70-a7c2-2a19daa89cbd" providerId="ADAL" clId="{78433243-41E7-4E8C-B8D3-D7712F411358}" dt="2025-10-07T23:08:37.044" v="8421" actId="1076"/>
          <ac:picMkLst>
            <pc:docMk/>
            <pc:sldMk cId="2037550228" sldId="280"/>
            <ac:picMk id="7" creationId="{481571D9-C398-5193-4B34-2750EFDB1424}"/>
          </ac:picMkLst>
        </pc:picChg>
        <pc:picChg chg="add mod">
          <ac:chgData name="池口晃太" userId="aaf7f548-d2e0-4c70-a7c2-2a19daa89cbd" providerId="ADAL" clId="{78433243-41E7-4E8C-B8D3-D7712F411358}" dt="2025-10-07T23:10:16.937" v="8446" actId="1076"/>
          <ac:picMkLst>
            <pc:docMk/>
            <pc:sldMk cId="2037550228" sldId="280"/>
            <ac:picMk id="14" creationId="{E05E2068-04C0-3AC9-24DC-1107AF7FA35F}"/>
          </ac:picMkLst>
        </pc:picChg>
        <pc:picChg chg="add mod">
          <ac:chgData name="池口晃太" userId="aaf7f548-d2e0-4c70-a7c2-2a19daa89cbd" providerId="ADAL" clId="{78433243-41E7-4E8C-B8D3-D7712F411358}" dt="2025-10-07T23:11:43.601" v="8474" actId="1076"/>
          <ac:picMkLst>
            <pc:docMk/>
            <pc:sldMk cId="2037550228" sldId="280"/>
            <ac:picMk id="15" creationId="{AC3277D2-A358-FFB4-A106-50187C0BC1C6}"/>
          </ac:picMkLst>
        </pc:picChg>
        <pc:picChg chg="add mod">
          <ac:chgData name="池口晃太" userId="aaf7f548-d2e0-4c70-a7c2-2a19daa89cbd" providerId="ADAL" clId="{78433243-41E7-4E8C-B8D3-D7712F411358}" dt="2025-10-07T23:12:35.591" v="8486" actId="1076"/>
          <ac:picMkLst>
            <pc:docMk/>
            <pc:sldMk cId="2037550228" sldId="280"/>
            <ac:picMk id="20" creationId="{55E31522-B5E1-4A85-4715-E5902B2EE862}"/>
          </ac:picMkLst>
        </pc:picChg>
        <pc:picChg chg="add mod">
          <ac:chgData name="池口晃太" userId="aaf7f548-d2e0-4c70-a7c2-2a19daa89cbd" providerId="ADAL" clId="{78433243-41E7-4E8C-B8D3-D7712F411358}" dt="2025-10-07T22:28:07.818" v="7431" actId="1076"/>
          <ac:picMkLst>
            <pc:docMk/>
            <pc:sldMk cId="2037550228" sldId="280"/>
            <ac:picMk id="62" creationId="{5C2FD2F6-21D5-73E4-E1B0-27474AB85FD3}"/>
          </ac:picMkLst>
        </pc:picChg>
        <pc:picChg chg="add mod">
          <ac:chgData name="池口晃太" userId="aaf7f548-d2e0-4c70-a7c2-2a19daa89cbd" providerId="ADAL" clId="{78433243-41E7-4E8C-B8D3-D7712F411358}" dt="2025-10-07T20:11:48.280" v="5273" actId="1035"/>
          <ac:picMkLst>
            <pc:docMk/>
            <pc:sldMk cId="2037550228" sldId="280"/>
            <ac:picMk id="64" creationId="{C818AA4B-C9D4-9E04-A3C9-B83587D6E726}"/>
          </ac:picMkLst>
        </pc:picChg>
        <pc:picChg chg="add mod">
          <ac:chgData name="池口晃太" userId="aaf7f548-d2e0-4c70-a7c2-2a19daa89cbd" providerId="ADAL" clId="{78433243-41E7-4E8C-B8D3-D7712F411358}" dt="2025-10-07T20:11:48.280" v="5273" actId="1035"/>
          <ac:picMkLst>
            <pc:docMk/>
            <pc:sldMk cId="2037550228" sldId="280"/>
            <ac:picMk id="65" creationId="{CD4D0B32-2DBC-B3F3-86F7-FC73DFB45DC1}"/>
          </ac:picMkLst>
        </pc:picChg>
        <pc:picChg chg="add mod">
          <ac:chgData name="池口晃太" userId="aaf7f548-d2e0-4c70-a7c2-2a19daa89cbd" providerId="ADAL" clId="{78433243-41E7-4E8C-B8D3-D7712F411358}" dt="2025-10-07T20:04:30.348" v="5152" actId="1076"/>
          <ac:picMkLst>
            <pc:docMk/>
            <pc:sldMk cId="2037550228" sldId="280"/>
            <ac:picMk id="75" creationId="{E8DC8EAD-976F-0A2F-C1F7-6D18821FC209}"/>
          </ac:picMkLst>
        </pc:picChg>
        <pc:picChg chg="add mod">
          <ac:chgData name="池口晃太" userId="aaf7f548-d2e0-4c70-a7c2-2a19daa89cbd" providerId="ADAL" clId="{78433243-41E7-4E8C-B8D3-D7712F411358}" dt="2025-10-07T20:05:28.135" v="5163" actId="1076"/>
          <ac:picMkLst>
            <pc:docMk/>
            <pc:sldMk cId="2037550228" sldId="280"/>
            <ac:picMk id="106" creationId="{DB7BC93C-6B72-BBDE-D996-B2F791FD61BC}"/>
          </ac:picMkLst>
        </pc:picChg>
        <pc:cxnChg chg="mod">
          <ac:chgData name="池口晃太" userId="aaf7f548-d2e0-4c70-a7c2-2a19daa89cbd" providerId="ADAL" clId="{78433243-41E7-4E8C-B8D3-D7712F411358}" dt="2025-10-07T19:56:08.236" v="5090" actId="1076"/>
          <ac:cxnSpMkLst>
            <pc:docMk/>
            <pc:sldMk cId="2037550228" sldId="280"/>
            <ac:cxnSpMk id="8" creationId="{509C0EA0-4E7A-D0F9-400A-965A6DA7F070}"/>
          </ac:cxnSpMkLst>
        </pc:cxnChg>
        <pc:cxnChg chg="mod">
          <ac:chgData name="池口晃太" userId="aaf7f548-d2e0-4c70-a7c2-2a19daa89cbd" providerId="ADAL" clId="{78433243-41E7-4E8C-B8D3-D7712F411358}" dt="2025-10-07T20:07:03.616" v="5183" actId="1076"/>
          <ac:cxnSpMkLst>
            <pc:docMk/>
            <pc:sldMk cId="2037550228" sldId="280"/>
            <ac:cxnSpMk id="17" creationId="{F0E6F4EF-99F8-EAC6-F339-A48003071336}"/>
          </ac:cxnSpMkLst>
        </pc:cxnChg>
        <pc:cxnChg chg="add mod">
          <ac:chgData name="池口晃太" userId="aaf7f548-d2e0-4c70-a7c2-2a19daa89cbd" providerId="ADAL" clId="{78433243-41E7-4E8C-B8D3-D7712F411358}" dt="2025-10-07T19:52:01.583" v="5029" actId="14100"/>
          <ac:cxnSpMkLst>
            <pc:docMk/>
            <pc:sldMk cId="2037550228" sldId="280"/>
            <ac:cxnSpMk id="34" creationId="{40D46468-2F3C-59D9-AAE6-965D23922059}"/>
          </ac:cxnSpMkLst>
        </pc:cxnChg>
        <pc:cxnChg chg="add mod">
          <ac:chgData name="池口晃太" userId="aaf7f548-d2e0-4c70-a7c2-2a19daa89cbd" providerId="ADAL" clId="{78433243-41E7-4E8C-B8D3-D7712F411358}" dt="2025-10-07T19:52:05.425" v="5030" actId="1076"/>
          <ac:cxnSpMkLst>
            <pc:docMk/>
            <pc:sldMk cId="2037550228" sldId="280"/>
            <ac:cxnSpMk id="43" creationId="{723ED985-9AB1-7BED-EF13-E4DEB1057CD8}"/>
          </ac:cxnSpMkLst>
        </pc:cxnChg>
        <pc:cxnChg chg="add mod">
          <ac:chgData name="池口晃太" userId="aaf7f548-d2e0-4c70-a7c2-2a19daa89cbd" providerId="ADAL" clId="{78433243-41E7-4E8C-B8D3-D7712F411358}" dt="2025-10-07T20:07:09.758" v="5185" actId="14100"/>
          <ac:cxnSpMkLst>
            <pc:docMk/>
            <pc:sldMk cId="2037550228" sldId="280"/>
            <ac:cxnSpMk id="55" creationId="{29A949D1-5706-E271-D447-A4B6291ADF2D}"/>
          </ac:cxnSpMkLst>
        </pc:cxnChg>
        <pc:cxnChg chg="add mod">
          <ac:chgData name="池口晃太" userId="aaf7f548-d2e0-4c70-a7c2-2a19daa89cbd" providerId="ADAL" clId="{78433243-41E7-4E8C-B8D3-D7712F411358}" dt="2025-10-07T19:52:21.490" v="5033" actId="14100"/>
          <ac:cxnSpMkLst>
            <pc:docMk/>
            <pc:sldMk cId="2037550228" sldId="280"/>
            <ac:cxnSpMk id="86" creationId="{567AFD61-E6E8-A81A-85AB-D5DAEEC53A8F}"/>
          </ac:cxnSpMkLst>
        </pc:cxnChg>
        <pc:cxnChg chg="add mod">
          <ac:chgData name="池口晃太" userId="aaf7f548-d2e0-4c70-a7c2-2a19daa89cbd" providerId="ADAL" clId="{78433243-41E7-4E8C-B8D3-D7712F411358}" dt="2025-10-07T20:07:06.239" v="5184" actId="14100"/>
          <ac:cxnSpMkLst>
            <pc:docMk/>
            <pc:sldMk cId="2037550228" sldId="280"/>
            <ac:cxnSpMk id="120" creationId="{C4EA7DCA-235E-2958-65DD-1446E53D55E0}"/>
          </ac:cxnSpMkLst>
        </pc:cxnChg>
        <pc:cxnChg chg="add mod">
          <ac:chgData name="池口晃太" userId="aaf7f548-d2e0-4c70-a7c2-2a19daa89cbd" providerId="ADAL" clId="{78433243-41E7-4E8C-B8D3-D7712F411358}" dt="2025-10-07T20:06:43.051" v="5180" actId="14100"/>
          <ac:cxnSpMkLst>
            <pc:docMk/>
            <pc:sldMk cId="2037550228" sldId="280"/>
            <ac:cxnSpMk id="124" creationId="{05265C70-5F3C-DC41-4C92-43FF524B20F1}"/>
          </ac:cxnSpMkLst>
        </pc:cxnChg>
      </pc:sldChg>
      <pc:sldChg chg="del">
        <pc:chgData name="池口晃太" userId="aaf7f548-d2e0-4c70-a7c2-2a19daa89cbd" providerId="ADAL" clId="{78433243-41E7-4E8C-B8D3-D7712F411358}" dt="2025-10-03T09:06:22.232" v="142" actId="47"/>
        <pc:sldMkLst>
          <pc:docMk/>
          <pc:sldMk cId="3113475902" sldId="281"/>
        </pc:sldMkLst>
      </pc:sldChg>
      <pc:sldChg chg="addSp delSp modSp mod modNotesTx">
        <pc:chgData name="池口晃太" userId="aaf7f548-d2e0-4c70-a7c2-2a19daa89cbd" providerId="ADAL" clId="{78433243-41E7-4E8C-B8D3-D7712F411358}" dt="2025-10-08T07:27:31.519" v="12998" actId="20577"/>
        <pc:sldMkLst>
          <pc:docMk/>
          <pc:sldMk cId="872345764" sldId="282"/>
        </pc:sldMkLst>
        <pc:spChg chg="add mod">
          <ac:chgData name="池口晃太" userId="aaf7f548-d2e0-4c70-a7c2-2a19daa89cbd" providerId="ADAL" clId="{78433243-41E7-4E8C-B8D3-D7712F411358}" dt="2025-10-06T08:40:31.834" v="2567" actId="12"/>
          <ac:spMkLst>
            <pc:docMk/>
            <pc:sldMk cId="872345764" sldId="282"/>
            <ac:spMk id="2" creationId="{96BC459D-4D00-057E-CC71-9E96855AC5FA}"/>
          </ac:spMkLst>
        </pc:spChg>
        <pc:spChg chg="mod">
          <ac:chgData name="池口晃太" userId="aaf7f548-d2e0-4c70-a7c2-2a19daa89cbd" providerId="ADAL" clId="{78433243-41E7-4E8C-B8D3-D7712F411358}" dt="2025-10-06T06:24:32.909" v="1328" actId="20577"/>
          <ac:spMkLst>
            <pc:docMk/>
            <pc:sldMk cId="872345764" sldId="282"/>
            <ac:spMk id="4" creationId="{8611DD65-C1E2-26EA-BA8E-792A9E4B164E}"/>
          </ac:spMkLst>
        </pc:spChg>
        <pc:spChg chg="add mod">
          <ac:chgData name="池口晃太" userId="aaf7f548-d2e0-4c70-a7c2-2a19daa89cbd" providerId="ADAL" clId="{78433243-41E7-4E8C-B8D3-D7712F411358}" dt="2025-10-06T06:22:01.224" v="1268" actId="1076"/>
          <ac:spMkLst>
            <pc:docMk/>
            <pc:sldMk cId="872345764" sldId="282"/>
            <ac:spMk id="6" creationId="{CE329542-87EF-43A1-097C-7D9D4D263345}"/>
          </ac:spMkLst>
        </pc:spChg>
        <pc:spChg chg="add mod">
          <ac:chgData name="池口晃太" userId="aaf7f548-d2e0-4c70-a7c2-2a19daa89cbd" providerId="ADAL" clId="{78433243-41E7-4E8C-B8D3-D7712F411358}" dt="2025-10-06T06:23:19.668" v="1290" actId="14100"/>
          <ac:spMkLst>
            <pc:docMk/>
            <pc:sldMk cId="872345764" sldId="282"/>
            <ac:spMk id="11" creationId="{99F74D09-538C-C0C7-5599-1D11600AE782}"/>
          </ac:spMkLst>
        </pc:spChg>
        <pc:spChg chg="add mod ord">
          <ac:chgData name="池口晃太" userId="aaf7f548-d2e0-4c70-a7c2-2a19daa89cbd" providerId="ADAL" clId="{78433243-41E7-4E8C-B8D3-D7712F411358}" dt="2025-10-06T06:22:25.646" v="1278" actId="14100"/>
          <ac:spMkLst>
            <pc:docMk/>
            <pc:sldMk cId="872345764" sldId="282"/>
            <ac:spMk id="12" creationId="{B2C9BD19-C556-749A-0894-225644BA850B}"/>
          </ac:spMkLst>
        </pc:spChg>
        <pc:spChg chg="add mod">
          <ac:chgData name="池口晃太" userId="aaf7f548-d2e0-4c70-a7c2-2a19daa89cbd" providerId="ADAL" clId="{78433243-41E7-4E8C-B8D3-D7712F411358}" dt="2025-10-06T06:23:03.496" v="1288" actId="1076"/>
          <ac:spMkLst>
            <pc:docMk/>
            <pc:sldMk cId="872345764" sldId="282"/>
            <ac:spMk id="15" creationId="{62C9FBD3-6058-5AF6-0063-015E2EF13A46}"/>
          </ac:spMkLst>
        </pc:spChg>
        <pc:spChg chg="add mod">
          <ac:chgData name="池口晃太" userId="aaf7f548-d2e0-4c70-a7c2-2a19daa89cbd" providerId="ADAL" clId="{78433243-41E7-4E8C-B8D3-D7712F411358}" dt="2025-10-06T06:22:43.787" v="1283" actId="1076"/>
          <ac:spMkLst>
            <pc:docMk/>
            <pc:sldMk cId="872345764" sldId="282"/>
            <ac:spMk id="16" creationId="{F11D130A-5C39-B762-4368-757DDF357713}"/>
          </ac:spMkLst>
        </pc:spChg>
        <pc:spChg chg="add mod">
          <ac:chgData name="池口晃太" userId="aaf7f548-d2e0-4c70-a7c2-2a19daa89cbd" providerId="ADAL" clId="{78433243-41E7-4E8C-B8D3-D7712F411358}" dt="2025-10-03T16:05:01.957" v="568" actId="1076"/>
          <ac:spMkLst>
            <pc:docMk/>
            <pc:sldMk cId="872345764" sldId="282"/>
            <ac:spMk id="18" creationId="{CD1AD210-AD0D-C540-F425-F000F6B292F9}"/>
          </ac:spMkLst>
        </pc:spChg>
        <pc:picChg chg="add mod">
          <ac:chgData name="池口晃太" userId="aaf7f548-d2e0-4c70-a7c2-2a19daa89cbd" providerId="ADAL" clId="{78433243-41E7-4E8C-B8D3-D7712F411358}" dt="2025-10-06T06:21:29.393" v="1257" actId="1076"/>
          <ac:picMkLst>
            <pc:docMk/>
            <pc:sldMk cId="872345764" sldId="282"/>
            <ac:picMk id="20" creationId="{3ECC58A6-FC73-DFEA-E1AB-8E09E8493171}"/>
          </ac:picMkLst>
        </pc:picChg>
      </pc:sldChg>
      <pc:sldChg chg="del">
        <pc:chgData name="池口晃太" userId="aaf7f548-d2e0-4c70-a7c2-2a19daa89cbd" providerId="ADAL" clId="{78433243-41E7-4E8C-B8D3-D7712F411358}" dt="2025-10-03T09:07:10.444" v="163" actId="47"/>
        <pc:sldMkLst>
          <pc:docMk/>
          <pc:sldMk cId="2249912415" sldId="284"/>
        </pc:sldMkLst>
      </pc:sldChg>
      <pc:sldChg chg="ord">
        <pc:chgData name="池口晃太" userId="aaf7f548-d2e0-4c70-a7c2-2a19daa89cbd" providerId="ADAL" clId="{78433243-41E7-4E8C-B8D3-D7712F411358}" dt="2025-10-07T19:01:28.464" v="4549"/>
        <pc:sldMkLst>
          <pc:docMk/>
          <pc:sldMk cId="270863938" sldId="288"/>
        </pc:sldMkLst>
      </pc:sldChg>
      <pc:sldChg chg="del">
        <pc:chgData name="池口晃太" userId="aaf7f548-d2e0-4c70-a7c2-2a19daa89cbd" providerId="ADAL" clId="{78433243-41E7-4E8C-B8D3-D7712F411358}" dt="2025-10-03T09:07:31.697" v="190" actId="47"/>
        <pc:sldMkLst>
          <pc:docMk/>
          <pc:sldMk cId="3583035908" sldId="289"/>
        </pc:sldMkLst>
      </pc:sldChg>
      <pc:sldChg chg="add del">
        <pc:chgData name="池口晃太" userId="aaf7f548-d2e0-4c70-a7c2-2a19daa89cbd" providerId="ADAL" clId="{78433243-41E7-4E8C-B8D3-D7712F411358}" dt="2025-10-03T09:07:40.775" v="194" actId="47"/>
        <pc:sldMkLst>
          <pc:docMk/>
          <pc:sldMk cId="3977868049" sldId="290"/>
        </pc:sldMkLst>
      </pc:sldChg>
      <pc:sldChg chg="del">
        <pc:chgData name="池口晃太" userId="aaf7f548-d2e0-4c70-a7c2-2a19daa89cbd" providerId="ADAL" clId="{78433243-41E7-4E8C-B8D3-D7712F411358}" dt="2025-10-03T09:07:30.050" v="188" actId="47"/>
        <pc:sldMkLst>
          <pc:docMk/>
          <pc:sldMk cId="146043875" sldId="292"/>
        </pc:sldMkLst>
      </pc:sldChg>
      <pc:sldChg chg="addSp delSp modSp add mod modNotesTx">
        <pc:chgData name="池口晃太" userId="aaf7f548-d2e0-4c70-a7c2-2a19daa89cbd" providerId="ADAL" clId="{78433243-41E7-4E8C-B8D3-D7712F411358}" dt="2025-10-08T07:32:36.391" v="13235" actId="20577"/>
        <pc:sldMkLst>
          <pc:docMk/>
          <pc:sldMk cId="1429962592" sldId="293"/>
        </pc:sldMkLst>
        <pc:spChg chg="add mod">
          <ac:chgData name="池口晃太" userId="aaf7f548-d2e0-4c70-a7c2-2a19daa89cbd" providerId="ADAL" clId="{78433243-41E7-4E8C-B8D3-D7712F411358}" dt="2025-10-08T05:52:48.924" v="10473" actId="1076"/>
          <ac:spMkLst>
            <pc:docMk/>
            <pc:sldMk cId="1429962592" sldId="293"/>
            <ac:spMk id="2" creationId="{F95810D5-142C-5806-9E11-F9604137D24A}"/>
          </ac:spMkLst>
        </pc:spChg>
        <pc:spChg chg="mod">
          <ac:chgData name="池口晃太" userId="aaf7f548-d2e0-4c70-a7c2-2a19daa89cbd" providerId="ADAL" clId="{78433243-41E7-4E8C-B8D3-D7712F411358}" dt="2025-10-08T05:42:49.273" v="10218" actId="20577"/>
          <ac:spMkLst>
            <pc:docMk/>
            <pc:sldMk cId="1429962592" sldId="293"/>
            <ac:spMk id="4" creationId="{6CB11DF4-BE21-4DD1-B644-0FF706538392}"/>
          </ac:spMkLst>
        </pc:spChg>
        <pc:spChg chg="mod">
          <ac:chgData name="池口晃太" userId="aaf7f548-d2e0-4c70-a7c2-2a19daa89cbd" providerId="ADAL" clId="{78433243-41E7-4E8C-B8D3-D7712F411358}" dt="2025-10-08T05:43:40.742" v="10293" actId="20577"/>
          <ac:spMkLst>
            <pc:docMk/>
            <pc:sldMk cId="1429962592" sldId="293"/>
            <ac:spMk id="8" creationId="{39FFF33C-5F45-F714-230B-19D614A91A21}"/>
          </ac:spMkLst>
        </pc:spChg>
        <pc:spChg chg="add mod">
          <ac:chgData name="池口晃太" userId="aaf7f548-d2e0-4c70-a7c2-2a19daa89cbd" providerId="ADAL" clId="{78433243-41E7-4E8C-B8D3-D7712F411358}" dt="2025-10-08T05:49:12.977" v="10399" actId="207"/>
          <ac:spMkLst>
            <pc:docMk/>
            <pc:sldMk cId="1429962592" sldId="293"/>
            <ac:spMk id="9" creationId="{A3A0F2A6-E19C-394F-2BA9-043F4940F960}"/>
          </ac:spMkLst>
        </pc:spChg>
        <pc:spChg chg="add mod">
          <ac:chgData name="池口晃太" userId="aaf7f548-d2e0-4c70-a7c2-2a19daa89cbd" providerId="ADAL" clId="{78433243-41E7-4E8C-B8D3-D7712F411358}" dt="2025-10-08T05:49:19.424" v="10401" actId="207"/>
          <ac:spMkLst>
            <pc:docMk/>
            <pc:sldMk cId="1429962592" sldId="293"/>
            <ac:spMk id="10" creationId="{BA8C5755-BA5D-C29B-6C95-7DA003AE0E68}"/>
          </ac:spMkLst>
        </pc:spChg>
        <pc:picChg chg="add mod">
          <ac:chgData name="池口晃太" userId="aaf7f548-d2e0-4c70-a7c2-2a19daa89cbd" providerId="ADAL" clId="{78433243-41E7-4E8C-B8D3-D7712F411358}" dt="2025-10-08T05:45:49.660" v="10331" actId="1076"/>
          <ac:picMkLst>
            <pc:docMk/>
            <pc:sldMk cId="1429962592" sldId="293"/>
            <ac:picMk id="3" creationId="{E7849C2A-E623-78E7-6308-8CB79B892E4B}"/>
          </ac:picMkLst>
        </pc:picChg>
        <pc:picChg chg="add mod modCrop">
          <ac:chgData name="池口晃太" userId="aaf7f548-d2e0-4c70-a7c2-2a19daa89cbd" providerId="ADAL" clId="{78433243-41E7-4E8C-B8D3-D7712F411358}" dt="2025-10-08T05:45:49.660" v="10331" actId="1076"/>
          <ac:picMkLst>
            <pc:docMk/>
            <pc:sldMk cId="1429962592" sldId="293"/>
            <ac:picMk id="7" creationId="{31D5EB7F-797B-741A-17DF-FC11C9B1A5FA}"/>
          </ac:picMkLst>
        </pc:picChg>
        <pc:picChg chg="add mod">
          <ac:chgData name="池口晃太" userId="aaf7f548-d2e0-4c70-a7c2-2a19daa89cbd" providerId="ADAL" clId="{78433243-41E7-4E8C-B8D3-D7712F411358}" dt="2025-10-08T05:52:14.521" v="10470" actId="1076"/>
          <ac:picMkLst>
            <pc:docMk/>
            <pc:sldMk cId="1429962592" sldId="293"/>
            <ac:picMk id="19" creationId="{BB1A7D6D-0C10-F0DA-EE12-208A0BF56AFC}"/>
          </ac:picMkLst>
        </pc:picChg>
        <pc:picChg chg="add mod">
          <ac:chgData name="池口晃太" userId="aaf7f548-d2e0-4c70-a7c2-2a19daa89cbd" providerId="ADAL" clId="{78433243-41E7-4E8C-B8D3-D7712F411358}" dt="2025-10-08T05:52:14.521" v="10470" actId="1076"/>
          <ac:picMkLst>
            <pc:docMk/>
            <pc:sldMk cId="1429962592" sldId="293"/>
            <ac:picMk id="21" creationId="{92E21496-5E41-E16C-4B50-86026B466706}"/>
          </ac:picMkLst>
        </pc:picChg>
      </pc:sldChg>
      <pc:sldChg chg="delSp modSp del mod">
        <pc:chgData name="池口晃太" userId="aaf7f548-d2e0-4c70-a7c2-2a19daa89cbd" providerId="ADAL" clId="{78433243-41E7-4E8C-B8D3-D7712F411358}" dt="2025-10-03T09:07:36.554" v="193" actId="2696"/>
        <pc:sldMkLst>
          <pc:docMk/>
          <pc:sldMk cId="4000819135" sldId="293"/>
        </pc:sldMkLst>
      </pc:sldChg>
      <pc:sldChg chg="del">
        <pc:chgData name="池口晃太" userId="aaf7f548-d2e0-4c70-a7c2-2a19daa89cbd" providerId="ADAL" clId="{78433243-41E7-4E8C-B8D3-D7712F411358}" dt="2025-10-03T09:07:29.216" v="187" actId="47"/>
        <pc:sldMkLst>
          <pc:docMk/>
          <pc:sldMk cId="1028419542" sldId="294"/>
        </pc:sldMkLst>
      </pc:sldChg>
      <pc:sldChg chg="del">
        <pc:chgData name="池口晃太" userId="aaf7f548-d2e0-4c70-a7c2-2a19daa89cbd" providerId="ADAL" clId="{78433243-41E7-4E8C-B8D3-D7712F411358}" dt="2025-10-03T09:06:59.363" v="161" actId="47"/>
        <pc:sldMkLst>
          <pc:docMk/>
          <pc:sldMk cId="3663474307" sldId="295"/>
        </pc:sldMkLst>
      </pc:sldChg>
      <pc:sldChg chg="del">
        <pc:chgData name="池口晃太" userId="aaf7f548-d2e0-4c70-a7c2-2a19daa89cbd" providerId="ADAL" clId="{78433243-41E7-4E8C-B8D3-D7712F411358}" dt="2025-10-03T09:07:00.862" v="162" actId="47"/>
        <pc:sldMkLst>
          <pc:docMk/>
          <pc:sldMk cId="2876041712" sldId="296"/>
        </pc:sldMkLst>
      </pc:sldChg>
      <pc:sldChg chg="del">
        <pc:chgData name="池口晃太" userId="aaf7f548-d2e0-4c70-a7c2-2a19daa89cbd" providerId="ADAL" clId="{78433243-41E7-4E8C-B8D3-D7712F411358}" dt="2025-10-03T09:07:30.939" v="189" actId="47"/>
        <pc:sldMkLst>
          <pc:docMk/>
          <pc:sldMk cId="351882090" sldId="297"/>
        </pc:sldMkLst>
      </pc:sldChg>
      <pc:sldChg chg="addSp delSp modSp mod modNotesTx">
        <pc:chgData name="池口晃太" userId="aaf7f548-d2e0-4c70-a7c2-2a19daa89cbd" providerId="ADAL" clId="{78433243-41E7-4E8C-B8D3-D7712F411358}" dt="2025-10-20T07:22:47.110" v="13328" actId="1076"/>
        <pc:sldMkLst>
          <pc:docMk/>
          <pc:sldMk cId="1701380103" sldId="298"/>
        </pc:sldMkLst>
        <pc:spChg chg="add mod">
          <ac:chgData name="池口晃太" userId="aaf7f548-d2e0-4c70-a7c2-2a19daa89cbd" providerId="ADAL" clId="{78433243-41E7-4E8C-B8D3-D7712F411358}" dt="2025-10-08T05:48:28.444" v="10387" actId="14100"/>
          <ac:spMkLst>
            <pc:docMk/>
            <pc:sldMk cId="1701380103" sldId="298"/>
            <ac:spMk id="2" creationId="{DABFB0B3-8425-815D-D231-19CC814EDDA6}"/>
          </ac:spMkLst>
        </pc:spChg>
        <pc:spChg chg="mod">
          <ac:chgData name="池口晃太" userId="aaf7f548-d2e0-4c70-a7c2-2a19daa89cbd" providerId="ADAL" clId="{78433243-41E7-4E8C-B8D3-D7712F411358}" dt="2025-10-08T06:50:51.184" v="12126" actId="20577"/>
          <ac:spMkLst>
            <pc:docMk/>
            <pc:sldMk cId="1701380103" sldId="298"/>
            <ac:spMk id="4" creationId="{464BB69A-A194-EB7B-8FDC-2B5E2FBC3246}"/>
          </ac:spMkLst>
        </pc:spChg>
        <pc:spChg chg="add mod">
          <ac:chgData name="池口晃太" userId="aaf7f548-d2e0-4c70-a7c2-2a19daa89cbd" providerId="ADAL" clId="{78433243-41E7-4E8C-B8D3-D7712F411358}" dt="2025-10-08T05:50:18.808" v="10442" actId="20577"/>
          <ac:spMkLst>
            <pc:docMk/>
            <pc:sldMk cId="1701380103" sldId="298"/>
            <ac:spMk id="11" creationId="{4D0BF9DE-8093-8E50-483C-5CF4C14C2E51}"/>
          </ac:spMkLst>
        </pc:spChg>
        <pc:spChg chg="add mod">
          <ac:chgData name="池口晃太" userId="aaf7f548-d2e0-4c70-a7c2-2a19daa89cbd" providerId="ADAL" clId="{78433243-41E7-4E8C-B8D3-D7712F411358}" dt="2025-10-08T05:51:21.843" v="10458" actId="207"/>
          <ac:spMkLst>
            <pc:docMk/>
            <pc:sldMk cId="1701380103" sldId="298"/>
            <ac:spMk id="12" creationId="{6A6EFFAE-F803-7CD9-C986-1B0787932BE5}"/>
          </ac:spMkLst>
        </pc:spChg>
        <pc:spChg chg="add mod">
          <ac:chgData name="池口晃太" userId="aaf7f548-d2e0-4c70-a7c2-2a19daa89cbd" providerId="ADAL" clId="{78433243-41E7-4E8C-B8D3-D7712F411358}" dt="2025-10-08T05:51:24.924" v="10459" actId="207"/>
          <ac:spMkLst>
            <pc:docMk/>
            <pc:sldMk cId="1701380103" sldId="298"/>
            <ac:spMk id="13" creationId="{F4228185-B8FC-B2A7-3D40-1F42AA458CC5}"/>
          </ac:spMkLst>
        </pc:spChg>
        <pc:spChg chg="add mod">
          <ac:chgData name="池口晃太" userId="aaf7f548-d2e0-4c70-a7c2-2a19daa89cbd" providerId="ADAL" clId="{78433243-41E7-4E8C-B8D3-D7712F411358}" dt="2025-10-08T05:46:33.448" v="10339"/>
          <ac:spMkLst>
            <pc:docMk/>
            <pc:sldMk cId="1701380103" sldId="298"/>
            <ac:spMk id="14" creationId="{F635F039-7F11-677C-0DAF-3E806A419F19}"/>
          </ac:spMkLst>
        </pc:spChg>
        <pc:spChg chg="add mod">
          <ac:chgData name="池口晃太" userId="aaf7f548-d2e0-4c70-a7c2-2a19daa89cbd" providerId="ADAL" clId="{78433243-41E7-4E8C-B8D3-D7712F411358}" dt="2025-10-08T05:46:33.448" v="10339"/>
          <ac:spMkLst>
            <pc:docMk/>
            <pc:sldMk cId="1701380103" sldId="298"/>
            <ac:spMk id="17" creationId="{17B8022C-2387-2B29-49AC-5A6DC82BE9C3}"/>
          </ac:spMkLst>
        </pc:spChg>
        <pc:spChg chg="add mod">
          <ac:chgData name="池口晃太" userId="aaf7f548-d2e0-4c70-a7c2-2a19daa89cbd" providerId="ADAL" clId="{78433243-41E7-4E8C-B8D3-D7712F411358}" dt="2025-10-08T05:46:33.448" v="10339"/>
          <ac:spMkLst>
            <pc:docMk/>
            <pc:sldMk cId="1701380103" sldId="298"/>
            <ac:spMk id="18" creationId="{60AD2603-C801-65DC-7717-F8EC9EAA0778}"/>
          </ac:spMkLst>
        </pc:spChg>
        <pc:spChg chg="add mod">
          <ac:chgData name="池口晃太" userId="aaf7f548-d2e0-4c70-a7c2-2a19daa89cbd" providerId="ADAL" clId="{78433243-41E7-4E8C-B8D3-D7712F411358}" dt="2025-10-08T05:46:33.448" v="10339"/>
          <ac:spMkLst>
            <pc:docMk/>
            <pc:sldMk cId="1701380103" sldId="298"/>
            <ac:spMk id="20" creationId="{BB7E728E-A8A6-2513-88A4-3A32F484D0A2}"/>
          </ac:spMkLst>
        </pc:spChg>
        <pc:spChg chg="add mod">
          <ac:chgData name="池口晃太" userId="aaf7f548-d2e0-4c70-a7c2-2a19daa89cbd" providerId="ADAL" clId="{78433243-41E7-4E8C-B8D3-D7712F411358}" dt="2025-10-08T05:50:10.990" v="10424" actId="1076"/>
          <ac:spMkLst>
            <pc:docMk/>
            <pc:sldMk cId="1701380103" sldId="298"/>
            <ac:spMk id="24" creationId="{D97E7E3B-1A42-E581-A490-CA89054D24C4}"/>
          </ac:spMkLst>
        </pc:spChg>
        <pc:spChg chg="add mod">
          <ac:chgData name="池口晃太" userId="aaf7f548-d2e0-4c70-a7c2-2a19daa89cbd" providerId="ADAL" clId="{78433243-41E7-4E8C-B8D3-D7712F411358}" dt="2025-10-08T05:50:10.990" v="10424" actId="1076"/>
          <ac:spMkLst>
            <pc:docMk/>
            <pc:sldMk cId="1701380103" sldId="298"/>
            <ac:spMk id="28" creationId="{B8D37F3E-F11C-B7C4-18AB-41F56988B84F}"/>
          </ac:spMkLst>
        </pc:spChg>
        <pc:spChg chg="add mod">
          <ac:chgData name="池口晃太" userId="aaf7f548-d2e0-4c70-a7c2-2a19daa89cbd" providerId="ADAL" clId="{78433243-41E7-4E8C-B8D3-D7712F411358}" dt="2025-10-08T05:51:15.554" v="10456" actId="207"/>
          <ac:spMkLst>
            <pc:docMk/>
            <pc:sldMk cId="1701380103" sldId="298"/>
            <ac:spMk id="29" creationId="{8E68C7AD-1508-17C7-BA12-80E7C8B600AC}"/>
          </ac:spMkLst>
        </pc:spChg>
        <pc:spChg chg="add mod">
          <ac:chgData name="池口晃太" userId="aaf7f548-d2e0-4c70-a7c2-2a19daa89cbd" providerId="ADAL" clId="{78433243-41E7-4E8C-B8D3-D7712F411358}" dt="2025-10-08T05:51:18.475" v="10457" actId="207"/>
          <ac:spMkLst>
            <pc:docMk/>
            <pc:sldMk cId="1701380103" sldId="298"/>
            <ac:spMk id="30" creationId="{4A3454E7-4CD1-3DC2-23A3-70E7A116F3A7}"/>
          </ac:spMkLst>
        </pc:spChg>
        <pc:spChg chg="add mod">
          <ac:chgData name="池口晃太" userId="aaf7f548-d2e0-4c70-a7c2-2a19daa89cbd" providerId="ADAL" clId="{78433243-41E7-4E8C-B8D3-D7712F411358}" dt="2025-10-08T05:50:10.990" v="10424" actId="1076"/>
          <ac:spMkLst>
            <pc:docMk/>
            <pc:sldMk cId="1701380103" sldId="298"/>
            <ac:spMk id="31" creationId="{383D1641-095B-2C72-C487-11BDC8A9C037}"/>
          </ac:spMkLst>
        </pc:spChg>
        <pc:spChg chg="add mod">
          <ac:chgData name="池口晃太" userId="aaf7f548-d2e0-4c70-a7c2-2a19daa89cbd" providerId="ADAL" clId="{78433243-41E7-4E8C-B8D3-D7712F411358}" dt="2025-10-08T05:50:10.990" v="10424" actId="1076"/>
          <ac:spMkLst>
            <pc:docMk/>
            <pc:sldMk cId="1701380103" sldId="298"/>
            <ac:spMk id="34" creationId="{3D8427B4-2103-6077-8B6B-B4E4230C01EC}"/>
          </ac:spMkLst>
        </pc:spChg>
        <pc:spChg chg="add mod">
          <ac:chgData name="池口晃太" userId="aaf7f548-d2e0-4c70-a7c2-2a19daa89cbd" providerId="ADAL" clId="{78433243-41E7-4E8C-B8D3-D7712F411358}" dt="2025-10-08T05:50:10.990" v="10424" actId="1076"/>
          <ac:spMkLst>
            <pc:docMk/>
            <pc:sldMk cId="1701380103" sldId="298"/>
            <ac:spMk id="35" creationId="{6085E157-C97D-7EDA-D857-0517B686072F}"/>
          </ac:spMkLst>
        </pc:spChg>
        <pc:spChg chg="add mod">
          <ac:chgData name="池口晃太" userId="aaf7f548-d2e0-4c70-a7c2-2a19daa89cbd" providerId="ADAL" clId="{78433243-41E7-4E8C-B8D3-D7712F411358}" dt="2025-10-08T05:50:10.990" v="10424" actId="1076"/>
          <ac:spMkLst>
            <pc:docMk/>
            <pc:sldMk cId="1701380103" sldId="298"/>
            <ac:spMk id="37" creationId="{E2F72EAC-39CC-5090-094B-8DD3B9B10976}"/>
          </ac:spMkLst>
        </pc:spChg>
        <pc:picChg chg="add mod">
          <ac:chgData name="池口晃太" userId="aaf7f548-d2e0-4c70-a7c2-2a19daa89cbd" providerId="ADAL" clId="{78433243-41E7-4E8C-B8D3-D7712F411358}" dt="2025-10-08T05:46:33.448" v="10339"/>
          <ac:picMkLst>
            <pc:docMk/>
            <pc:sldMk cId="1701380103" sldId="298"/>
            <ac:picMk id="6" creationId="{1255F58C-8541-B30C-A0B1-EFEBFBA9662E}"/>
          </ac:picMkLst>
        </pc:picChg>
        <pc:picChg chg="add mod">
          <ac:chgData name="池口晃太" userId="aaf7f548-d2e0-4c70-a7c2-2a19daa89cbd" providerId="ADAL" clId="{78433243-41E7-4E8C-B8D3-D7712F411358}" dt="2025-10-08T05:46:33.448" v="10339"/>
          <ac:picMkLst>
            <pc:docMk/>
            <pc:sldMk cId="1701380103" sldId="298"/>
            <ac:picMk id="23" creationId="{04D08496-2F80-C34C-ADD9-D0DF7CA7BA27}"/>
          </ac:picMkLst>
        </pc:picChg>
        <pc:picChg chg="mod">
          <ac:chgData name="池口晃太" userId="aaf7f548-d2e0-4c70-a7c2-2a19daa89cbd" providerId="ADAL" clId="{78433243-41E7-4E8C-B8D3-D7712F411358}" dt="2025-10-20T07:22:47.110" v="13328" actId="1076"/>
          <ac:picMkLst>
            <pc:docMk/>
            <pc:sldMk cId="1701380103" sldId="298"/>
            <ac:picMk id="25" creationId="{ED3FCBEF-7A75-C4E8-F2A0-640D2CF3A2FC}"/>
          </ac:picMkLst>
        </pc:picChg>
        <pc:picChg chg="add mod">
          <ac:chgData name="池口晃太" userId="aaf7f548-d2e0-4c70-a7c2-2a19daa89cbd" providerId="ADAL" clId="{78433243-41E7-4E8C-B8D3-D7712F411358}" dt="2025-10-08T05:50:10.990" v="10424" actId="1076"/>
          <ac:picMkLst>
            <pc:docMk/>
            <pc:sldMk cId="1701380103" sldId="298"/>
            <ac:picMk id="26" creationId="{6996B64B-DE92-4B9A-5A63-C33376E6129E}"/>
          </ac:picMkLst>
        </pc:picChg>
        <pc:picChg chg="add mod">
          <ac:chgData name="池口晃太" userId="aaf7f548-d2e0-4c70-a7c2-2a19daa89cbd" providerId="ADAL" clId="{78433243-41E7-4E8C-B8D3-D7712F411358}" dt="2025-10-08T05:50:10.990" v="10424" actId="1076"/>
          <ac:picMkLst>
            <pc:docMk/>
            <pc:sldMk cId="1701380103" sldId="298"/>
            <ac:picMk id="38" creationId="{EA4C79BA-E97B-777E-614F-46A0C693E0F7}"/>
          </ac:picMkLst>
        </pc:picChg>
      </pc:sldChg>
      <pc:sldChg chg="modSp del mod">
        <pc:chgData name="池口晃太" userId="aaf7f548-d2e0-4c70-a7c2-2a19daa89cbd" providerId="ADAL" clId="{78433243-41E7-4E8C-B8D3-D7712F411358}" dt="2025-10-06T16:17:42.830" v="3350" actId="47"/>
        <pc:sldMkLst>
          <pc:docMk/>
          <pc:sldMk cId="2116676242" sldId="299"/>
        </pc:sldMkLst>
      </pc:sldChg>
      <pc:sldChg chg="del">
        <pc:chgData name="池口晃太" userId="aaf7f548-d2e0-4c70-a7c2-2a19daa89cbd" providerId="ADAL" clId="{78433243-41E7-4E8C-B8D3-D7712F411358}" dt="2025-10-06T16:17:40.805" v="3349" actId="47"/>
        <pc:sldMkLst>
          <pc:docMk/>
          <pc:sldMk cId="2737548218" sldId="300"/>
        </pc:sldMkLst>
      </pc:sldChg>
      <pc:sldChg chg="ord">
        <pc:chgData name="池口晃太" userId="aaf7f548-d2e0-4c70-a7c2-2a19daa89cbd" providerId="ADAL" clId="{78433243-41E7-4E8C-B8D3-D7712F411358}" dt="2025-10-07T19:01:28.464" v="4549"/>
        <pc:sldMkLst>
          <pc:docMk/>
          <pc:sldMk cId="3632172920" sldId="302"/>
        </pc:sldMkLst>
      </pc:sldChg>
      <pc:sldChg chg="ord">
        <pc:chgData name="池口晃太" userId="aaf7f548-d2e0-4c70-a7c2-2a19daa89cbd" providerId="ADAL" clId="{78433243-41E7-4E8C-B8D3-D7712F411358}" dt="2025-10-07T19:01:28.464" v="4549"/>
        <pc:sldMkLst>
          <pc:docMk/>
          <pc:sldMk cId="947658469" sldId="303"/>
        </pc:sldMkLst>
      </pc:sldChg>
      <pc:sldChg chg="addSp delSp modSp mod ord">
        <pc:chgData name="池口晃太" userId="aaf7f548-d2e0-4c70-a7c2-2a19daa89cbd" providerId="ADAL" clId="{78433243-41E7-4E8C-B8D3-D7712F411358}" dt="2025-10-03T15:13:03.386" v="389" actId="20577"/>
        <pc:sldMkLst>
          <pc:docMk/>
          <pc:sldMk cId="2691239772" sldId="304"/>
        </pc:sldMkLst>
        <pc:spChg chg="add mod">
          <ac:chgData name="池口晃太" userId="aaf7f548-d2e0-4c70-a7c2-2a19daa89cbd" providerId="ADAL" clId="{78433243-41E7-4E8C-B8D3-D7712F411358}" dt="2025-10-03T15:13:03.386" v="389" actId="20577"/>
          <ac:spMkLst>
            <pc:docMk/>
            <pc:sldMk cId="2691239772" sldId="304"/>
            <ac:spMk id="6" creationId="{DEDCB685-EB11-8F76-2ED6-6F58D87E9694}"/>
          </ac:spMkLst>
        </pc:spChg>
        <pc:picChg chg="add mod modCrop">
          <ac:chgData name="池口晃太" userId="aaf7f548-d2e0-4c70-a7c2-2a19daa89cbd" providerId="ADAL" clId="{78433243-41E7-4E8C-B8D3-D7712F411358}" dt="2025-10-03T12:40:04.927" v="280" actId="1076"/>
          <ac:picMkLst>
            <pc:docMk/>
            <pc:sldMk cId="2691239772" sldId="304"/>
            <ac:picMk id="3" creationId="{A6F67CC2-B505-B1B3-D6BF-69530E8C2EC1}"/>
          </ac:picMkLst>
        </pc:picChg>
      </pc:sldChg>
      <pc:sldChg chg="ord">
        <pc:chgData name="池口晃太" userId="aaf7f548-d2e0-4c70-a7c2-2a19daa89cbd" providerId="ADAL" clId="{78433243-41E7-4E8C-B8D3-D7712F411358}" dt="2025-10-07T19:01:28.464" v="4549"/>
        <pc:sldMkLst>
          <pc:docMk/>
          <pc:sldMk cId="1254718540" sldId="305"/>
        </pc:sldMkLst>
      </pc:sldChg>
      <pc:sldChg chg="add del">
        <pc:chgData name="池口晃太" userId="aaf7f548-d2e0-4c70-a7c2-2a19daa89cbd" providerId="ADAL" clId="{78433243-41E7-4E8C-B8D3-D7712F411358}" dt="2025-10-06T16:17:59.220" v="3354" actId="47"/>
        <pc:sldMkLst>
          <pc:docMk/>
          <pc:sldMk cId="2645769110" sldId="306"/>
        </pc:sldMkLst>
      </pc:sldChg>
      <pc:sldChg chg="addSp delSp modSp add mod">
        <pc:chgData name="池口晃太" userId="aaf7f548-d2e0-4c70-a7c2-2a19daa89cbd" providerId="ADAL" clId="{78433243-41E7-4E8C-B8D3-D7712F411358}" dt="2025-10-03T15:13:18.389" v="390" actId="478"/>
        <pc:sldMkLst>
          <pc:docMk/>
          <pc:sldMk cId="1446879168" sldId="307"/>
        </pc:sldMkLst>
        <pc:picChg chg="add mod">
          <ac:chgData name="池口晃太" userId="aaf7f548-d2e0-4c70-a7c2-2a19daa89cbd" providerId="ADAL" clId="{78433243-41E7-4E8C-B8D3-D7712F411358}" dt="2025-10-03T09:18:38.712" v="208" actId="1076"/>
          <ac:picMkLst>
            <pc:docMk/>
            <pc:sldMk cId="1446879168" sldId="307"/>
            <ac:picMk id="1026" creationId="{53148813-0443-18E2-CB12-9A32F3DAD11C}"/>
          </ac:picMkLst>
        </pc:picChg>
      </pc:sldChg>
      <pc:sldChg chg="addSp delSp modSp add mod">
        <pc:chgData name="池口晃太" userId="aaf7f548-d2e0-4c70-a7c2-2a19daa89cbd" providerId="ADAL" clId="{78433243-41E7-4E8C-B8D3-D7712F411358}" dt="2025-10-03T15:13:53.631" v="413" actId="20577"/>
        <pc:sldMkLst>
          <pc:docMk/>
          <pc:sldMk cId="4278963381" sldId="308"/>
        </pc:sldMkLst>
        <pc:spChg chg="mod">
          <ac:chgData name="池口晃太" userId="aaf7f548-d2e0-4c70-a7c2-2a19daa89cbd" providerId="ADAL" clId="{78433243-41E7-4E8C-B8D3-D7712F411358}" dt="2025-10-03T15:13:53.631" v="413" actId="20577"/>
          <ac:spMkLst>
            <pc:docMk/>
            <pc:sldMk cId="4278963381" sldId="308"/>
            <ac:spMk id="4" creationId="{789617FF-234E-3BA9-744A-C91602CC78BD}"/>
          </ac:spMkLst>
        </pc:spChg>
        <pc:picChg chg="add mod">
          <ac:chgData name="池口晃太" userId="aaf7f548-d2e0-4c70-a7c2-2a19daa89cbd" providerId="ADAL" clId="{78433243-41E7-4E8C-B8D3-D7712F411358}" dt="2025-10-03T09:20:43.348" v="221" actId="1076"/>
          <ac:picMkLst>
            <pc:docMk/>
            <pc:sldMk cId="4278963381" sldId="308"/>
            <ac:picMk id="4098" creationId="{6FF86334-1B48-F089-DE22-0E1B89AB9C03}"/>
          </ac:picMkLst>
        </pc:picChg>
      </pc:sldChg>
      <pc:sldChg chg="addSp delSp modSp add">
        <pc:chgData name="池口晃太" userId="aaf7f548-d2e0-4c70-a7c2-2a19daa89cbd" providerId="ADAL" clId="{78433243-41E7-4E8C-B8D3-D7712F411358}" dt="2025-10-03T09:19:22.078" v="217" actId="1076"/>
        <pc:sldMkLst>
          <pc:docMk/>
          <pc:sldMk cId="119632422" sldId="309"/>
        </pc:sldMkLst>
        <pc:picChg chg="add mod">
          <ac:chgData name="池口晃太" userId="aaf7f548-d2e0-4c70-a7c2-2a19daa89cbd" providerId="ADAL" clId="{78433243-41E7-4E8C-B8D3-D7712F411358}" dt="2025-10-03T09:19:22.078" v="217" actId="1076"/>
          <ac:picMkLst>
            <pc:docMk/>
            <pc:sldMk cId="119632422" sldId="309"/>
            <ac:picMk id="2050" creationId="{A2556C26-ADA2-FE02-EAF4-BCADE1C9BB8F}"/>
          </ac:picMkLst>
        </pc:picChg>
      </pc:sldChg>
      <pc:sldChg chg="add del">
        <pc:chgData name="池口晃太" userId="aaf7f548-d2e0-4c70-a7c2-2a19daa89cbd" providerId="ADAL" clId="{78433243-41E7-4E8C-B8D3-D7712F411358}" dt="2025-10-03T09:19:05.629" v="212" actId="47"/>
        <pc:sldMkLst>
          <pc:docMk/>
          <pc:sldMk cId="1974027068" sldId="309"/>
        </pc:sldMkLst>
      </pc:sldChg>
      <pc:sldChg chg="addSp delSp modSp add mod">
        <pc:chgData name="池口晃太" userId="aaf7f548-d2e0-4c70-a7c2-2a19daa89cbd" providerId="ADAL" clId="{78433243-41E7-4E8C-B8D3-D7712F411358}" dt="2025-10-06T00:46:49.231" v="661" actId="1076"/>
        <pc:sldMkLst>
          <pc:docMk/>
          <pc:sldMk cId="2784061952" sldId="310"/>
        </pc:sldMkLst>
        <pc:spChg chg="mod">
          <ac:chgData name="池口晃太" userId="aaf7f548-d2e0-4c70-a7c2-2a19daa89cbd" providerId="ADAL" clId="{78433243-41E7-4E8C-B8D3-D7712F411358}" dt="2025-10-03T15:14:07.436" v="430" actId="20577"/>
          <ac:spMkLst>
            <pc:docMk/>
            <pc:sldMk cId="2784061952" sldId="310"/>
            <ac:spMk id="4" creationId="{12619D8D-AFC7-7AF9-4C0C-277923A4BA67}"/>
          </ac:spMkLst>
        </pc:spChg>
        <pc:picChg chg="mod">
          <ac:chgData name="池口晃太" userId="aaf7f548-d2e0-4c70-a7c2-2a19daa89cbd" providerId="ADAL" clId="{78433243-41E7-4E8C-B8D3-D7712F411358}" dt="2025-10-06T00:46:49.231" v="661" actId="1076"/>
          <ac:picMkLst>
            <pc:docMk/>
            <pc:sldMk cId="2784061952" sldId="310"/>
            <ac:picMk id="4100" creationId="{FADEC136-9BD6-CA21-17A9-84EC294B3514}"/>
          </ac:picMkLst>
        </pc:picChg>
      </pc:sldChg>
      <pc:sldChg chg="delSp modSp add mod">
        <pc:chgData name="池口晃太" userId="aaf7f548-d2e0-4c70-a7c2-2a19daa89cbd" providerId="ADAL" clId="{78433243-41E7-4E8C-B8D3-D7712F411358}" dt="2025-10-03T15:14:45.141" v="462" actId="20577"/>
        <pc:sldMkLst>
          <pc:docMk/>
          <pc:sldMk cId="2313776397" sldId="311"/>
        </pc:sldMkLst>
        <pc:spChg chg="mod">
          <ac:chgData name="池口晃太" userId="aaf7f548-d2e0-4c70-a7c2-2a19daa89cbd" providerId="ADAL" clId="{78433243-41E7-4E8C-B8D3-D7712F411358}" dt="2025-10-03T15:14:45.141" v="462" actId="20577"/>
          <ac:spMkLst>
            <pc:docMk/>
            <pc:sldMk cId="2313776397" sldId="311"/>
            <ac:spMk id="4" creationId="{07531E3C-B1C4-F067-8A77-06EB99B1B63B}"/>
          </ac:spMkLst>
        </pc:spChg>
        <pc:picChg chg="mod">
          <ac:chgData name="池口晃太" userId="aaf7f548-d2e0-4c70-a7c2-2a19daa89cbd" providerId="ADAL" clId="{78433243-41E7-4E8C-B8D3-D7712F411358}" dt="2025-10-03T09:22:04.405" v="240" actId="1076"/>
          <ac:picMkLst>
            <pc:docMk/>
            <pc:sldMk cId="2313776397" sldId="311"/>
            <ac:picMk id="5122" creationId="{5CB453DE-B6B9-EE53-55FD-0BFF1EA5D166}"/>
          </ac:picMkLst>
        </pc:picChg>
      </pc:sldChg>
      <pc:sldChg chg="addSp delSp modSp add mod ord">
        <pc:chgData name="池口晃太" userId="aaf7f548-d2e0-4c70-a7c2-2a19daa89cbd" providerId="ADAL" clId="{78433243-41E7-4E8C-B8D3-D7712F411358}" dt="2025-10-03T15:15:06.894" v="476" actId="20577"/>
        <pc:sldMkLst>
          <pc:docMk/>
          <pc:sldMk cId="4050337986" sldId="312"/>
        </pc:sldMkLst>
        <pc:spChg chg="mod">
          <ac:chgData name="池口晃太" userId="aaf7f548-d2e0-4c70-a7c2-2a19daa89cbd" providerId="ADAL" clId="{78433243-41E7-4E8C-B8D3-D7712F411358}" dt="2025-10-03T15:15:06.894" v="476" actId="20577"/>
          <ac:spMkLst>
            <pc:docMk/>
            <pc:sldMk cId="4050337986" sldId="312"/>
            <ac:spMk id="4" creationId="{7029A2DE-29F7-24BE-9ED3-C900BA146A41}"/>
          </ac:spMkLst>
        </pc:spChg>
        <pc:picChg chg="add mod">
          <ac:chgData name="池口晃太" userId="aaf7f548-d2e0-4c70-a7c2-2a19daa89cbd" providerId="ADAL" clId="{78433243-41E7-4E8C-B8D3-D7712F411358}" dt="2025-10-03T09:23:05.733" v="252" actId="1076"/>
          <ac:picMkLst>
            <pc:docMk/>
            <pc:sldMk cId="4050337986" sldId="312"/>
            <ac:picMk id="6146" creationId="{28A38988-CF3E-8015-8F97-FF450906BEA5}"/>
          </ac:picMkLst>
        </pc:picChg>
      </pc:sldChg>
      <pc:sldChg chg="addSp delSp modSp add mod">
        <pc:chgData name="池口晃太" userId="aaf7f548-d2e0-4c70-a7c2-2a19daa89cbd" providerId="ADAL" clId="{78433243-41E7-4E8C-B8D3-D7712F411358}" dt="2025-10-07T22:36:09.399" v="7543"/>
        <pc:sldMkLst>
          <pc:docMk/>
          <pc:sldMk cId="2523007824" sldId="313"/>
        </pc:sldMkLst>
        <pc:spChg chg="mod">
          <ac:chgData name="池口晃太" userId="aaf7f548-d2e0-4c70-a7c2-2a19daa89cbd" providerId="ADAL" clId="{78433243-41E7-4E8C-B8D3-D7712F411358}" dt="2025-10-03T15:15:16.579" v="492" actId="20577"/>
          <ac:spMkLst>
            <pc:docMk/>
            <pc:sldMk cId="2523007824" sldId="313"/>
            <ac:spMk id="4" creationId="{F2AB5D51-7AF8-08C7-439A-E462FB6AAD01}"/>
          </ac:spMkLst>
        </pc:spChg>
        <pc:picChg chg="add">
          <ac:chgData name="池口晃太" userId="aaf7f548-d2e0-4c70-a7c2-2a19daa89cbd" providerId="ADAL" clId="{78433243-41E7-4E8C-B8D3-D7712F411358}" dt="2025-10-07T22:36:09.399" v="7543"/>
          <ac:picMkLst>
            <pc:docMk/>
            <pc:sldMk cId="2523007824" sldId="313"/>
            <ac:picMk id="2" creationId="{873841D1-7D2E-588A-E8BC-501C1C83ED2B}"/>
          </ac:picMkLst>
        </pc:picChg>
        <pc:picChg chg="add mod">
          <ac:chgData name="池口晃太" userId="aaf7f548-d2e0-4c70-a7c2-2a19daa89cbd" providerId="ADAL" clId="{78433243-41E7-4E8C-B8D3-D7712F411358}" dt="2025-10-03T09:23:16.796" v="258" actId="1076"/>
          <ac:picMkLst>
            <pc:docMk/>
            <pc:sldMk cId="2523007824" sldId="313"/>
            <ac:picMk id="8194" creationId="{1DEE9EF3-81DC-98B8-0B6E-9CC27BAE00E6}"/>
          </ac:picMkLst>
        </pc:picChg>
      </pc:sldChg>
      <pc:sldChg chg="addSp delSp modSp add mod">
        <pc:chgData name="池口晃太" userId="aaf7f548-d2e0-4c70-a7c2-2a19daa89cbd" providerId="ADAL" clId="{78433243-41E7-4E8C-B8D3-D7712F411358}" dt="2025-10-03T15:15:52.190" v="513" actId="1076"/>
        <pc:sldMkLst>
          <pc:docMk/>
          <pc:sldMk cId="3761800555" sldId="314"/>
        </pc:sldMkLst>
        <pc:spChg chg="mod">
          <ac:chgData name="池口晃太" userId="aaf7f548-d2e0-4c70-a7c2-2a19daa89cbd" providerId="ADAL" clId="{78433243-41E7-4E8C-B8D3-D7712F411358}" dt="2025-10-03T15:15:31.766" v="507" actId="20577"/>
          <ac:spMkLst>
            <pc:docMk/>
            <pc:sldMk cId="3761800555" sldId="314"/>
            <ac:spMk id="4" creationId="{783DFFAD-7CC3-1371-2466-12B83DD32E75}"/>
          </ac:spMkLst>
        </pc:spChg>
        <pc:picChg chg="mod">
          <ac:chgData name="池口晃太" userId="aaf7f548-d2e0-4c70-a7c2-2a19daa89cbd" providerId="ADAL" clId="{78433243-41E7-4E8C-B8D3-D7712F411358}" dt="2025-10-03T15:15:52.190" v="513" actId="1076"/>
          <ac:picMkLst>
            <pc:docMk/>
            <pc:sldMk cId="3761800555" sldId="314"/>
            <ac:picMk id="8196" creationId="{51CAAC0E-D374-FE65-3673-054D0B57DB4C}"/>
          </ac:picMkLst>
        </pc:picChg>
      </pc:sldChg>
      <pc:sldChg chg="delSp modSp add mod">
        <pc:chgData name="池口晃太" userId="aaf7f548-d2e0-4c70-a7c2-2a19daa89cbd" providerId="ADAL" clId="{78433243-41E7-4E8C-B8D3-D7712F411358}" dt="2025-10-03T15:17:04.105" v="532" actId="1076"/>
        <pc:sldMkLst>
          <pc:docMk/>
          <pc:sldMk cId="2898227871" sldId="315"/>
        </pc:sldMkLst>
        <pc:spChg chg="mod">
          <ac:chgData name="池口晃太" userId="aaf7f548-d2e0-4c70-a7c2-2a19daa89cbd" providerId="ADAL" clId="{78433243-41E7-4E8C-B8D3-D7712F411358}" dt="2025-10-03T15:16:50.218" v="530" actId="20577"/>
          <ac:spMkLst>
            <pc:docMk/>
            <pc:sldMk cId="2898227871" sldId="315"/>
            <ac:spMk id="4" creationId="{B035FF00-827D-0A7C-AC36-AD8D255F38BB}"/>
          </ac:spMkLst>
        </pc:spChg>
        <pc:picChg chg="mod">
          <ac:chgData name="池口晃太" userId="aaf7f548-d2e0-4c70-a7c2-2a19daa89cbd" providerId="ADAL" clId="{78433243-41E7-4E8C-B8D3-D7712F411358}" dt="2025-10-03T15:17:04.105" v="532" actId="1076"/>
          <ac:picMkLst>
            <pc:docMk/>
            <pc:sldMk cId="2898227871" sldId="315"/>
            <ac:picMk id="9218" creationId="{9FF6EEA7-E485-3BD5-AD16-12BE826E0FDD}"/>
          </ac:picMkLst>
        </pc:picChg>
      </pc:sldChg>
      <pc:sldChg chg="delSp modSp add mod">
        <pc:chgData name="池口晃太" userId="aaf7f548-d2e0-4c70-a7c2-2a19daa89cbd" providerId="ADAL" clId="{78433243-41E7-4E8C-B8D3-D7712F411358}" dt="2025-10-03T15:12:09.558" v="367" actId="20577"/>
        <pc:sldMkLst>
          <pc:docMk/>
          <pc:sldMk cId="4204519543" sldId="316"/>
        </pc:sldMkLst>
        <pc:spChg chg="mod">
          <ac:chgData name="池口晃太" userId="aaf7f548-d2e0-4c70-a7c2-2a19daa89cbd" providerId="ADAL" clId="{78433243-41E7-4E8C-B8D3-D7712F411358}" dt="2025-10-03T15:12:09.558" v="367" actId="20577"/>
          <ac:spMkLst>
            <pc:docMk/>
            <pc:sldMk cId="4204519543" sldId="316"/>
            <ac:spMk id="4" creationId="{4F8066A3-45FB-011A-D48B-369F2967F1B2}"/>
          </ac:spMkLst>
        </pc:spChg>
        <pc:picChg chg="mod modCrop">
          <ac:chgData name="池口晃太" userId="aaf7f548-d2e0-4c70-a7c2-2a19daa89cbd" providerId="ADAL" clId="{78433243-41E7-4E8C-B8D3-D7712F411358}" dt="2025-10-03T12:53:37.415" v="301" actId="1076"/>
          <ac:picMkLst>
            <pc:docMk/>
            <pc:sldMk cId="4204519543" sldId="316"/>
            <ac:picMk id="3" creationId="{4FF22E50-D889-B3AA-08A2-BF7727A93712}"/>
          </ac:picMkLst>
        </pc:picChg>
      </pc:sldChg>
      <pc:sldChg chg="delSp modSp add mod">
        <pc:chgData name="池口晃太" userId="aaf7f548-d2e0-4c70-a7c2-2a19daa89cbd" providerId="ADAL" clId="{78433243-41E7-4E8C-B8D3-D7712F411358}" dt="2025-10-03T15:12:31.703" v="384" actId="20577"/>
        <pc:sldMkLst>
          <pc:docMk/>
          <pc:sldMk cId="4236245554" sldId="317"/>
        </pc:sldMkLst>
        <pc:spChg chg="mod">
          <ac:chgData name="池口晃太" userId="aaf7f548-d2e0-4c70-a7c2-2a19daa89cbd" providerId="ADAL" clId="{78433243-41E7-4E8C-B8D3-D7712F411358}" dt="2025-10-03T15:12:31.703" v="384" actId="20577"/>
          <ac:spMkLst>
            <pc:docMk/>
            <pc:sldMk cId="4236245554" sldId="317"/>
            <ac:spMk id="4" creationId="{F83DDCF4-DC3C-3A9D-2453-13DE20ABA862}"/>
          </ac:spMkLst>
        </pc:spChg>
        <pc:picChg chg="mod modCrop">
          <ac:chgData name="池口晃太" userId="aaf7f548-d2e0-4c70-a7c2-2a19daa89cbd" providerId="ADAL" clId="{78433243-41E7-4E8C-B8D3-D7712F411358}" dt="2025-10-03T12:53:40.803" v="302" actId="14100"/>
          <ac:picMkLst>
            <pc:docMk/>
            <pc:sldMk cId="4236245554" sldId="317"/>
            <ac:picMk id="3" creationId="{8F0C5641-B7EA-10CE-DEE3-A578AFF79526}"/>
          </ac:picMkLst>
        </pc:picChg>
      </pc:sldChg>
      <pc:sldChg chg="modSp add mod">
        <pc:chgData name="池口晃太" userId="aaf7f548-d2e0-4c70-a7c2-2a19daa89cbd" providerId="ADAL" clId="{78433243-41E7-4E8C-B8D3-D7712F411358}" dt="2025-10-03T12:48:55.804" v="294" actId="1076"/>
        <pc:sldMkLst>
          <pc:docMk/>
          <pc:sldMk cId="3750949190" sldId="318"/>
        </pc:sldMkLst>
        <pc:picChg chg="mod modCrop">
          <ac:chgData name="池口晃太" userId="aaf7f548-d2e0-4c70-a7c2-2a19daa89cbd" providerId="ADAL" clId="{78433243-41E7-4E8C-B8D3-D7712F411358}" dt="2025-10-03T12:48:55.804" v="294" actId="1076"/>
          <ac:picMkLst>
            <pc:docMk/>
            <pc:sldMk cId="3750949190" sldId="318"/>
            <ac:picMk id="3" creationId="{04EA5B85-33B0-81C3-E22F-9BF59D5ABA58}"/>
          </ac:picMkLst>
        </pc:picChg>
      </pc:sldChg>
      <pc:sldChg chg="add del">
        <pc:chgData name="池口晃太" userId="aaf7f548-d2e0-4c70-a7c2-2a19daa89cbd" providerId="ADAL" clId="{78433243-41E7-4E8C-B8D3-D7712F411358}" dt="2025-10-03T15:09:29.161" v="316"/>
        <pc:sldMkLst>
          <pc:docMk/>
          <pc:sldMk cId="1144077124" sldId="319"/>
        </pc:sldMkLst>
      </pc:sldChg>
      <pc:sldChg chg="addSp delSp modSp add mod">
        <pc:chgData name="池口晃太" userId="aaf7f548-d2e0-4c70-a7c2-2a19daa89cbd" providerId="ADAL" clId="{78433243-41E7-4E8C-B8D3-D7712F411358}" dt="2025-10-06T00:47:00.003" v="662" actId="1076"/>
        <pc:sldMkLst>
          <pc:docMk/>
          <pc:sldMk cId="2987141331" sldId="319"/>
        </pc:sldMkLst>
        <pc:spChg chg="mod">
          <ac:chgData name="池口晃太" userId="aaf7f548-d2e0-4c70-a7c2-2a19daa89cbd" providerId="ADAL" clId="{78433243-41E7-4E8C-B8D3-D7712F411358}" dt="2025-10-03T15:14:25.347" v="448" actId="20577"/>
          <ac:spMkLst>
            <pc:docMk/>
            <pc:sldMk cId="2987141331" sldId="319"/>
            <ac:spMk id="4" creationId="{81F899AF-D993-A97F-FA5B-43639B1671B3}"/>
          </ac:spMkLst>
        </pc:spChg>
        <pc:picChg chg="add mod">
          <ac:chgData name="池口晃太" userId="aaf7f548-d2e0-4c70-a7c2-2a19daa89cbd" providerId="ADAL" clId="{78433243-41E7-4E8C-B8D3-D7712F411358}" dt="2025-10-06T00:47:00.003" v="662" actId="1076"/>
          <ac:picMkLst>
            <pc:docMk/>
            <pc:sldMk cId="2987141331" sldId="319"/>
            <ac:picMk id="10242" creationId="{5F9E33B5-9440-163F-78D6-6F39504280F6}"/>
          </ac:picMkLst>
        </pc:picChg>
      </pc:sldChg>
      <pc:sldChg chg="addSp delSp modSp add mod">
        <pc:chgData name="池口晃太" userId="aaf7f548-d2e0-4c70-a7c2-2a19daa89cbd" providerId="ADAL" clId="{78433243-41E7-4E8C-B8D3-D7712F411358}" dt="2025-10-03T15:19:20.498" v="549" actId="478"/>
        <pc:sldMkLst>
          <pc:docMk/>
          <pc:sldMk cId="393618495" sldId="320"/>
        </pc:sldMkLst>
        <pc:picChg chg="add mod">
          <ac:chgData name="池口晃太" userId="aaf7f548-d2e0-4c70-a7c2-2a19daa89cbd" providerId="ADAL" clId="{78433243-41E7-4E8C-B8D3-D7712F411358}" dt="2025-10-03T15:19:10.786" v="546" actId="1076"/>
          <ac:picMkLst>
            <pc:docMk/>
            <pc:sldMk cId="393618495" sldId="320"/>
            <ac:picMk id="3" creationId="{7122D42D-3DCB-69B2-7D0C-C6C03F249F40}"/>
          </ac:picMkLst>
        </pc:picChg>
      </pc:sldChg>
      <pc:sldChg chg="addSp delSp modSp add mod ord">
        <pc:chgData name="池口晃太" userId="aaf7f548-d2e0-4c70-a7c2-2a19daa89cbd" providerId="ADAL" clId="{78433243-41E7-4E8C-B8D3-D7712F411358}" dt="2025-10-03T15:19:24.077" v="550" actId="478"/>
        <pc:sldMkLst>
          <pc:docMk/>
          <pc:sldMk cId="1258868680" sldId="321"/>
        </pc:sldMkLst>
        <pc:picChg chg="add mod">
          <ac:chgData name="池口晃太" userId="aaf7f548-d2e0-4c70-a7c2-2a19daa89cbd" providerId="ADAL" clId="{78433243-41E7-4E8C-B8D3-D7712F411358}" dt="2025-10-03T15:18:48.526" v="542" actId="1076"/>
          <ac:picMkLst>
            <pc:docMk/>
            <pc:sldMk cId="1258868680" sldId="321"/>
            <ac:picMk id="3" creationId="{6167F254-FEE1-AA96-0767-B759CA8DA85D}"/>
          </ac:picMkLst>
        </pc:picChg>
      </pc:sldChg>
      <pc:sldChg chg="addSp delSp modSp add mod">
        <pc:chgData name="池口晃太" userId="aaf7f548-d2e0-4c70-a7c2-2a19daa89cbd" providerId="ADAL" clId="{78433243-41E7-4E8C-B8D3-D7712F411358}" dt="2025-10-07T19:00:51.294" v="4526" actId="1076"/>
        <pc:sldMkLst>
          <pc:docMk/>
          <pc:sldMk cId="573097141" sldId="322"/>
        </pc:sldMkLst>
        <pc:spChg chg="mod">
          <ac:chgData name="池口晃太" userId="aaf7f548-d2e0-4c70-a7c2-2a19daa89cbd" providerId="ADAL" clId="{78433243-41E7-4E8C-B8D3-D7712F411358}" dt="2025-10-03T16:17:54.671" v="658" actId="20577"/>
          <ac:spMkLst>
            <pc:docMk/>
            <pc:sldMk cId="573097141" sldId="322"/>
            <ac:spMk id="4" creationId="{F750785B-C993-6A44-7666-EE1DDBB613F7}"/>
          </ac:spMkLst>
        </pc:spChg>
        <pc:picChg chg="add mod">
          <ac:chgData name="池口晃太" userId="aaf7f548-d2e0-4c70-a7c2-2a19daa89cbd" providerId="ADAL" clId="{78433243-41E7-4E8C-B8D3-D7712F411358}" dt="2025-10-07T19:00:51.294" v="4526" actId="1076"/>
          <ac:picMkLst>
            <pc:docMk/>
            <pc:sldMk cId="573097141" sldId="322"/>
            <ac:picMk id="1026" creationId="{FCA0457F-ECBD-A3C1-5D54-9586E52B21E5}"/>
          </ac:picMkLst>
        </pc:picChg>
      </pc:sldChg>
      <pc:sldChg chg="addSp delSp modSp add del mod modNotesTx">
        <pc:chgData name="池口晃太" userId="aaf7f548-d2e0-4c70-a7c2-2a19daa89cbd" providerId="ADAL" clId="{78433243-41E7-4E8C-B8D3-D7712F411358}" dt="2025-10-06T01:11:39.456" v="955" actId="47"/>
        <pc:sldMkLst>
          <pc:docMk/>
          <pc:sldMk cId="161272900" sldId="323"/>
        </pc:sldMkLst>
      </pc:sldChg>
      <pc:sldChg chg="addSp delSp modSp add mod modNotesTx">
        <pc:chgData name="池口晃太" userId="aaf7f548-d2e0-4c70-a7c2-2a19daa89cbd" providerId="ADAL" clId="{78433243-41E7-4E8C-B8D3-D7712F411358}" dt="2025-10-08T04:51:12.074" v="8566" actId="20577"/>
        <pc:sldMkLst>
          <pc:docMk/>
          <pc:sldMk cId="3894833467" sldId="324"/>
        </pc:sldMkLst>
        <pc:spChg chg="mod">
          <ac:chgData name="池口晃太" userId="aaf7f548-d2e0-4c70-a7c2-2a19daa89cbd" providerId="ADAL" clId="{78433243-41E7-4E8C-B8D3-D7712F411358}" dt="2025-10-06T08:27:12.573" v="2552" actId="255"/>
          <ac:spMkLst>
            <pc:docMk/>
            <pc:sldMk cId="3894833467" sldId="324"/>
            <ac:spMk id="4" creationId="{D8FC1AB2-8D89-F012-7708-0083BBBD4C98}"/>
          </ac:spMkLst>
        </pc:spChg>
        <pc:spChg chg="add mod ord">
          <ac:chgData name="池口晃太" userId="aaf7f548-d2e0-4c70-a7c2-2a19daa89cbd" providerId="ADAL" clId="{78433243-41E7-4E8C-B8D3-D7712F411358}" dt="2025-10-06T07:13:59.291" v="1692" actId="14100"/>
          <ac:spMkLst>
            <pc:docMk/>
            <pc:sldMk cId="3894833467" sldId="324"/>
            <ac:spMk id="17" creationId="{E615E8C5-0708-D9C4-1E3E-B906AA5FC36D}"/>
          </ac:spMkLst>
        </pc:spChg>
        <pc:spChg chg="add mod">
          <ac:chgData name="池口晃太" userId="aaf7f548-d2e0-4c70-a7c2-2a19daa89cbd" providerId="ADAL" clId="{78433243-41E7-4E8C-B8D3-D7712F411358}" dt="2025-10-06T07:14:05.981" v="1694" actId="14100"/>
          <ac:spMkLst>
            <pc:docMk/>
            <pc:sldMk cId="3894833467" sldId="324"/>
            <ac:spMk id="19" creationId="{8D859CD3-FA4E-9D86-03DC-ED137EA1B767}"/>
          </ac:spMkLst>
        </pc:spChg>
        <pc:spChg chg="add mod">
          <ac:chgData name="池口晃太" userId="aaf7f548-d2e0-4c70-a7c2-2a19daa89cbd" providerId="ADAL" clId="{78433243-41E7-4E8C-B8D3-D7712F411358}" dt="2025-10-06T06:34:04.390" v="1661" actId="1076"/>
          <ac:spMkLst>
            <pc:docMk/>
            <pc:sldMk cId="3894833467" sldId="324"/>
            <ac:spMk id="24" creationId="{0B68CD86-E7A1-CC2B-252B-AE362539C3FF}"/>
          </ac:spMkLst>
        </pc:spChg>
        <pc:spChg chg="add mod">
          <ac:chgData name="池口晃太" userId="aaf7f548-d2e0-4c70-a7c2-2a19daa89cbd" providerId="ADAL" clId="{78433243-41E7-4E8C-B8D3-D7712F411358}" dt="2025-10-06T06:34:04.390" v="1661" actId="1076"/>
          <ac:spMkLst>
            <pc:docMk/>
            <pc:sldMk cId="3894833467" sldId="324"/>
            <ac:spMk id="25" creationId="{729E280F-BE08-E069-D3D6-14233A865EEB}"/>
          </ac:spMkLst>
        </pc:spChg>
        <pc:spChg chg="add mod">
          <ac:chgData name="池口晃太" userId="aaf7f548-d2e0-4c70-a7c2-2a19daa89cbd" providerId="ADAL" clId="{78433243-41E7-4E8C-B8D3-D7712F411358}" dt="2025-10-06T06:34:04.390" v="1661" actId="1076"/>
          <ac:spMkLst>
            <pc:docMk/>
            <pc:sldMk cId="3894833467" sldId="324"/>
            <ac:spMk id="26" creationId="{46C43372-5C83-DB83-9428-01669510B61C}"/>
          </ac:spMkLst>
        </pc:spChg>
        <pc:spChg chg="add mod">
          <ac:chgData name="池口晃太" userId="aaf7f548-d2e0-4c70-a7c2-2a19daa89cbd" providerId="ADAL" clId="{78433243-41E7-4E8C-B8D3-D7712F411358}" dt="2025-10-06T06:34:04.390" v="1661" actId="1076"/>
          <ac:spMkLst>
            <pc:docMk/>
            <pc:sldMk cId="3894833467" sldId="324"/>
            <ac:spMk id="27" creationId="{F95EEE63-F075-AD2D-E610-4808292B2BD2}"/>
          </ac:spMkLst>
        </pc:spChg>
        <pc:spChg chg="add mod">
          <ac:chgData name="池口晃太" userId="aaf7f548-d2e0-4c70-a7c2-2a19daa89cbd" providerId="ADAL" clId="{78433243-41E7-4E8C-B8D3-D7712F411358}" dt="2025-10-06T06:34:04.390" v="1661" actId="1076"/>
          <ac:spMkLst>
            <pc:docMk/>
            <pc:sldMk cId="3894833467" sldId="324"/>
            <ac:spMk id="29" creationId="{F9B3E6BF-6CC8-6B00-7481-A63FC500818C}"/>
          </ac:spMkLst>
        </pc:spChg>
        <pc:spChg chg="add mod">
          <ac:chgData name="池口晃太" userId="aaf7f548-d2e0-4c70-a7c2-2a19daa89cbd" providerId="ADAL" clId="{78433243-41E7-4E8C-B8D3-D7712F411358}" dt="2025-10-06T07:12:01.937" v="1673" actId="1076"/>
          <ac:spMkLst>
            <pc:docMk/>
            <pc:sldMk cId="3894833467" sldId="324"/>
            <ac:spMk id="30" creationId="{42148C2A-0BD3-A8F0-3B60-062D526887E9}"/>
          </ac:spMkLst>
        </pc:spChg>
        <pc:spChg chg="add mod">
          <ac:chgData name="池口晃太" userId="aaf7f548-d2e0-4c70-a7c2-2a19daa89cbd" providerId="ADAL" clId="{78433243-41E7-4E8C-B8D3-D7712F411358}" dt="2025-10-07T18:45:17.218" v="4513" actId="1076"/>
          <ac:spMkLst>
            <pc:docMk/>
            <pc:sldMk cId="3894833467" sldId="324"/>
            <ac:spMk id="33" creationId="{791401BF-DEE1-72E7-D326-52F762FB3D98}"/>
          </ac:spMkLst>
        </pc:spChg>
        <pc:spChg chg="add mod">
          <ac:chgData name="池口晃太" userId="aaf7f548-d2e0-4c70-a7c2-2a19daa89cbd" providerId="ADAL" clId="{78433243-41E7-4E8C-B8D3-D7712F411358}" dt="2025-10-06T07:14:44.945" v="1703" actId="1076"/>
          <ac:spMkLst>
            <pc:docMk/>
            <pc:sldMk cId="3894833467" sldId="324"/>
            <ac:spMk id="45" creationId="{C5A5E8B8-2402-04F5-A7B5-82DECF548C4C}"/>
          </ac:spMkLst>
        </pc:spChg>
        <pc:spChg chg="add mod">
          <ac:chgData name="池口晃太" userId="aaf7f548-d2e0-4c70-a7c2-2a19daa89cbd" providerId="ADAL" clId="{78433243-41E7-4E8C-B8D3-D7712F411358}" dt="2025-10-06T07:14:49.838" v="1705" actId="1076"/>
          <ac:spMkLst>
            <pc:docMk/>
            <pc:sldMk cId="3894833467" sldId="324"/>
            <ac:spMk id="46" creationId="{7B20C84B-5507-7104-8B18-963A7D11CC78}"/>
          </ac:spMkLst>
        </pc:spChg>
        <pc:picChg chg="add del mod">
          <ac:chgData name="池口晃太" userId="aaf7f548-d2e0-4c70-a7c2-2a19daa89cbd" providerId="ADAL" clId="{78433243-41E7-4E8C-B8D3-D7712F411358}" dt="2025-10-06T06:34:04.390" v="1661" actId="1076"/>
          <ac:picMkLst>
            <pc:docMk/>
            <pc:sldMk cId="3894833467" sldId="324"/>
            <ac:picMk id="3" creationId="{5B602B73-3216-E625-FC3E-E784A9448AB5}"/>
          </ac:picMkLst>
        </pc:picChg>
        <pc:picChg chg="add mod">
          <ac:chgData name="池口晃太" userId="aaf7f548-d2e0-4c70-a7c2-2a19daa89cbd" providerId="ADAL" clId="{78433243-41E7-4E8C-B8D3-D7712F411358}" dt="2025-10-06T06:34:04.390" v="1661" actId="1076"/>
          <ac:picMkLst>
            <pc:docMk/>
            <pc:sldMk cId="3894833467" sldId="324"/>
            <ac:picMk id="16" creationId="{7AD056BF-E821-62A6-546C-0A58A40ADA2D}"/>
          </ac:picMkLst>
        </pc:picChg>
        <pc:picChg chg="add mod">
          <ac:chgData name="池口晃太" userId="aaf7f548-d2e0-4c70-a7c2-2a19daa89cbd" providerId="ADAL" clId="{78433243-41E7-4E8C-B8D3-D7712F411358}" dt="2025-10-06T06:30:36.943" v="1469" actId="1076"/>
          <ac:picMkLst>
            <pc:docMk/>
            <pc:sldMk cId="3894833467" sldId="324"/>
            <ac:picMk id="22" creationId="{8D1FB833-E4A8-A766-3E5A-7BF98F343272}"/>
          </ac:picMkLst>
        </pc:picChg>
        <pc:picChg chg="add mod">
          <ac:chgData name="池口晃太" userId="aaf7f548-d2e0-4c70-a7c2-2a19daa89cbd" providerId="ADAL" clId="{78433243-41E7-4E8C-B8D3-D7712F411358}" dt="2025-10-06T06:30:36.943" v="1469" actId="1076"/>
          <ac:picMkLst>
            <pc:docMk/>
            <pc:sldMk cId="3894833467" sldId="324"/>
            <ac:picMk id="23" creationId="{950A9132-D292-4530-0BB2-AAE5A5B4AF3E}"/>
          </ac:picMkLst>
        </pc:picChg>
        <pc:picChg chg="add mod">
          <ac:chgData name="池口晃太" userId="aaf7f548-d2e0-4c70-a7c2-2a19daa89cbd" providerId="ADAL" clId="{78433243-41E7-4E8C-B8D3-D7712F411358}" dt="2025-10-06T07:12:21.811" v="1675" actId="1076"/>
          <ac:picMkLst>
            <pc:docMk/>
            <pc:sldMk cId="3894833467" sldId="324"/>
            <ac:picMk id="31" creationId="{A2ED8208-FD3F-9EC4-D412-F801DF838113}"/>
          </ac:picMkLst>
        </pc:picChg>
        <pc:cxnChg chg="add mod">
          <ac:chgData name="池口晃太" userId="aaf7f548-d2e0-4c70-a7c2-2a19daa89cbd" providerId="ADAL" clId="{78433243-41E7-4E8C-B8D3-D7712F411358}" dt="2025-10-06T07:14:01.708" v="1693" actId="14100"/>
          <ac:cxnSpMkLst>
            <pc:docMk/>
            <pc:sldMk cId="3894833467" sldId="324"/>
            <ac:cxnSpMk id="37" creationId="{B1A4055A-4B73-D7CC-1333-AB2BCAE63805}"/>
          </ac:cxnSpMkLst>
        </pc:cxnChg>
        <pc:cxnChg chg="add mod">
          <ac:chgData name="池口晃太" userId="aaf7f548-d2e0-4c70-a7c2-2a19daa89cbd" providerId="ADAL" clId="{78433243-41E7-4E8C-B8D3-D7712F411358}" dt="2025-10-06T07:14:08.244" v="1695" actId="14100"/>
          <ac:cxnSpMkLst>
            <pc:docMk/>
            <pc:sldMk cId="3894833467" sldId="324"/>
            <ac:cxnSpMk id="40" creationId="{032F7D46-2A3F-D7C6-8CBE-AD61C8FC2D55}"/>
          </ac:cxnSpMkLst>
        </pc:cxnChg>
      </pc:sldChg>
      <pc:sldChg chg="modSp add del mod modNotesTx">
        <pc:chgData name="池口晃太" userId="aaf7f548-d2e0-4c70-a7c2-2a19daa89cbd" providerId="ADAL" clId="{78433243-41E7-4E8C-B8D3-D7712F411358}" dt="2025-10-06T07:23:37.538" v="1794" actId="47"/>
        <pc:sldMkLst>
          <pc:docMk/>
          <pc:sldMk cId="1199958444" sldId="325"/>
        </pc:sldMkLst>
      </pc:sldChg>
      <pc:sldChg chg="addSp modSp add mod ord">
        <pc:chgData name="池口晃太" userId="aaf7f548-d2e0-4c70-a7c2-2a19daa89cbd" providerId="ADAL" clId="{78433243-41E7-4E8C-B8D3-D7712F411358}" dt="2025-10-06T08:28:14.153" v="2557"/>
        <pc:sldMkLst>
          <pc:docMk/>
          <pc:sldMk cId="1792885400" sldId="326"/>
        </pc:sldMkLst>
        <pc:spChg chg="add mod">
          <ac:chgData name="池口晃太" userId="aaf7f548-d2e0-4c70-a7c2-2a19daa89cbd" providerId="ADAL" clId="{78433243-41E7-4E8C-B8D3-D7712F411358}" dt="2025-10-06T07:23:10.574" v="1768" actId="1076"/>
          <ac:spMkLst>
            <pc:docMk/>
            <pc:sldMk cId="1792885400" sldId="326"/>
            <ac:spMk id="2" creationId="{3021598A-0A44-1EF5-19EE-018A1385B4DC}"/>
          </ac:spMkLst>
        </pc:spChg>
        <pc:spChg chg="add mod">
          <ac:chgData name="池口晃太" userId="aaf7f548-d2e0-4c70-a7c2-2a19daa89cbd" providerId="ADAL" clId="{78433243-41E7-4E8C-B8D3-D7712F411358}" dt="2025-10-06T07:23:21.217" v="1792" actId="20577"/>
          <ac:spMkLst>
            <pc:docMk/>
            <pc:sldMk cId="1792885400" sldId="326"/>
            <ac:spMk id="6" creationId="{8E49B443-CEF9-5B3F-F623-415DAF306968}"/>
          </ac:spMkLst>
        </pc:spChg>
        <pc:spChg chg="add mod">
          <ac:chgData name="池口晃太" userId="aaf7f548-d2e0-4c70-a7c2-2a19daa89cbd" providerId="ADAL" clId="{78433243-41E7-4E8C-B8D3-D7712F411358}" dt="2025-10-06T07:23:28.240" v="1793"/>
          <ac:spMkLst>
            <pc:docMk/>
            <pc:sldMk cId="1792885400" sldId="326"/>
            <ac:spMk id="7" creationId="{9E37AF67-ED00-C72A-A3CA-AAA0BE2BF02D}"/>
          </ac:spMkLst>
        </pc:spChg>
        <pc:spChg chg="mod">
          <ac:chgData name="池口晃太" userId="aaf7f548-d2e0-4c70-a7c2-2a19daa89cbd" providerId="ADAL" clId="{78433243-41E7-4E8C-B8D3-D7712F411358}" dt="2025-10-06T07:20:45.749" v="1727" actId="1076"/>
          <ac:spMkLst>
            <pc:docMk/>
            <pc:sldMk cId="1792885400" sldId="326"/>
            <ac:spMk id="21" creationId="{DCFE142B-6648-5E5F-7C3B-DE29FB62A362}"/>
          </ac:spMkLst>
        </pc:spChg>
      </pc:sldChg>
      <pc:sldChg chg="addSp delSp modSp add mod ord modNotesTx">
        <pc:chgData name="池口晃太" userId="aaf7f548-d2e0-4c70-a7c2-2a19daa89cbd" providerId="ADAL" clId="{78433243-41E7-4E8C-B8D3-D7712F411358}" dt="2025-10-08T07:28:37.515" v="13013" actId="20577"/>
        <pc:sldMkLst>
          <pc:docMk/>
          <pc:sldMk cId="3477010633" sldId="327"/>
        </pc:sldMkLst>
        <pc:spChg chg="add mod">
          <ac:chgData name="池口晃太" userId="aaf7f548-d2e0-4c70-a7c2-2a19daa89cbd" providerId="ADAL" clId="{78433243-41E7-4E8C-B8D3-D7712F411358}" dt="2025-10-07T18:13:11.949" v="3448" actId="1076"/>
          <ac:spMkLst>
            <pc:docMk/>
            <pc:sldMk cId="3477010633" sldId="327"/>
            <ac:spMk id="3" creationId="{D37E1339-D486-B66A-D616-F245F949C271}"/>
          </ac:spMkLst>
        </pc:spChg>
        <pc:spChg chg="mod">
          <ac:chgData name="池口晃太" userId="aaf7f548-d2e0-4c70-a7c2-2a19daa89cbd" providerId="ADAL" clId="{78433243-41E7-4E8C-B8D3-D7712F411358}" dt="2025-10-06T08:19:54.836" v="2434" actId="20577"/>
          <ac:spMkLst>
            <pc:docMk/>
            <pc:sldMk cId="3477010633" sldId="327"/>
            <ac:spMk id="4" creationId="{95E33E08-4DB6-51B1-BE4F-A5194BEB1F42}"/>
          </ac:spMkLst>
        </pc:spChg>
        <pc:spChg chg="add mod ord">
          <ac:chgData name="池口晃太" userId="aaf7f548-d2e0-4c70-a7c2-2a19daa89cbd" providerId="ADAL" clId="{78433243-41E7-4E8C-B8D3-D7712F411358}" dt="2025-10-07T18:15:18.441" v="3549" actId="1035"/>
          <ac:spMkLst>
            <pc:docMk/>
            <pc:sldMk cId="3477010633" sldId="327"/>
            <ac:spMk id="7" creationId="{A6AF7B7D-19D2-7EEC-96D6-9A72DA1A7E48}"/>
          </ac:spMkLst>
        </pc:spChg>
        <pc:spChg chg="add mod">
          <ac:chgData name="池口晃太" userId="aaf7f548-d2e0-4c70-a7c2-2a19daa89cbd" providerId="ADAL" clId="{78433243-41E7-4E8C-B8D3-D7712F411358}" dt="2025-10-07T18:15:18.441" v="3549" actId="1035"/>
          <ac:spMkLst>
            <pc:docMk/>
            <pc:sldMk cId="3477010633" sldId="327"/>
            <ac:spMk id="8" creationId="{15C43D65-83CB-09D7-0C80-2D7E175CEB3C}"/>
          </ac:spMkLst>
        </pc:spChg>
        <pc:spChg chg="add mod">
          <ac:chgData name="池口晃太" userId="aaf7f548-d2e0-4c70-a7c2-2a19daa89cbd" providerId="ADAL" clId="{78433243-41E7-4E8C-B8D3-D7712F411358}" dt="2025-10-08T04:55:49.681" v="8652" actId="1076"/>
          <ac:spMkLst>
            <pc:docMk/>
            <pc:sldMk cId="3477010633" sldId="327"/>
            <ac:spMk id="11" creationId="{D29007C8-BE24-CE74-8A8A-40F7A40BA9CA}"/>
          </ac:spMkLst>
        </pc:spChg>
        <pc:spChg chg="add mod">
          <ac:chgData name="池口晃太" userId="aaf7f548-d2e0-4c70-a7c2-2a19daa89cbd" providerId="ADAL" clId="{78433243-41E7-4E8C-B8D3-D7712F411358}" dt="2025-10-08T04:55:49.681" v="8652" actId="1076"/>
          <ac:spMkLst>
            <pc:docMk/>
            <pc:sldMk cId="3477010633" sldId="327"/>
            <ac:spMk id="12" creationId="{9EC9A596-C315-EE58-312F-282B433B3411}"/>
          </ac:spMkLst>
        </pc:spChg>
        <pc:spChg chg="add mod">
          <ac:chgData name="池口晃太" userId="aaf7f548-d2e0-4c70-a7c2-2a19daa89cbd" providerId="ADAL" clId="{78433243-41E7-4E8C-B8D3-D7712F411358}" dt="2025-10-08T04:55:49.681" v="8652" actId="1076"/>
          <ac:spMkLst>
            <pc:docMk/>
            <pc:sldMk cId="3477010633" sldId="327"/>
            <ac:spMk id="13" creationId="{3DD898CF-3CE4-1C31-311D-19E36ED4E928}"/>
          </ac:spMkLst>
        </pc:spChg>
        <pc:spChg chg="add mod">
          <ac:chgData name="池口晃太" userId="aaf7f548-d2e0-4c70-a7c2-2a19daa89cbd" providerId="ADAL" clId="{78433243-41E7-4E8C-B8D3-D7712F411358}" dt="2025-10-06T08:25:50.394" v="2527" actId="1076"/>
          <ac:spMkLst>
            <pc:docMk/>
            <pc:sldMk cId="3477010633" sldId="327"/>
            <ac:spMk id="33" creationId="{A728848B-4991-C107-85CA-C7BD2F98D097}"/>
          </ac:spMkLst>
        </pc:spChg>
        <pc:spChg chg="add mod ord">
          <ac:chgData name="池口晃太" userId="aaf7f548-d2e0-4c70-a7c2-2a19daa89cbd" providerId="ADAL" clId="{78433243-41E7-4E8C-B8D3-D7712F411358}" dt="2025-10-08T04:55:55.435" v="8653" actId="1076"/>
          <ac:spMkLst>
            <pc:docMk/>
            <pc:sldMk cId="3477010633" sldId="327"/>
            <ac:spMk id="65" creationId="{19BD06D7-E8F0-F034-2694-FE0FB6F0E0B4}"/>
          </ac:spMkLst>
        </pc:spChg>
        <pc:spChg chg="add mod">
          <ac:chgData name="池口晃太" userId="aaf7f548-d2e0-4c70-a7c2-2a19daa89cbd" providerId="ADAL" clId="{78433243-41E7-4E8C-B8D3-D7712F411358}" dt="2025-10-06T08:25:50.394" v="2527" actId="1076"/>
          <ac:spMkLst>
            <pc:docMk/>
            <pc:sldMk cId="3477010633" sldId="327"/>
            <ac:spMk id="70" creationId="{5AB1F5EC-04CB-3835-0C49-4A6E8C04C3D5}"/>
          </ac:spMkLst>
        </pc:spChg>
        <pc:spChg chg="add mod">
          <ac:chgData name="池口晃太" userId="aaf7f548-d2e0-4c70-a7c2-2a19daa89cbd" providerId="ADAL" clId="{78433243-41E7-4E8C-B8D3-D7712F411358}" dt="2025-10-07T18:13:02.041" v="3445" actId="1076"/>
          <ac:spMkLst>
            <pc:docMk/>
            <pc:sldMk cId="3477010633" sldId="327"/>
            <ac:spMk id="71" creationId="{E17CC039-6C1D-9C3A-5154-ADBBCED49216}"/>
          </ac:spMkLst>
        </pc:spChg>
        <pc:spChg chg="add mod">
          <ac:chgData name="池口晃太" userId="aaf7f548-d2e0-4c70-a7c2-2a19daa89cbd" providerId="ADAL" clId="{78433243-41E7-4E8C-B8D3-D7712F411358}" dt="2025-10-06T08:24:42.150" v="2504" actId="1076"/>
          <ac:spMkLst>
            <pc:docMk/>
            <pc:sldMk cId="3477010633" sldId="327"/>
            <ac:spMk id="87" creationId="{D057CDA3-E68C-F890-A20D-266FC4EEDE7F}"/>
          </ac:spMkLst>
        </pc:spChg>
        <pc:spChg chg="add mod ord">
          <ac:chgData name="池口晃太" userId="aaf7f548-d2e0-4c70-a7c2-2a19daa89cbd" providerId="ADAL" clId="{78433243-41E7-4E8C-B8D3-D7712F411358}" dt="2025-10-07T18:14:52.204" v="3492" actId="14100"/>
          <ac:spMkLst>
            <pc:docMk/>
            <pc:sldMk cId="3477010633" sldId="327"/>
            <ac:spMk id="90" creationId="{95010DC3-B8A0-9240-7114-49F64D71FF15}"/>
          </ac:spMkLst>
        </pc:spChg>
        <pc:spChg chg="add mod">
          <ac:chgData name="池口晃太" userId="aaf7f548-d2e0-4c70-a7c2-2a19daa89cbd" providerId="ADAL" clId="{78433243-41E7-4E8C-B8D3-D7712F411358}" dt="2025-10-07T18:15:05.921" v="3525" actId="1036"/>
          <ac:spMkLst>
            <pc:docMk/>
            <pc:sldMk cId="3477010633" sldId="327"/>
            <ac:spMk id="91" creationId="{5794BC3B-1A44-F153-3EBF-07709A081BAE}"/>
          </ac:spMkLst>
        </pc:spChg>
        <pc:spChg chg="add mod">
          <ac:chgData name="池口晃太" userId="aaf7f548-d2e0-4c70-a7c2-2a19daa89cbd" providerId="ADAL" clId="{78433243-41E7-4E8C-B8D3-D7712F411358}" dt="2025-10-06T08:26:17.339" v="2536" actId="14100"/>
          <ac:spMkLst>
            <pc:docMk/>
            <pc:sldMk cId="3477010633" sldId="327"/>
            <ac:spMk id="93" creationId="{0DEDEC41-FA07-B88C-399F-4E3AB311A499}"/>
          </ac:spMkLst>
        </pc:spChg>
        <pc:picChg chg="add mod">
          <ac:chgData name="池口晃太" userId="aaf7f548-d2e0-4c70-a7c2-2a19daa89cbd" providerId="ADAL" clId="{78433243-41E7-4E8C-B8D3-D7712F411358}" dt="2025-10-07T18:13:07.148" v="3447" actId="1076"/>
          <ac:picMkLst>
            <pc:docMk/>
            <pc:sldMk cId="3477010633" sldId="327"/>
            <ac:picMk id="2" creationId="{14C3CC81-B729-7270-848D-3926AC7ED4C4}"/>
          </ac:picMkLst>
        </pc:picChg>
        <pc:picChg chg="add mod">
          <ac:chgData name="池口晃太" userId="aaf7f548-d2e0-4c70-a7c2-2a19daa89cbd" providerId="ADAL" clId="{78433243-41E7-4E8C-B8D3-D7712F411358}" dt="2025-10-07T18:15:18.441" v="3549" actId="1035"/>
          <ac:picMkLst>
            <pc:docMk/>
            <pc:sldMk cId="3477010633" sldId="327"/>
            <ac:picMk id="6" creationId="{44D52D21-F908-13B9-F0BF-8E2DFB4D3400}"/>
          </ac:picMkLst>
        </pc:picChg>
        <pc:picChg chg="add mod">
          <ac:chgData name="池口晃太" userId="aaf7f548-d2e0-4c70-a7c2-2a19daa89cbd" providerId="ADAL" clId="{78433243-41E7-4E8C-B8D3-D7712F411358}" dt="2025-10-07T23:16:03.023" v="8551" actId="1076"/>
          <ac:picMkLst>
            <pc:docMk/>
            <pc:sldMk cId="3477010633" sldId="327"/>
            <ac:picMk id="10" creationId="{7F443A40-95A9-5BA2-D997-E8A2F3CC22A8}"/>
          </ac:picMkLst>
        </pc:picChg>
        <pc:picChg chg="add mod">
          <ac:chgData name="池口晃太" userId="aaf7f548-d2e0-4c70-a7c2-2a19daa89cbd" providerId="ADAL" clId="{78433243-41E7-4E8C-B8D3-D7712F411358}" dt="2025-10-07T18:13:03.286" v="3446" actId="1076"/>
          <ac:picMkLst>
            <pc:docMk/>
            <pc:sldMk cId="3477010633" sldId="327"/>
            <ac:picMk id="38" creationId="{A1419213-8F26-263A-F575-2D373D1C765C}"/>
          </ac:picMkLst>
        </pc:picChg>
        <pc:picChg chg="add mod ord topLvl">
          <ac:chgData name="池口晃太" userId="aaf7f548-d2e0-4c70-a7c2-2a19daa89cbd" providerId="ADAL" clId="{78433243-41E7-4E8C-B8D3-D7712F411358}" dt="2025-10-08T04:55:49.681" v="8652" actId="1076"/>
          <ac:picMkLst>
            <pc:docMk/>
            <pc:sldMk cId="3477010633" sldId="327"/>
            <ac:picMk id="48" creationId="{61D16C9B-A0D0-94EE-FE29-91B46170243A}"/>
          </ac:picMkLst>
        </pc:picChg>
        <pc:picChg chg="add mod">
          <ac:chgData name="池口晃太" userId="aaf7f548-d2e0-4c70-a7c2-2a19daa89cbd" providerId="ADAL" clId="{78433243-41E7-4E8C-B8D3-D7712F411358}" dt="2025-10-07T18:14:58.498" v="3504" actId="1036"/>
          <ac:picMkLst>
            <pc:docMk/>
            <pc:sldMk cId="3477010633" sldId="327"/>
            <ac:picMk id="68" creationId="{644CBB4C-8064-CD17-2D1A-95012398427B}"/>
          </ac:picMkLst>
        </pc:picChg>
        <pc:picChg chg="add mod">
          <ac:chgData name="池口晃太" userId="aaf7f548-d2e0-4c70-a7c2-2a19daa89cbd" providerId="ADAL" clId="{78433243-41E7-4E8C-B8D3-D7712F411358}" dt="2025-10-08T04:55:55.435" v="8653" actId="1076"/>
          <ac:picMkLst>
            <pc:docMk/>
            <pc:sldMk cId="3477010633" sldId="327"/>
            <ac:picMk id="72" creationId="{3FD19B27-C338-7035-F38D-8E96E5BD67FE}"/>
          </ac:picMkLst>
        </pc:picChg>
        <pc:picChg chg="mod topLvl">
          <ac:chgData name="池口晃太" userId="aaf7f548-d2e0-4c70-a7c2-2a19daa89cbd" providerId="ADAL" clId="{78433243-41E7-4E8C-B8D3-D7712F411358}" dt="2025-10-08T04:55:49.681" v="8652" actId="1076"/>
          <ac:picMkLst>
            <pc:docMk/>
            <pc:sldMk cId="3477010633" sldId="327"/>
            <ac:picMk id="77" creationId="{D6ADC7F5-533E-77C7-0BDC-DB464F4425CC}"/>
          </ac:picMkLst>
        </pc:picChg>
        <pc:picChg chg="mod topLvl">
          <ac:chgData name="池口晃太" userId="aaf7f548-d2e0-4c70-a7c2-2a19daa89cbd" providerId="ADAL" clId="{78433243-41E7-4E8C-B8D3-D7712F411358}" dt="2025-10-08T04:55:49.681" v="8652" actId="1076"/>
          <ac:picMkLst>
            <pc:docMk/>
            <pc:sldMk cId="3477010633" sldId="327"/>
            <ac:picMk id="82" creationId="{1ED541C1-9583-9B04-BF4E-C3F2A6590FB4}"/>
          </ac:picMkLst>
        </pc:picChg>
      </pc:sldChg>
      <pc:sldChg chg="addSp delSp modSp add mod ord">
        <pc:chgData name="池口晃太" userId="aaf7f548-d2e0-4c70-a7c2-2a19daa89cbd" providerId="ADAL" clId="{78433243-41E7-4E8C-B8D3-D7712F411358}" dt="2025-10-07T23:13:24.835" v="8488" actId="1076"/>
        <pc:sldMkLst>
          <pc:docMk/>
          <pc:sldMk cId="1037346831" sldId="328"/>
        </pc:sldMkLst>
        <pc:spChg chg="mod">
          <ac:chgData name="池口晃太" userId="aaf7f548-d2e0-4c70-a7c2-2a19daa89cbd" providerId="ADAL" clId="{78433243-41E7-4E8C-B8D3-D7712F411358}" dt="2025-10-07T23:09:22.810" v="8430" actId="1076"/>
          <ac:spMkLst>
            <pc:docMk/>
            <pc:sldMk cId="1037346831" sldId="328"/>
            <ac:spMk id="2" creationId="{6FAADACD-C8C2-74EB-0E9A-4D9995A22459}"/>
          </ac:spMkLst>
        </pc:spChg>
        <pc:spChg chg="mod">
          <ac:chgData name="池口晃太" userId="aaf7f548-d2e0-4c70-a7c2-2a19daa89cbd" providerId="ADAL" clId="{78433243-41E7-4E8C-B8D3-D7712F411358}" dt="2025-10-07T23:09:17.004" v="8428" actId="1076"/>
          <ac:spMkLst>
            <pc:docMk/>
            <pc:sldMk cId="1037346831" sldId="328"/>
            <ac:spMk id="6" creationId="{E770588C-130C-C2F4-12C7-58389752150F}"/>
          </ac:spMkLst>
        </pc:spChg>
        <pc:spChg chg="mod">
          <ac:chgData name="池口晃太" userId="aaf7f548-d2e0-4c70-a7c2-2a19daa89cbd" providerId="ADAL" clId="{78433243-41E7-4E8C-B8D3-D7712F411358}" dt="2025-10-07T23:09:26.634" v="8431" actId="1076"/>
          <ac:spMkLst>
            <pc:docMk/>
            <pc:sldMk cId="1037346831" sldId="328"/>
            <ac:spMk id="8" creationId="{2830E888-3928-5866-F86D-8D8CEFD7656B}"/>
          </ac:spMkLst>
        </pc:spChg>
        <pc:spChg chg="mod">
          <ac:chgData name="池口晃太" userId="aaf7f548-d2e0-4c70-a7c2-2a19daa89cbd" providerId="ADAL" clId="{78433243-41E7-4E8C-B8D3-D7712F411358}" dt="2025-10-06T08:24:16.664" v="2501" actId="1076"/>
          <ac:spMkLst>
            <pc:docMk/>
            <pc:sldMk cId="1037346831" sldId="328"/>
            <ac:spMk id="10" creationId="{FE1F7D24-2F65-34B7-A661-195C3C38EF41}"/>
          </ac:spMkLst>
        </pc:spChg>
        <pc:spChg chg="mod">
          <ac:chgData name="池口晃太" userId="aaf7f548-d2e0-4c70-a7c2-2a19daa89cbd" providerId="ADAL" clId="{78433243-41E7-4E8C-B8D3-D7712F411358}" dt="2025-10-06T08:24:16.664" v="2501" actId="1076"/>
          <ac:spMkLst>
            <pc:docMk/>
            <pc:sldMk cId="1037346831" sldId="328"/>
            <ac:spMk id="12" creationId="{5A09C1A3-D06B-9828-D61E-E0E9F3B4D8E2}"/>
          </ac:spMkLst>
        </pc:spChg>
        <pc:spChg chg="mod">
          <ac:chgData name="池口晃太" userId="aaf7f548-d2e0-4c70-a7c2-2a19daa89cbd" providerId="ADAL" clId="{78433243-41E7-4E8C-B8D3-D7712F411358}" dt="2025-10-06T08:24:16.664" v="2501" actId="1076"/>
          <ac:spMkLst>
            <pc:docMk/>
            <pc:sldMk cId="1037346831" sldId="328"/>
            <ac:spMk id="16" creationId="{0F58D168-B3CF-1797-3951-9D94F710A20D}"/>
          </ac:spMkLst>
        </pc:spChg>
        <pc:spChg chg="mod">
          <ac:chgData name="池口晃太" userId="aaf7f548-d2e0-4c70-a7c2-2a19daa89cbd" providerId="ADAL" clId="{78433243-41E7-4E8C-B8D3-D7712F411358}" dt="2025-10-07T23:09:41.409" v="8435" actId="1076"/>
          <ac:spMkLst>
            <pc:docMk/>
            <pc:sldMk cId="1037346831" sldId="328"/>
            <ac:spMk id="18" creationId="{B11CB925-ECAE-09D0-C044-1C0B5BB125CB}"/>
          </ac:spMkLst>
        </pc:spChg>
        <pc:spChg chg="mod">
          <ac:chgData name="池口晃太" userId="aaf7f548-d2e0-4c70-a7c2-2a19daa89cbd" providerId="ADAL" clId="{78433243-41E7-4E8C-B8D3-D7712F411358}" dt="2025-10-07T23:10:42.371" v="8455" actId="1076"/>
          <ac:spMkLst>
            <pc:docMk/>
            <pc:sldMk cId="1037346831" sldId="328"/>
            <ac:spMk id="34" creationId="{886AFC18-BE27-83F8-823A-B6ABF6FA37C0}"/>
          </ac:spMkLst>
        </pc:spChg>
        <pc:spChg chg="mod">
          <ac:chgData name="池口晃太" userId="aaf7f548-d2e0-4c70-a7c2-2a19daa89cbd" providerId="ADAL" clId="{78433243-41E7-4E8C-B8D3-D7712F411358}" dt="2025-10-07T23:11:54.402" v="8477" actId="1076"/>
          <ac:spMkLst>
            <pc:docMk/>
            <pc:sldMk cId="1037346831" sldId="328"/>
            <ac:spMk id="35" creationId="{877F15AF-3840-1997-717C-EC07AEDE5176}"/>
          </ac:spMkLst>
        </pc:spChg>
        <pc:spChg chg="mod">
          <ac:chgData name="池口晃太" userId="aaf7f548-d2e0-4c70-a7c2-2a19daa89cbd" providerId="ADAL" clId="{78433243-41E7-4E8C-B8D3-D7712F411358}" dt="2025-10-07T23:09:51.263" v="8438" actId="1076"/>
          <ac:spMkLst>
            <pc:docMk/>
            <pc:sldMk cId="1037346831" sldId="328"/>
            <ac:spMk id="36" creationId="{0A67CC14-2F43-E6D0-322E-611C960D77B9}"/>
          </ac:spMkLst>
        </pc:spChg>
        <pc:picChg chg="mod">
          <ac:chgData name="池口晃太" userId="aaf7f548-d2e0-4c70-a7c2-2a19daa89cbd" providerId="ADAL" clId="{78433243-41E7-4E8C-B8D3-D7712F411358}" dt="2025-10-07T23:09:53.994" v="8439" actId="1076"/>
          <ac:picMkLst>
            <pc:docMk/>
            <pc:sldMk cId="1037346831" sldId="328"/>
            <ac:picMk id="3" creationId="{9677D7EA-DB44-A351-3B40-46446675A4D3}"/>
          </ac:picMkLst>
        </pc:picChg>
        <pc:picChg chg="add del mod">
          <ac:chgData name="池口晃太" userId="aaf7f548-d2e0-4c70-a7c2-2a19daa89cbd" providerId="ADAL" clId="{78433243-41E7-4E8C-B8D3-D7712F411358}" dt="2025-10-07T23:09:18.700" v="8429" actId="1076"/>
          <ac:picMkLst>
            <pc:docMk/>
            <pc:sldMk cId="1037346831" sldId="328"/>
            <ac:picMk id="9" creationId="{16D55F2B-0D89-E8B9-4B83-7B9DF8D13F63}"/>
          </ac:picMkLst>
        </pc:picChg>
        <pc:picChg chg="mod">
          <ac:chgData name="池口晃太" userId="aaf7f548-d2e0-4c70-a7c2-2a19daa89cbd" providerId="ADAL" clId="{78433243-41E7-4E8C-B8D3-D7712F411358}" dt="2025-10-07T23:08:58.277" v="8422" actId="1076"/>
          <ac:picMkLst>
            <pc:docMk/>
            <pc:sldMk cId="1037346831" sldId="328"/>
            <ac:picMk id="52" creationId="{0A1BCF82-513F-1AA3-D921-F37BADD896E7}"/>
          </ac:picMkLst>
        </pc:picChg>
        <pc:picChg chg="mod">
          <ac:chgData name="池口晃太" userId="aaf7f548-d2e0-4c70-a7c2-2a19daa89cbd" providerId="ADAL" clId="{78433243-41E7-4E8C-B8D3-D7712F411358}" dt="2025-10-07T23:07:44.805" v="8415" actId="14100"/>
          <ac:picMkLst>
            <pc:docMk/>
            <pc:sldMk cId="1037346831" sldId="328"/>
            <ac:picMk id="54" creationId="{9A1B8FC7-D44C-EF0D-AAB2-A900DD87DFEA}"/>
          </ac:picMkLst>
        </pc:picChg>
        <pc:picChg chg="mod">
          <ac:chgData name="池口晃太" userId="aaf7f548-d2e0-4c70-a7c2-2a19daa89cbd" providerId="ADAL" clId="{78433243-41E7-4E8C-B8D3-D7712F411358}" dt="2025-10-07T23:07:42.936" v="8414" actId="14100"/>
          <ac:picMkLst>
            <pc:docMk/>
            <pc:sldMk cId="1037346831" sldId="328"/>
            <ac:picMk id="56" creationId="{70CAFC91-81E0-0FFE-8477-5E7B0BB6EB60}"/>
          </ac:picMkLst>
        </pc:picChg>
        <pc:picChg chg="mod">
          <ac:chgData name="池口晃太" userId="aaf7f548-d2e0-4c70-a7c2-2a19daa89cbd" providerId="ADAL" clId="{78433243-41E7-4E8C-B8D3-D7712F411358}" dt="2025-10-07T23:06:50.105" v="8406" actId="1076"/>
          <ac:picMkLst>
            <pc:docMk/>
            <pc:sldMk cId="1037346831" sldId="328"/>
            <ac:picMk id="63" creationId="{A3C33363-5958-6167-630E-87A8069DAB9A}"/>
          </ac:picMkLst>
        </pc:picChg>
        <pc:picChg chg="mod">
          <ac:chgData name="池口晃太" userId="aaf7f548-d2e0-4c70-a7c2-2a19daa89cbd" providerId="ADAL" clId="{78433243-41E7-4E8C-B8D3-D7712F411358}" dt="2025-10-07T23:13:24.835" v="8488" actId="1076"/>
          <ac:picMkLst>
            <pc:docMk/>
            <pc:sldMk cId="1037346831" sldId="328"/>
            <ac:picMk id="67" creationId="{BAB29D00-C3CE-F9BE-9F3F-8F58B9E8D835}"/>
          </ac:picMkLst>
        </pc:picChg>
        <pc:cxnChg chg="mod">
          <ac:chgData name="池口晃太" userId="aaf7f548-d2e0-4c70-a7c2-2a19daa89cbd" providerId="ADAL" clId="{78433243-41E7-4E8C-B8D3-D7712F411358}" dt="2025-10-06T08:24:16.664" v="2501" actId="1076"/>
          <ac:cxnSpMkLst>
            <pc:docMk/>
            <pc:sldMk cId="1037346831" sldId="328"/>
            <ac:cxnSpMk id="20" creationId="{68AD09BA-5005-9259-EC63-A93D6D810987}"/>
          </ac:cxnSpMkLst>
        </pc:cxnChg>
        <pc:cxnChg chg="mod">
          <ac:chgData name="池口晃太" userId="aaf7f548-d2e0-4c70-a7c2-2a19daa89cbd" providerId="ADAL" clId="{78433243-41E7-4E8C-B8D3-D7712F411358}" dt="2025-10-06T08:24:16.664" v="2501" actId="1076"/>
          <ac:cxnSpMkLst>
            <pc:docMk/>
            <pc:sldMk cId="1037346831" sldId="328"/>
            <ac:cxnSpMk id="23" creationId="{9AB1919D-383F-2895-C11A-C83748A0B9B2}"/>
          </ac:cxnSpMkLst>
        </pc:cxnChg>
        <pc:cxnChg chg="mod">
          <ac:chgData name="池口晃太" userId="aaf7f548-d2e0-4c70-a7c2-2a19daa89cbd" providerId="ADAL" clId="{78433243-41E7-4E8C-B8D3-D7712F411358}" dt="2025-10-06T08:24:16.664" v="2501" actId="1076"/>
          <ac:cxnSpMkLst>
            <pc:docMk/>
            <pc:sldMk cId="1037346831" sldId="328"/>
            <ac:cxnSpMk id="28" creationId="{5BCC0D1A-00DC-8521-83CF-8C58062BE587}"/>
          </ac:cxnSpMkLst>
        </pc:cxnChg>
      </pc:sldChg>
      <pc:sldChg chg="addSp delSp modSp add del mod">
        <pc:chgData name="池口晃太" userId="aaf7f548-d2e0-4c70-a7c2-2a19daa89cbd" providerId="ADAL" clId="{78433243-41E7-4E8C-B8D3-D7712F411358}" dt="2025-10-07T20:10:17.239" v="5189" actId="47"/>
        <pc:sldMkLst>
          <pc:docMk/>
          <pc:sldMk cId="3910896403" sldId="329"/>
        </pc:sldMkLst>
      </pc:sldChg>
      <pc:sldChg chg="addSp delSp modSp add mod modNotesTx">
        <pc:chgData name="池口晃太" userId="aaf7f548-d2e0-4c70-a7c2-2a19daa89cbd" providerId="ADAL" clId="{78433243-41E7-4E8C-B8D3-D7712F411358}" dt="2025-10-08T07:33:54.834" v="13246" actId="20577"/>
        <pc:sldMkLst>
          <pc:docMk/>
          <pc:sldMk cId="2686215077" sldId="330"/>
        </pc:sldMkLst>
        <pc:spChg chg="mod">
          <ac:chgData name="池口晃太" userId="aaf7f548-d2e0-4c70-a7c2-2a19daa89cbd" providerId="ADAL" clId="{78433243-41E7-4E8C-B8D3-D7712F411358}" dt="2025-10-08T06:36:16.954" v="11792" actId="20577"/>
          <ac:spMkLst>
            <pc:docMk/>
            <pc:sldMk cId="2686215077" sldId="330"/>
            <ac:spMk id="4" creationId="{0A53CCAC-D13D-6D0D-6CDF-FC1908D7F3F3}"/>
          </ac:spMkLst>
        </pc:spChg>
        <pc:spChg chg="add mod">
          <ac:chgData name="池口晃太" userId="aaf7f548-d2e0-4c70-a7c2-2a19daa89cbd" providerId="ADAL" clId="{78433243-41E7-4E8C-B8D3-D7712F411358}" dt="2025-10-08T06:59:18.786" v="12405" actId="1076"/>
          <ac:spMkLst>
            <pc:docMk/>
            <pc:sldMk cId="2686215077" sldId="330"/>
            <ac:spMk id="6" creationId="{52408D10-4568-65DD-28A7-0DD4C02E280D}"/>
          </ac:spMkLst>
        </pc:spChg>
        <pc:spChg chg="add mod">
          <ac:chgData name="池口晃太" userId="aaf7f548-d2e0-4c70-a7c2-2a19daa89cbd" providerId="ADAL" clId="{78433243-41E7-4E8C-B8D3-D7712F411358}" dt="2025-10-08T06:59:18.786" v="12405" actId="1076"/>
          <ac:spMkLst>
            <pc:docMk/>
            <pc:sldMk cId="2686215077" sldId="330"/>
            <ac:spMk id="7" creationId="{E10A2668-6F0C-D71D-F449-12FF541290B1}"/>
          </ac:spMkLst>
        </pc:spChg>
        <pc:spChg chg="mod">
          <ac:chgData name="池口晃太" userId="aaf7f548-d2e0-4c70-a7c2-2a19daa89cbd" providerId="ADAL" clId="{78433243-41E7-4E8C-B8D3-D7712F411358}" dt="2025-10-08T06:44:23.477" v="12026" actId="14100"/>
          <ac:spMkLst>
            <pc:docMk/>
            <pc:sldMk cId="2686215077" sldId="330"/>
            <ac:spMk id="8" creationId="{3BE4309D-057E-E247-9B76-16F70F06E829}"/>
          </ac:spMkLst>
        </pc:spChg>
        <pc:spChg chg="add mod">
          <ac:chgData name="池口晃太" userId="aaf7f548-d2e0-4c70-a7c2-2a19daa89cbd" providerId="ADAL" clId="{78433243-41E7-4E8C-B8D3-D7712F411358}" dt="2025-10-08T06:59:18.786" v="12405" actId="1076"/>
          <ac:spMkLst>
            <pc:docMk/>
            <pc:sldMk cId="2686215077" sldId="330"/>
            <ac:spMk id="11" creationId="{D5ED6CAA-4295-26AC-8D2C-23BEA00E1C89}"/>
          </ac:spMkLst>
        </pc:spChg>
        <pc:spChg chg="add mod">
          <ac:chgData name="池口晃太" userId="aaf7f548-d2e0-4c70-a7c2-2a19daa89cbd" providerId="ADAL" clId="{78433243-41E7-4E8C-B8D3-D7712F411358}" dt="2025-10-08T06:59:24.589" v="12421" actId="20577"/>
          <ac:spMkLst>
            <pc:docMk/>
            <pc:sldMk cId="2686215077" sldId="330"/>
            <ac:spMk id="12" creationId="{168215FA-AEB3-704E-E435-66D059D30C06}"/>
          </ac:spMkLst>
        </pc:spChg>
        <pc:picChg chg="mod">
          <ac:chgData name="池口晃太" userId="aaf7f548-d2e0-4c70-a7c2-2a19daa89cbd" providerId="ADAL" clId="{78433243-41E7-4E8C-B8D3-D7712F411358}" dt="2025-10-08T06:59:14.517" v="12404" actId="1076"/>
          <ac:picMkLst>
            <pc:docMk/>
            <pc:sldMk cId="2686215077" sldId="330"/>
            <ac:picMk id="2" creationId="{AB84E377-1BB4-7770-8252-8F265D9ADC05}"/>
          </ac:picMkLst>
        </pc:picChg>
      </pc:sldChg>
      <pc:sldChg chg="addSp delSp modSp add mod ord modNotesTx">
        <pc:chgData name="池口晃太" userId="aaf7f548-d2e0-4c70-a7c2-2a19daa89cbd" providerId="ADAL" clId="{78433243-41E7-4E8C-B8D3-D7712F411358}" dt="2025-10-08T07:35:24.266" v="13269" actId="20577"/>
        <pc:sldMkLst>
          <pc:docMk/>
          <pc:sldMk cId="3613471795" sldId="331"/>
        </pc:sldMkLst>
        <pc:spChg chg="add mod">
          <ac:chgData name="池口晃太" userId="aaf7f548-d2e0-4c70-a7c2-2a19daa89cbd" providerId="ADAL" clId="{78433243-41E7-4E8C-B8D3-D7712F411358}" dt="2025-10-08T06:41:09.458" v="11955" actId="20577"/>
          <ac:spMkLst>
            <pc:docMk/>
            <pc:sldMk cId="3613471795" sldId="331"/>
            <ac:spMk id="3" creationId="{67DB4757-97AC-402D-400D-5F2691E5C289}"/>
          </ac:spMkLst>
        </pc:spChg>
        <pc:spChg chg="mod">
          <ac:chgData name="池口晃太" userId="aaf7f548-d2e0-4c70-a7c2-2a19daa89cbd" providerId="ADAL" clId="{78433243-41E7-4E8C-B8D3-D7712F411358}" dt="2025-10-08T06:36:53.782" v="11819" actId="255"/>
          <ac:spMkLst>
            <pc:docMk/>
            <pc:sldMk cId="3613471795" sldId="331"/>
            <ac:spMk id="4" creationId="{31B854D0-1938-6DCD-557D-5E04BC1DB390}"/>
          </ac:spMkLst>
        </pc:spChg>
        <pc:spChg chg="add mod">
          <ac:chgData name="池口晃太" userId="aaf7f548-d2e0-4c70-a7c2-2a19daa89cbd" providerId="ADAL" clId="{78433243-41E7-4E8C-B8D3-D7712F411358}" dt="2025-10-08T06:41:22.175" v="11977" actId="20577"/>
          <ac:spMkLst>
            <pc:docMk/>
            <pc:sldMk cId="3613471795" sldId="331"/>
            <ac:spMk id="6" creationId="{3D1B0E59-4FC9-2711-1F72-C0E7CAB05067}"/>
          </ac:spMkLst>
        </pc:spChg>
        <pc:spChg chg="add mod">
          <ac:chgData name="池口晃太" userId="aaf7f548-d2e0-4c70-a7c2-2a19daa89cbd" providerId="ADAL" clId="{78433243-41E7-4E8C-B8D3-D7712F411358}" dt="2025-10-08T06:41:34.581" v="11997" actId="20577"/>
          <ac:spMkLst>
            <pc:docMk/>
            <pc:sldMk cId="3613471795" sldId="331"/>
            <ac:spMk id="7" creationId="{2CA74FA9-E2A8-28CF-F6C7-8B29D0BA7887}"/>
          </ac:spMkLst>
        </pc:spChg>
        <pc:spChg chg="mod">
          <ac:chgData name="池口晃太" userId="aaf7f548-d2e0-4c70-a7c2-2a19daa89cbd" providerId="ADAL" clId="{78433243-41E7-4E8C-B8D3-D7712F411358}" dt="2025-10-08T07:34:21.123" v="13251" actId="14100"/>
          <ac:spMkLst>
            <pc:docMk/>
            <pc:sldMk cId="3613471795" sldId="331"/>
            <ac:spMk id="8" creationId="{8372AA39-F6C3-D9EB-31F1-C2ADA4C8A621}"/>
          </ac:spMkLst>
        </pc:spChg>
        <pc:spChg chg="add mod">
          <ac:chgData name="池口晃太" userId="aaf7f548-d2e0-4c70-a7c2-2a19daa89cbd" providerId="ADAL" clId="{78433243-41E7-4E8C-B8D3-D7712F411358}" dt="2025-10-08T06:59:04.114" v="12401" actId="1076"/>
          <ac:spMkLst>
            <pc:docMk/>
            <pc:sldMk cId="3613471795" sldId="331"/>
            <ac:spMk id="12" creationId="{6565272F-BABC-E72D-0931-BFED4EDA4BDC}"/>
          </ac:spMkLst>
        </pc:spChg>
        <pc:picChg chg="mod">
          <ac:chgData name="池口晃太" userId="aaf7f548-d2e0-4c70-a7c2-2a19daa89cbd" providerId="ADAL" clId="{78433243-41E7-4E8C-B8D3-D7712F411358}" dt="2025-10-08T07:23:36.311" v="12884" actId="1076"/>
          <ac:picMkLst>
            <pc:docMk/>
            <pc:sldMk cId="3613471795" sldId="331"/>
            <ac:picMk id="2" creationId="{A073BE8C-A818-EBA0-6427-682F36CFB93B}"/>
          </ac:picMkLst>
        </pc:picChg>
      </pc:sldChg>
      <pc:sldChg chg="modSp add mod">
        <pc:chgData name="池口晃太" userId="aaf7f548-d2e0-4c70-a7c2-2a19daa89cbd" providerId="ADAL" clId="{78433243-41E7-4E8C-B8D3-D7712F411358}" dt="2025-10-07T19:01:11.400" v="4547" actId="20577"/>
        <pc:sldMkLst>
          <pc:docMk/>
          <pc:sldMk cId="3311044294" sldId="332"/>
        </pc:sldMkLst>
        <pc:spChg chg="mod">
          <ac:chgData name="池口晃太" userId="aaf7f548-d2e0-4c70-a7c2-2a19daa89cbd" providerId="ADAL" clId="{78433243-41E7-4E8C-B8D3-D7712F411358}" dt="2025-10-07T19:01:11.400" v="4547" actId="20577"/>
          <ac:spMkLst>
            <pc:docMk/>
            <pc:sldMk cId="3311044294" sldId="332"/>
            <ac:spMk id="287" creationId="{B7508B2B-0938-6FC9-EFCE-5575FEE9A22C}"/>
          </ac:spMkLst>
        </pc:spChg>
      </pc:sldChg>
      <pc:sldChg chg="addSp delSp modSp add mod modNotesTx">
        <pc:chgData name="池口晃太" userId="aaf7f548-d2e0-4c70-a7c2-2a19daa89cbd" providerId="ADAL" clId="{78433243-41E7-4E8C-B8D3-D7712F411358}" dt="2025-10-08T07:32:29.169" v="13234" actId="20577"/>
        <pc:sldMkLst>
          <pc:docMk/>
          <pc:sldMk cId="409602358" sldId="333"/>
        </pc:sldMkLst>
        <pc:spChg chg="add mod">
          <ac:chgData name="池口晃太" userId="aaf7f548-d2e0-4c70-a7c2-2a19daa89cbd" providerId="ADAL" clId="{78433243-41E7-4E8C-B8D3-D7712F411358}" dt="2025-10-08T05:44:20.427" v="10299" actId="20577"/>
          <ac:spMkLst>
            <pc:docMk/>
            <pc:sldMk cId="409602358" sldId="333"/>
            <ac:spMk id="3" creationId="{AA80BB84-11B4-6598-646A-044F96BE914A}"/>
          </ac:spMkLst>
        </pc:spChg>
        <pc:spChg chg="mod">
          <ac:chgData name="池口晃太" userId="aaf7f548-d2e0-4c70-a7c2-2a19daa89cbd" providerId="ADAL" clId="{78433243-41E7-4E8C-B8D3-D7712F411358}" dt="2025-10-07T20:59:24.836" v="6576"/>
          <ac:spMkLst>
            <pc:docMk/>
            <pc:sldMk cId="409602358" sldId="333"/>
            <ac:spMk id="4" creationId="{DFB33317-FDFB-47BF-1BDB-DD037431C256}"/>
          </ac:spMkLst>
        </pc:spChg>
        <pc:spChg chg="add mod">
          <ac:chgData name="池口晃太" userId="aaf7f548-d2e0-4c70-a7c2-2a19daa89cbd" providerId="ADAL" clId="{78433243-41E7-4E8C-B8D3-D7712F411358}" dt="2025-10-08T05:44:30.606" v="10301" actId="1076"/>
          <ac:spMkLst>
            <pc:docMk/>
            <pc:sldMk cId="409602358" sldId="333"/>
            <ac:spMk id="7" creationId="{9EF48515-CE47-4528-2F21-06EB984DCC83}"/>
          </ac:spMkLst>
        </pc:spChg>
        <pc:spChg chg="add mod">
          <ac:chgData name="池口晃太" userId="aaf7f548-d2e0-4c70-a7c2-2a19daa89cbd" providerId="ADAL" clId="{78433243-41E7-4E8C-B8D3-D7712F411358}" dt="2025-10-07T23:11:20.771" v="8469" actId="1076"/>
          <ac:spMkLst>
            <pc:docMk/>
            <pc:sldMk cId="409602358" sldId="333"/>
            <ac:spMk id="11" creationId="{B423A9AA-33F0-44E0-24A2-372A6380DA82}"/>
          </ac:spMkLst>
        </pc:spChg>
        <pc:spChg chg="add mod">
          <ac:chgData name="池口晃太" userId="aaf7f548-d2e0-4c70-a7c2-2a19daa89cbd" providerId="ADAL" clId="{78433243-41E7-4E8C-B8D3-D7712F411358}" dt="2025-10-08T05:28:07.193" v="9399" actId="1076"/>
          <ac:spMkLst>
            <pc:docMk/>
            <pc:sldMk cId="409602358" sldId="333"/>
            <ac:spMk id="19" creationId="{0491E73A-9DC3-B365-8A59-07FC8D2673A1}"/>
          </ac:spMkLst>
        </pc:spChg>
        <pc:spChg chg="add mod">
          <ac:chgData name="池口晃太" userId="aaf7f548-d2e0-4c70-a7c2-2a19daa89cbd" providerId="ADAL" clId="{78433243-41E7-4E8C-B8D3-D7712F411358}" dt="2025-10-08T05:27:04.404" v="9387" actId="20577"/>
          <ac:spMkLst>
            <pc:docMk/>
            <pc:sldMk cId="409602358" sldId="333"/>
            <ac:spMk id="40" creationId="{43481338-35BE-0081-FA0E-EE1B422169FE}"/>
          </ac:spMkLst>
        </pc:spChg>
        <pc:spChg chg="add mod">
          <ac:chgData name="池口晃太" userId="aaf7f548-d2e0-4c70-a7c2-2a19daa89cbd" providerId="ADAL" clId="{78433243-41E7-4E8C-B8D3-D7712F411358}" dt="2025-10-08T05:22:20.794" v="9326" actId="1076"/>
          <ac:spMkLst>
            <pc:docMk/>
            <pc:sldMk cId="409602358" sldId="333"/>
            <ac:spMk id="45" creationId="{07102C5C-9D11-8836-2CA2-CCD934F7D6A7}"/>
          </ac:spMkLst>
        </pc:spChg>
        <pc:spChg chg="add mod">
          <ac:chgData name="池口晃太" userId="aaf7f548-d2e0-4c70-a7c2-2a19daa89cbd" providerId="ADAL" clId="{78433243-41E7-4E8C-B8D3-D7712F411358}" dt="2025-10-08T05:22:20.794" v="9326" actId="1076"/>
          <ac:spMkLst>
            <pc:docMk/>
            <pc:sldMk cId="409602358" sldId="333"/>
            <ac:spMk id="46" creationId="{E62ED711-B409-6882-0DB2-29DE92922379}"/>
          </ac:spMkLst>
        </pc:spChg>
        <pc:spChg chg="add mod">
          <ac:chgData name="池口晃太" userId="aaf7f548-d2e0-4c70-a7c2-2a19daa89cbd" providerId="ADAL" clId="{78433243-41E7-4E8C-B8D3-D7712F411358}" dt="2025-10-08T05:22:20.794" v="9326" actId="1076"/>
          <ac:spMkLst>
            <pc:docMk/>
            <pc:sldMk cId="409602358" sldId="333"/>
            <ac:spMk id="48" creationId="{34F34073-D4BB-094E-F322-73A727337562}"/>
          </ac:spMkLst>
        </pc:spChg>
        <pc:spChg chg="add mod">
          <ac:chgData name="池口晃太" userId="aaf7f548-d2e0-4c70-a7c2-2a19daa89cbd" providerId="ADAL" clId="{78433243-41E7-4E8C-B8D3-D7712F411358}" dt="2025-10-08T05:22:20.794" v="9326" actId="1076"/>
          <ac:spMkLst>
            <pc:docMk/>
            <pc:sldMk cId="409602358" sldId="333"/>
            <ac:spMk id="50" creationId="{924425C2-2034-0AD4-1D7E-E7E537BDA556}"/>
          </ac:spMkLst>
        </pc:spChg>
        <pc:spChg chg="add mod ord">
          <ac:chgData name="池口晃太" userId="aaf7f548-d2e0-4c70-a7c2-2a19daa89cbd" providerId="ADAL" clId="{78433243-41E7-4E8C-B8D3-D7712F411358}" dt="2025-10-08T05:28:07.193" v="9399" actId="1076"/>
          <ac:spMkLst>
            <pc:docMk/>
            <pc:sldMk cId="409602358" sldId="333"/>
            <ac:spMk id="51" creationId="{E649C54B-87C7-069C-DAC7-93C610CFA471}"/>
          </ac:spMkLst>
        </pc:spChg>
        <pc:spChg chg="add mod ord">
          <ac:chgData name="池口晃太" userId="aaf7f548-d2e0-4c70-a7c2-2a19daa89cbd" providerId="ADAL" clId="{78433243-41E7-4E8C-B8D3-D7712F411358}" dt="2025-10-07T20:55:54.733" v="6369" actId="1076"/>
          <ac:spMkLst>
            <pc:docMk/>
            <pc:sldMk cId="409602358" sldId="333"/>
            <ac:spMk id="52" creationId="{0DCCDD6D-3926-4D3B-AAD1-85D7E6AED249}"/>
          </ac:spMkLst>
        </pc:spChg>
        <pc:spChg chg="add mod">
          <ac:chgData name="池口晃太" userId="aaf7f548-d2e0-4c70-a7c2-2a19daa89cbd" providerId="ADAL" clId="{78433243-41E7-4E8C-B8D3-D7712F411358}" dt="2025-10-07T22:29:59.534" v="7516" actId="1076"/>
          <ac:spMkLst>
            <pc:docMk/>
            <pc:sldMk cId="409602358" sldId="333"/>
            <ac:spMk id="56" creationId="{55CEA8F9-7DEF-BE3F-EF55-6F2DD6816797}"/>
          </ac:spMkLst>
        </pc:spChg>
        <pc:spChg chg="add mod">
          <ac:chgData name="池口晃太" userId="aaf7f548-d2e0-4c70-a7c2-2a19daa89cbd" providerId="ADAL" clId="{78433243-41E7-4E8C-B8D3-D7712F411358}" dt="2025-10-07T20:56:49.843" v="6383" actId="1076"/>
          <ac:spMkLst>
            <pc:docMk/>
            <pc:sldMk cId="409602358" sldId="333"/>
            <ac:spMk id="59" creationId="{1E69E99E-98A4-BB65-083E-A91DE44E5B38}"/>
          </ac:spMkLst>
        </pc:spChg>
        <pc:spChg chg="mod">
          <ac:chgData name="池口晃太" userId="aaf7f548-d2e0-4c70-a7c2-2a19daa89cbd" providerId="ADAL" clId="{78433243-41E7-4E8C-B8D3-D7712F411358}" dt="2025-10-07T22:30:08.024" v="7517" actId="1076"/>
          <ac:spMkLst>
            <pc:docMk/>
            <pc:sldMk cId="409602358" sldId="333"/>
            <ac:spMk id="66" creationId="{D52C6FDD-251B-7C4C-27B1-91E487EEC73D}"/>
          </ac:spMkLst>
        </pc:spChg>
        <pc:spChg chg="mod">
          <ac:chgData name="池口晃太" userId="aaf7f548-d2e0-4c70-a7c2-2a19daa89cbd" providerId="ADAL" clId="{78433243-41E7-4E8C-B8D3-D7712F411358}" dt="2025-10-08T05:47:32.893" v="10365" actId="20577"/>
          <ac:spMkLst>
            <pc:docMk/>
            <pc:sldMk cId="409602358" sldId="333"/>
            <ac:spMk id="68" creationId="{C918780D-9743-AAC4-0D17-EE21634F7624}"/>
          </ac:spMkLst>
        </pc:spChg>
        <pc:spChg chg="mod">
          <ac:chgData name="池口晃太" userId="aaf7f548-d2e0-4c70-a7c2-2a19daa89cbd" providerId="ADAL" clId="{78433243-41E7-4E8C-B8D3-D7712F411358}" dt="2025-10-08T05:03:16.972" v="8979" actId="20577"/>
          <ac:spMkLst>
            <pc:docMk/>
            <pc:sldMk cId="409602358" sldId="333"/>
            <ac:spMk id="69" creationId="{BE6D3D4C-554B-0C60-E633-052037252FC1}"/>
          </ac:spMkLst>
        </pc:spChg>
        <pc:spChg chg="mod">
          <ac:chgData name="池口晃太" userId="aaf7f548-d2e0-4c70-a7c2-2a19daa89cbd" providerId="ADAL" clId="{78433243-41E7-4E8C-B8D3-D7712F411358}" dt="2025-10-07T20:56:16.368" v="6373" actId="1076"/>
          <ac:spMkLst>
            <pc:docMk/>
            <pc:sldMk cId="409602358" sldId="333"/>
            <ac:spMk id="76" creationId="{5EC8881A-E4F9-690D-2A36-05031DF5E6C1}"/>
          </ac:spMkLst>
        </pc:spChg>
        <pc:picChg chg="add mod">
          <ac:chgData name="池口晃太" userId="aaf7f548-d2e0-4c70-a7c2-2a19daa89cbd" providerId="ADAL" clId="{78433243-41E7-4E8C-B8D3-D7712F411358}" dt="2025-10-07T23:10:32.364" v="8453" actId="1076"/>
          <ac:picMkLst>
            <pc:docMk/>
            <pc:sldMk cId="409602358" sldId="333"/>
            <ac:picMk id="13" creationId="{C9F84367-635D-A89F-06E2-BCC2AD17A8B1}"/>
          </ac:picMkLst>
        </pc:picChg>
        <pc:picChg chg="add mod">
          <ac:chgData name="池口晃太" userId="aaf7f548-d2e0-4c70-a7c2-2a19daa89cbd" providerId="ADAL" clId="{78433243-41E7-4E8C-B8D3-D7712F411358}" dt="2025-10-07T23:12:23.045" v="8483" actId="1076"/>
          <ac:picMkLst>
            <pc:docMk/>
            <pc:sldMk cId="409602358" sldId="333"/>
            <ac:picMk id="15" creationId="{6FDC97B4-E5F3-A782-73BA-56185A9A8096}"/>
          </ac:picMkLst>
        </pc:picChg>
        <pc:picChg chg="add mod">
          <ac:chgData name="池口晃太" userId="aaf7f548-d2e0-4c70-a7c2-2a19daa89cbd" providerId="ADAL" clId="{78433243-41E7-4E8C-B8D3-D7712F411358}" dt="2025-10-07T23:12:14.811" v="8481" actId="1076"/>
          <ac:picMkLst>
            <pc:docMk/>
            <pc:sldMk cId="409602358" sldId="333"/>
            <ac:picMk id="22" creationId="{9B26EE79-35F6-ECCB-BC2A-F638ABACBA4F}"/>
          </ac:picMkLst>
        </pc:picChg>
        <pc:picChg chg="mod">
          <ac:chgData name="池口晃太" userId="aaf7f548-d2e0-4c70-a7c2-2a19daa89cbd" providerId="ADAL" clId="{78433243-41E7-4E8C-B8D3-D7712F411358}" dt="2025-10-07T22:29:20.424" v="7502" actId="1076"/>
          <ac:picMkLst>
            <pc:docMk/>
            <pc:sldMk cId="409602358" sldId="333"/>
            <ac:picMk id="62" creationId="{452B08D9-CE4B-E126-EE87-9C3617971D0C}"/>
          </ac:picMkLst>
        </pc:picChg>
        <pc:picChg chg="mod">
          <ac:chgData name="池口晃太" userId="aaf7f548-d2e0-4c70-a7c2-2a19daa89cbd" providerId="ADAL" clId="{78433243-41E7-4E8C-B8D3-D7712F411358}" dt="2025-10-07T20:55:54.733" v="6369" actId="1076"/>
          <ac:picMkLst>
            <pc:docMk/>
            <pc:sldMk cId="409602358" sldId="333"/>
            <ac:picMk id="64" creationId="{71BADA4C-8DC6-06BB-DC88-1FC195245F50}"/>
          </ac:picMkLst>
        </pc:picChg>
        <pc:picChg chg="add del mod">
          <ac:chgData name="池口晃太" userId="aaf7f548-d2e0-4c70-a7c2-2a19daa89cbd" providerId="ADAL" clId="{78433243-41E7-4E8C-B8D3-D7712F411358}" dt="2025-10-07T20:55:54.733" v="6369" actId="1076"/>
          <ac:picMkLst>
            <pc:docMk/>
            <pc:sldMk cId="409602358" sldId="333"/>
            <ac:picMk id="65" creationId="{3ABD43AA-5E46-F04C-7FA9-73F6397024C1}"/>
          </ac:picMkLst>
        </pc:picChg>
        <pc:cxnChg chg="add mod">
          <ac:chgData name="池口晃太" userId="aaf7f548-d2e0-4c70-a7c2-2a19daa89cbd" providerId="ADAL" clId="{78433243-41E7-4E8C-B8D3-D7712F411358}" dt="2025-10-07T23:11:17.013" v="8468" actId="14100"/>
          <ac:cxnSpMkLst>
            <pc:docMk/>
            <pc:sldMk cId="409602358" sldId="333"/>
            <ac:cxnSpMk id="9" creationId="{2B8EF015-98E9-AEE5-9AC9-A84A1BDA0082}"/>
          </ac:cxnSpMkLst>
        </pc:cxnChg>
        <pc:cxnChg chg="add mod">
          <ac:chgData name="池口晃太" userId="aaf7f548-d2e0-4c70-a7c2-2a19daa89cbd" providerId="ADAL" clId="{78433243-41E7-4E8C-B8D3-D7712F411358}" dt="2025-10-08T05:44:24.683" v="10300" actId="14100"/>
          <ac:cxnSpMkLst>
            <pc:docMk/>
            <pc:sldMk cId="409602358" sldId="333"/>
            <ac:cxnSpMk id="10" creationId="{BB0061E2-2E53-4551-B396-40F8F518A1E6}"/>
          </ac:cxnSpMkLst>
        </pc:cxnChg>
        <pc:cxnChg chg="add mod">
          <ac:chgData name="池口晃太" userId="aaf7f548-d2e0-4c70-a7c2-2a19daa89cbd" providerId="ADAL" clId="{78433243-41E7-4E8C-B8D3-D7712F411358}" dt="2025-10-07T22:29:35.164" v="7506" actId="14100"/>
          <ac:cxnSpMkLst>
            <pc:docMk/>
            <pc:sldMk cId="409602358" sldId="333"/>
            <ac:cxnSpMk id="20" creationId="{E3F4C245-D844-91AC-407D-4EE4D06506A5}"/>
          </ac:cxnSpMkLst>
        </pc:cxnChg>
        <pc:cxnChg chg="add mod">
          <ac:chgData name="池口晃太" userId="aaf7f548-d2e0-4c70-a7c2-2a19daa89cbd" providerId="ADAL" clId="{78433243-41E7-4E8C-B8D3-D7712F411358}" dt="2025-10-07T22:29:38.886" v="7508" actId="14100"/>
          <ac:cxnSpMkLst>
            <pc:docMk/>
            <pc:sldMk cId="409602358" sldId="333"/>
            <ac:cxnSpMk id="27" creationId="{F80478D5-6AE2-E29D-9916-E3A4D1E71262}"/>
          </ac:cxnSpMkLst>
        </pc:cxnChg>
      </pc:sldChg>
      <pc:sldChg chg="add del">
        <pc:chgData name="池口晃太" userId="aaf7f548-d2e0-4c70-a7c2-2a19daa89cbd" providerId="ADAL" clId="{78433243-41E7-4E8C-B8D3-D7712F411358}" dt="2025-10-07T20:30:15.227" v="5615" actId="47"/>
        <pc:sldMkLst>
          <pc:docMk/>
          <pc:sldMk cId="1090733562" sldId="333"/>
        </pc:sldMkLst>
      </pc:sldChg>
      <pc:sldChg chg="addSp delSp modSp add mod modNotesTx">
        <pc:chgData name="池口晃太" userId="aaf7f548-d2e0-4c70-a7c2-2a19daa89cbd" providerId="ADAL" clId="{78433243-41E7-4E8C-B8D3-D7712F411358}" dt="2025-10-08T07:33:07.119" v="13237" actId="20577"/>
        <pc:sldMkLst>
          <pc:docMk/>
          <pc:sldMk cId="2496882327" sldId="334"/>
        </pc:sldMkLst>
        <pc:spChg chg="add mod">
          <ac:chgData name="池口晃太" userId="aaf7f548-d2e0-4c70-a7c2-2a19daa89cbd" providerId="ADAL" clId="{78433243-41E7-4E8C-B8D3-D7712F411358}" dt="2025-10-08T06:18:56.722" v="11010" actId="1076"/>
          <ac:spMkLst>
            <pc:docMk/>
            <pc:sldMk cId="2496882327" sldId="334"/>
            <ac:spMk id="3" creationId="{A4A50082-EA9B-A1EA-58EB-22622A00E7AC}"/>
          </ac:spMkLst>
        </pc:spChg>
        <pc:spChg chg="mod">
          <ac:chgData name="池口晃太" userId="aaf7f548-d2e0-4c70-a7c2-2a19daa89cbd" providerId="ADAL" clId="{78433243-41E7-4E8C-B8D3-D7712F411358}" dt="2025-10-08T06:17:15.383" v="10941" actId="20577"/>
          <ac:spMkLst>
            <pc:docMk/>
            <pc:sldMk cId="2496882327" sldId="334"/>
            <ac:spMk id="4" creationId="{92279FC6-930E-9A4D-958A-BC607B77B3CF}"/>
          </ac:spMkLst>
        </pc:spChg>
        <pc:spChg chg="add mod ord">
          <ac:chgData name="池口晃太" userId="aaf7f548-d2e0-4c70-a7c2-2a19daa89cbd" providerId="ADAL" clId="{78433243-41E7-4E8C-B8D3-D7712F411358}" dt="2025-10-08T06:23:26.754" v="11277" actId="1076"/>
          <ac:spMkLst>
            <pc:docMk/>
            <pc:sldMk cId="2496882327" sldId="334"/>
            <ac:spMk id="10" creationId="{2DFFF113-2A57-11FC-4F43-DD3836D4CE1D}"/>
          </ac:spMkLst>
        </pc:spChg>
        <pc:spChg chg="add mod">
          <ac:chgData name="池口晃太" userId="aaf7f548-d2e0-4c70-a7c2-2a19daa89cbd" providerId="ADAL" clId="{78433243-41E7-4E8C-B8D3-D7712F411358}" dt="2025-10-08T06:23:17.065" v="11274" actId="1076"/>
          <ac:spMkLst>
            <pc:docMk/>
            <pc:sldMk cId="2496882327" sldId="334"/>
            <ac:spMk id="11" creationId="{BB11F127-1DA6-22BA-7F6A-2DA83E91B246}"/>
          </ac:spMkLst>
        </pc:spChg>
        <pc:graphicFrameChg chg="add mod modGraphic">
          <ac:chgData name="池口晃太" userId="aaf7f548-d2e0-4c70-a7c2-2a19daa89cbd" providerId="ADAL" clId="{78433243-41E7-4E8C-B8D3-D7712F411358}" dt="2025-10-08T06:20:29.697" v="11094" actId="115"/>
          <ac:graphicFrameMkLst>
            <pc:docMk/>
            <pc:sldMk cId="2496882327" sldId="334"/>
            <ac:graphicFrameMk id="9" creationId="{85EF4AEC-4787-526A-5F59-7B88C4469322}"/>
          </ac:graphicFrameMkLst>
        </pc:graphicFrameChg>
      </pc:sldChg>
      <pc:sldChg chg="addSp delSp modSp add mod">
        <pc:chgData name="池口晃太" userId="aaf7f548-d2e0-4c70-a7c2-2a19daa89cbd" providerId="ADAL" clId="{78433243-41E7-4E8C-B8D3-D7712F411358}" dt="2025-10-20T07:23:05.898" v="13335" actId="1076"/>
        <pc:sldMkLst>
          <pc:docMk/>
          <pc:sldMk cId="789778167" sldId="335"/>
        </pc:sldMkLst>
        <pc:spChg chg="add mod">
          <ac:chgData name="池口晃太" userId="aaf7f548-d2e0-4c70-a7c2-2a19daa89cbd" providerId="ADAL" clId="{78433243-41E7-4E8C-B8D3-D7712F411358}" dt="2025-10-20T07:23:00.108" v="13332" actId="1076"/>
          <ac:spMkLst>
            <pc:docMk/>
            <pc:sldMk cId="789778167" sldId="335"/>
            <ac:spMk id="7" creationId="{F7FB6749-2920-CFBF-EF8F-9C7E9A47B025}"/>
          </ac:spMkLst>
        </pc:spChg>
        <pc:spChg chg="mod">
          <ac:chgData name="池口晃太" userId="aaf7f548-d2e0-4c70-a7c2-2a19daa89cbd" providerId="ADAL" clId="{78433243-41E7-4E8C-B8D3-D7712F411358}" dt="2025-10-20T07:23:05.898" v="13335" actId="1076"/>
          <ac:spMkLst>
            <pc:docMk/>
            <pc:sldMk cId="789778167" sldId="335"/>
            <ac:spMk id="10" creationId="{7F4460BF-68B6-4495-81D4-9BA8290ABCCB}"/>
          </ac:spMkLst>
        </pc:spChg>
        <pc:spChg chg="add mod">
          <ac:chgData name="池口晃太" userId="aaf7f548-d2e0-4c70-a7c2-2a19daa89cbd" providerId="ADAL" clId="{78433243-41E7-4E8C-B8D3-D7712F411358}" dt="2025-10-20T07:23:01.442" v="13333" actId="1076"/>
          <ac:spMkLst>
            <pc:docMk/>
            <pc:sldMk cId="789778167" sldId="335"/>
            <ac:spMk id="11" creationId="{664134CA-20BB-5D2E-DEAB-17161CFE7F6B}"/>
          </ac:spMkLst>
        </pc:spChg>
        <pc:spChg chg="mod">
          <ac:chgData name="池口晃太" userId="aaf7f548-d2e0-4c70-a7c2-2a19daa89cbd" providerId="ADAL" clId="{78433243-41E7-4E8C-B8D3-D7712F411358}" dt="2025-10-20T07:22:56.310" v="13330" actId="1076"/>
          <ac:spMkLst>
            <pc:docMk/>
            <pc:sldMk cId="789778167" sldId="335"/>
            <ac:spMk id="12" creationId="{E8DB921D-5691-3849-70FE-BCDAD5BC61DF}"/>
          </ac:spMkLst>
        </pc:spChg>
        <pc:spChg chg="mod">
          <ac:chgData name="池口晃太" userId="aaf7f548-d2e0-4c70-a7c2-2a19daa89cbd" providerId="ADAL" clId="{78433243-41E7-4E8C-B8D3-D7712F411358}" dt="2025-10-20T07:22:58.743" v="13331" actId="1076"/>
          <ac:spMkLst>
            <pc:docMk/>
            <pc:sldMk cId="789778167" sldId="335"/>
            <ac:spMk id="35" creationId="{487A8BE6-76E6-8EB4-6822-13EB62839B98}"/>
          </ac:spMkLst>
        </pc:spChg>
        <pc:picChg chg="mod">
          <ac:chgData name="池口晃太" userId="aaf7f548-d2e0-4c70-a7c2-2a19daa89cbd" providerId="ADAL" clId="{78433243-41E7-4E8C-B8D3-D7712F411358}" dt="2025-10-07T23:13:39.877" v="8493" actId="1076"/>
          <ac:picMkLst>
            <pc:docMk/>
            <pc:sldMk cId="789778167" sldId="335"/>
            <ac:picMk id="9" creationId="{C294AD11-A036-2270-28C9-B08BBD8C361B}"/>
          </ac:picMkLst>
        </pc:picChg>
        <pc:picChg chg="mod">
          <ac:chgData name="池口晃太" userId="aaf7f548-d2e0-4c70-a7c2-2a19daa89cbd" providerId="ADAL" clId="{78433243-41E7-4E8C-B8D3-D7712F411358}" dt="2025-10-07T23:13:32.099" v="8490" actId="1076"/>
          <ac:picMkLst>
            <pc:docMk/>
            <pc:sldMk cId="789778167" sldId="335"/>
            <ac:picMk id="52" creationId="{E86EBC0B-D827-43B9-8149-B6C98B17BF9D}"/>
          </ac:picMkLst>
        </pc:picChg>
        <pc:picChg chg="mod">
          <ac:chgData name="池口晃太" userId="aaf7f548-d2e0-4c70-a7c2-2a19daa89cbd" providerId="ADAL" clId="{78433243-41E7-4E8C-B8D3-D7712F411358}" dt="2025-10-07T23:13:33.184" v="8491" actId="1076"/>
          <ac:picMkLst>
            <pc:docMk/>
            <pc:sldMk cId="789778167" sldId="335"/>
            <ac:picMk id="54" creationId="{A0D03BA5-0C92-F1C2-50FD-72C905904CD5}"/>
          </ac:picMkLst>
        </pc:picChg>
        <pc:picChg chg="mod">
          <ac:chgData name="池口晃太" userId="aaf7f548-d2e0-4c70-a7c2-2a19daa89cbd" providerId="ADAL" clId="{78433243-41E7-4E8C-B8D3-D7712F411358}" dt="2025-10-07T23:13:36.303" v="8492" actId="1076"/>
          <ac:picMkLst>
            <pc:docMk/>
            <pc:sldMk cId="789778167" sldId="335"/>
            <ac:picMk id="56" creationId="{BA6A7671-99B2-85A7-A6CD-1FBE328CC35B}"/>
          </ac:picMkLst>
        </pc:picChg>
      </pc:sldChg>
      <pc:sldChg chg="addSp delSp modSp add mod modNotesTx">
        <pc:chgData name="池口晃太" userId="aaf7f548-d2e0-4c70-a7c2-2a19daa89cbd" providerId="ADAL" clId="{78433243-41E7-4E8C-B8D3-D7712F411358}" dt="2025-10-08T05:46:30.608" v="10338" actId="478"/>
        <pc:sldMkLst>
          <pc:docMk/>
          <pc:sldMk cId="3917910" sldId="336"/>
        </pc:sldMkLst>
        <pc:spChg chg="mod">
          <ac:chgData name="池口晃太" userId="aaf7f548-d2e0-4c70-a7c2-2a19daa89cbd" providerId="ADAL" clId="{78433243-41E7-4E8C-B8D3-D7712F411358}" dt="2025-10-08T05:05:39.608" v="8998" actId="20577"/>
          <ac:spMkLst>
            <pc:docMk/>
            <pc:sldMk cId="3917910" sldId="336"/>
            <ac:spMk id="4" creationId="{7A3857EB-E820-41B0-52E2-0EE0130FAF11}"/>
          </ac:spMkLst>
        </pc:spChg>
        <pc:spChg chg="add mod">
          <ac:chgData name="池口晃太" userId="aaf7f548-d2e0-4c70-a7c2-2a19daa89cbd" providerId="ADAL" clId="{78433243-41E7-4E8C-B8D3-D7712F411358}" dt="2025-10-08T05:46:18.807" v="10333" actId="1076"/>
          <ac:spMkLst>
            <pc:docMk/>
            <pc:sldMk cId="3917910" sldId="336"/>
            <ac:spMk id="12" creationId="{8E4389E5-0BCF-A43C-20A5-8A5432A3B3E2}"/>
          </ac:spMkLst>
        </pc:spChg>
        <pc:spChg chg="add mod">
          <ac:chgData name="池口晃太" userId="aaf7f548-d2e0-4c70-a7c2-2a19daa89cbd" providerId="ADAL" clId="{78433243-41E7-4E8C-B8D3-D7712F411358}" dt="2025-10-08T05:46:18.807" v="10333" actId="1076"/>
          <ac:spMkLst>
            <pc:docMk/>
            <pc:sldMk cId="3917910" sldId="336"/>
            <ac:spMk id="24" creationId="{047D24E5-8989-3AFD-1F3E-FDC5549754F1}"/>
          </ac:spMkLst>
        </pc:spChg>
        <pc:spChg chg="add del mod">
          <ac:chgData name="池口晃太" userId="aaf7f548-d2e0-4c70-a7c2-2a19daa89cbd" providerId="ADAL" clId="{78433243-41E7-4E8C-B8D3-D7712F411358}" dt="2025-10-08T05:46:18.807" v="10333" actId="1076"/>
          <ac:spMkLst>
            <pc:docMk/>
            <pc:sldMk cId="3917910" sldId="336"/>
            <ac:spMk id="66" creationId="{E0A2E0B2-AC4B-7B2B-0BAC-1C88A5CD4272}"/>
          </ac:spMkLst>
        </pc:spChg>
        <pc:spChg chg="mod">
          <ac:chgData name="池口晃太" userId="aaf7f548-d2e0-4c70-a7c2-2a19daa89cbd" providerId="ADAL" clId="{78433243-41E7-4E8C-B8D3-D7712F411358}" dt="2025-10-08T05:46:18.807" v="10333" actId="1076"/>
          <ac:spMkLst>
            <pc:docMk/>
            <pc:sldMk cId="3917910" sldId="336"/>
            <ac:spMk id="68" creationId="{341307AE-03E3-3297-92E0-EA826F58C5AD}"/>
          </ac:spMkLst>
        </pc:spChg>
        <pc:spChg chg="mod">
          <ac:chgData name="池口晃太" userId="aaf7f548-d2e0-4c70-a7c2-2a19daa89cbd" providerId="ADAL" clId="{78433243-41E7-4E8C-B8D3-D7712F411358}" dt="2025-10-08T05:46:18.807" v="10333" actId="1076"/>
          <ac:spMkLst>
            <pc:docMk/>
            <pc:sldMk cId="3917910" sldId="336"/>
            <ac:spMk id="69" creationId="{9048A145-EC04-36A7-FA98-3A471449A6F8}"/>
          </ac:spMkLst>
        </pc:spChg>
        <pc:spChg chg="mod">
          <ac:chgData name="池口晃太" userId="aaf7f548-d2e0-4c70-a7c2-2a19daa89cbd" providerId="ADAL" clId="{78433243-41E7-4E8C-B8D3-D7712F411358}" dt="2025-10-08T05:46:18.807" v="10333" actId="1076"/>
          <ac:spMkLst>
            <pc:docMk/>
            <pc:sldMk cId="3917910" sldId="336"/>
            <ac:spMk id="76" creationId="{58E211A3-0332-7E44-F155-2337E501B1C4}"/>
          </ac:spMkLst>
        </pc:spChg>
        <pc:spChg chg="mod">
          <ac:chgData name="池口晃太" userId="aaf7f548-d2e0-4c70-a7c2-2a19daa89cbd" providerId="ADAL" clId="{78433243-41E7-4E8C-B8D3-D7712F411358}" dt="2025-10-08T05:46:18.807" v="10333" actId="1076"/>
          <ac:spMkLst>
            <pc:docMk/>
            <pc:sldMk cId="3917910" sldId="336"/>
            <ac:spMk id="123" creationId="{2FBAD1C0-6C04-0FBA-6163-5674500F5379}"/>
          </ac:spMkLst>
        </pc:spChg>
        <pc:picChg chg="add mod">
          <ac:chgData name="池口晃太" userId="aaf7f548-d2e0-4c70-a7c2-2a19daa89cbd" providerId="ADAL" clId="{78433243-41E7-4E8C-B8D3-D7712F411358}" dt="2025-10-08T05:07:04.070" v="9035" actId="1076"/>
          <ac:picMkLst>
            <pc:docMk/>
            <pc:sldMk cId="3917910" sldId="336"/>
            <ac:picMk id="2" creationId="{797B9E30-F09B-74FF-C750-F2FB41975E8F}"/>
          </ac:picMkLst>
        </pc:picChg>
        <pc:picChg chg="add mod">
          <ac:chgData name="池口晃太" userId="aaf7f548-d2e0-4c70-a7c2-2a19daa89cbd" providerId="ADAL" clId="{78433243-41E7-4E8C-B8D3-D7712F411358}" dt="2025-10-08T05:07:08.083" v="9036" actId="1076"/>
          <ac:picMkLst>
            <pc:docMk/>
            <pc:sldMk cId="3917910" sldId="336"/>
            <ac:picMk id="13" creationId="{C524CDA2-1619-B748-E749-336377C49DC5}"/>
          </ac:picMkLst>
        </pc:picChg>
        <pc:picChg chg="mod">
          <ac:chgData name="池口晃太" userId="aaf7f548-d2e0-4c70-a7c2-2a19daa89cbd" providerId="ADAL" clId="{78433243-41E7-4E8C-B8D3-D7712F411358}" dt="2025-10-08T05:07:08.083" v="9036" actId="1076"/>
          <ac:picMkLst>
            <pc:docMk/>
            <pc:sldMk cId="3917910" sldId="336"/>
            <ac:picMk id="14" creationId="{C914C029-BD20-0C7C-45D3-830D10082926}"/>
          </ac:picMkLst>
        </pc:picChg>
        <pc:picChg chg="mod">
          <ac:chgData name="池口晃太" userId="aaf7f548-d2e0-4c70-a7c2-2a19daa89cbd" providerId="ADAL" clId="{78433243-41E7-4E8C-B8D3-D7712F411358}" dt="2025-10-08T05:05:49.370" v="9001" actId="14100"/>
          <ac:picMkLst>
            <pc:docMk/>
            <pc:sldMk cId="3917910" sldId="336"/>
            <ac:picMk id="15" creationId="{C5D44451-C1C5-AF8B-DEA4-259895BE51E3}"/>
          </ac:picMkLst>
        </pc:picChg>
        <pc:picChg chg="add mod">
          <ac:chgData name="池口晃太" userId="aaf7f548-d2e0-4c70-a7c2-2a19daa89cbd" providerId="ADAL" clId="{78433243-41E7-4E8C-B8D3-D7712F411358}" dt="2025-10-08T05:46:18.807" v="10333" actId="1076"/>
          <ac:picMkLst>
            <pc:docMk/>
            <pc:sldMk cId="3917910" sldId="336"/>
            <ac:picMk id="19" creationId="{D98AC157-6E9B-AB35-E136-AC99054C9522}"/>
          </ac:picMkLst>
        </pc:picChg>
        <pc:picChg chg="add del mod">
          <ac:chgData name="池口晃太" userId="aaf7f548-d2e0-4c70-a7c2-2a19daa89cbd" providerId="ADAL" clId="{78433243-41E7-4E8C-B8D3-D7712F411358}" dt="2025-10-08T05:07:08.083" v="9036" actId="1076"/>
          <ac:picMkLst>
            <pc:docMk/>
            <pc:sldMk cId="3917910" sldId="336"/>
            <ac:picMk id="20" creationId="{E906E2DB-A934-0E13-4782-F056D6C55CE7}"/>
          </ac:picMkLst>
        </pc:picChg>
        <pc:picChg chg="add mod">
          <ac:chgData name="池口晃太" userId="aaf7f548-d2e0-4c70-a7c2-2a19daa89cbd" providerId="ADAL" clId="{78433243-41E7-4E8C-B8D3-D7712F411358}" dt="2025-10-08T05:46:18.807" v="10333" actId="1076"/>
          <ac:picMkLst>
            <pc:docMk/>
            <pc:sldMk cId="3917910" sldId="336"/>
            <ac:picMk id="21" creationId="{AFB33E06-D6F7-DA89-8A1D-F464B521F6FC}"/>
          </ac:picMkLst>
        </pc:picChg>
        <pc:picChg chg="add del mod">
          <ac:chgData name="池口晃太" userId="aaf7f548-d2e0-4c70-a7c2-2a19daa89cbd" providerId="ADAL" clId="{78433243-41E7-4E8C-B8D3-D7712F411358}" dt="2025-10-08T05:06:20.994" v="9009" actId="21"/>
          <ac:picMkLst>
            <pc:docMk/>
            <pc:sldMk cId="3917910" sldId="336"/>
            <ac:picMk id="62" creationId="{0B4F3544-2475-7844-EC72-FBB139790443}"/>
          </ac:picMkLst>
        </pc:picChg>
        <pc:picChg chg="mod">
          <ac:chgData name="池口晃太" userId="aaf7f548-d2e0-4c70-a7c2-2a19daa89cbd" providerId="ADAL" clId="{78433243-41E7-4E8C-B8D3-D7712F411358}" dt="2025-10-08T05:46:18.807" v="10333" actId="1076"/>
          <ac:picMkLst>
            <pc:docMk/>
            <pc:sldMk cId="3917910" sldId="336"/>
            <ac:picMk id="64" creationId="{C42C002A-876E-C094-B4A5-C314849773AF}"/>
          </ac:picMkLst>
        </pc:picChg>
        <pc:picChg chg="mod">
          <ac:chgData name="池口晃太" userId="aaf7f548-d2e0-4c70-a7c2-2a19daa89cbd" providerId="ADAL" clId="{78433243-41E7-4E8C-B8D3-D7712F411358}" dt="2025-10-08T05:05:49.370" v="9001" actId="14100"/>
          <ac:picMkLst>
            <pc:docMk/>
            <pc:sldMk cId="3917910" sldId="336"/>
            <ac:picMk id="65" creationId="{2C77EA91-7A8C-00A1-B80D-230365EBEDA1}"/>
          </ac:picMkLst>
        </pc:picChg>
        <pc:cxnChg chg="add mod">
          <ac:chgData name="池口晃太" userId="aaf7f548-d2e0-4c70-a7c2-2a19daa89cbd" providerId="ADAL" clId="{78433243-41E7-4E8C-B8D3-D7712F411358}" dt="2025-10-08T05:09:15.637" v="9088" actId="1076"/>
          <ac:cxnSpMkLst>
            <pc:docMk/>
            <pc:sldMk cId="3917910" sldId="336"/>
            <ac:cxnSpMk id="26" creationId="{0377E5AB-990C-A294-5737-19CE57306DAB}"/>
          </ac:cxnSpMkLst>
        </pc:cxnChg>
      </pc:sldChg>
      <pc:sldChg chg="addSp delSp modSp add mod ord modNotesTx">
        <pc:chgData name="池口晃太" userId="aaf7f548-d2e0-4c70-a7c2-2a19daa89cbd" providerId="ADAL" clId="{78433243-41E7-4E8C-B8D3-D7712F411358}" dt="2025-10-08T07:35:58.019" v="13325" actId="14100"/>
        <pc:sldMkLst>
          <pc:docMk/>
          <pc:sldMk cId="1651217965" sldId="337"/>
        </pc:sldMkLst>
        <pc:spChg chg="add mod">
          <ac:chgData name="池口晃太" userId="aaf7f548-d2e0-4c70-a7c2-2a19daa89cbd" providerId="ADAL" clId="{78433243-41E7-4E8C-B8D3-D7712F411358}" dt="2025-10-08T07:35:58.019" v="13325" actId="14100"/>
          <ac:spMkLst>
            <pc:docMk/>
            <pc:sldMk cId="1651217965" sldId="337"/>
            <ac:spMk id="3" creationId="{724EAEBA-595D-2294-CA07-4D8133586620}"/>
          </ac:spMkLst>
        </pc:spChg>
        <pc:spChg chg="mod">
          <ac:chgData name="池口晃太" userId="aaf7f548-d2e0-4c70-a7c2-2a19daa89cbd" providerId="ADAL" clId="{78433243-41E7-4E8C-B8D3-D7712F411358}" dt="2025-10-08T07:07:52.570" v="12522" actId="1076"/>
          <ac:spMkLst>
            <pc:docMk/>
            <pc:sldMk cId="1651217965" sldId="337"/>
            <ac:spMk id="9" creationId="{FB91BB45-86E7-F78A-D382-9D32D24A4822}"/>
          </ac:spMkLst>
        </pc:spChg>
      </pc:sldChg>
      <pc:sldChg chg="addSp delSp modSp add mod ord modNotesTx">
        <pc:chgData name="池口晃太" userId="aaf7f548-d2e0-4c70-a7c2-2a19daa89cbd" providerId="ADAL" clId="{78433243-41E7-4E8C-B8D3-D7712F411358}" dt="2025-10-08T07:26:13.497" v="12995" actId="20577"/>
        <pc:sldMkLst>
          <pc:docMk/>
          <pc:sldMk cId="3341978336" sldId="338"/>
        </pc:sldMkLst>
        <pc:spChg chg="mod">
          <ac:chgData name="池口晃太" userId="aaf7f548-d2e0-4c70-a7c2-2a19daa89cbd" providerId="ADAL" clId="{78433243-41E7-4E8C-B8D3-D7712F411358}" dt="2025-10-08T07:15:25.255" v="12697" actId="1076"/>
          <ac:spMkLst>
            <pc:docMk/>
            <pc:sldMk cId="3341978336" sldId="338"/>
            <ac:spMk id="3" creationId="{4D6D13A5-4CDC-E822-B2A8-8DF3EDD875EE}"/>
          </ac:spMkLst>
        </pc:spChg>
        <pc:spChg chg="mod">
          <ac:chgData name="池口晃太" userId="aaf7f548-d2e0-4c70-a7c2-2a19daa89cbd" providerId="ADAL" clId="{78433243-41E7-4E8C-B8D3-D7712F411358}" dt="2025-10-08T07:02:42.429" v="12462" actId="20577"/>
          <ac:spMkLst>
            <pc:docMk/>
            <pc:sldMk cId="3341978336" sldId="338"/>
            <ac:spMk id="4" creationId="{23D3C914-EBC4-B8DE-A016-9496F60E08E0}"/>
          </ac:spMkLst>
        </pc:spChg>
        <pc:spChg chg="add mod">
          <ac:chgData name="池口晃太" userId="aaf7f548-d2e0-4c70-a7c2-2a19daa89cbd" providerId="ADAL" clId="{78433243-41E7-4E8C-B8D3-D7712F411358}" dt="2025-10-08T07:17:17.675" v="12735" actId="1076"/>
          <ac:spMkLst>
            <pc:docMk/>
            <pc:sldMk cId="3341978336" sldId="338"/>
            <ac:spMk id="9" creationId="{90C16CB4-7851-6D10-8684-0A459D904BCD}"/>
          </ac:spMkLst>
        </pc:spChg>
        <pc:spChg chg="add mod">
          <ac:chgData name="池口晃太" userId="aaf7f548-d2e0-4c70-a7c2-2a19daa89cbd" providerId="ADAL" clId="{78433243-41E7-4E8C-B8D3-D7712F411358}" dt="2025-10-08T07:17:25.458" v="12737" actId="1076"/>
          <ac:spMkLst>
            <pc:docMk/>
            <pc:sldMk cId="3341978336" sldId="338"/>
            <ac:spMk id="11" creationId="{CEA6E856-AF93-5837-A788-2DCF3A6B46DB}"/>
          </ac:spMkLst>
        </pc:spChg>
        <pc:spChg chg="add mod">
          <ac:chgData name="池口晃太" userId="aaf7f548-d2e0-4c70-a7c2-2a19daa89cbd" providerId="ADAL" clId="{78433243-41E7-4E8C-B8D3-D7712F411358}" dt="2025-10-08T07:17:22.511" v="12736" actId="1076"/>
          <ac:spMkLst>
            <pc:docMk/>
            <pc:sldMk cId="3341978336" sldId="338"/>
            <ac:spMk id="12" creationId="{7367FA27-963A-A850-111B-DA6F24EA904E}"/>
          </ac:spMkLst>
        </pc:spChg>
        <pc:spChg chg="add mod">
          <ac:chgData name="池口晃太" userId="aaf7f548-d2e0-4c70-a7c2-2a19daa89cbd" providerId="ADAL" clId="{78433243-41E7-4E8C-B8D3-D7712F411358}" dt="2025-10-08T07:17:17.675" v="12735" actId="1076"/>
          <ac:spMkLst>
            <pc:docMk/>
            <pc:sldMk cId="3341978336" sldId="338"/>
            <ac:spMk id="15" creationId="{466CEC22-177E-0EF0-4334-AE95467B036B}"/>
          </ac:spMkLst>
        </pc:spChg>
        <pc:spChg chg="add mod">
          <ac:chgData name="池口晃太" userId="aaf7f548-d2e0-4c70-a7c2-2a19daa89cbd" providerId="ADAL" clId="{78433243-41E7-4E8C-B8D3-D7712F411358}" dt="2025-10-08T07:17:31.423" v="12739" actId="1076"/>
          <ac:spMkLst>
            <pc:docMk/>
            <pc:sldMk cId="3341978336" sldId="338"/>
            <ac:spMk id="17" creationId="{7574F2EE-E118-A67C-7528-5D256B8CA9A4}"/>
          </ac:spMkLst>
        </pc:spChg>
        <pc:spChg chg="add mod">
          <ac:chgData name="池口晃太" userId="aaf7f548-d2e0-4c70-a7c2-2a19daa89cbd" providerId="ADAL" clId="{78433243-41E7-4E8C-B8D3-D7712F411358}" dt="2025-10-08T07:17:29.230" v="12738" actId="1076"/>
          <ac:spMkLst>
            <pc:docMk/>
            <pc:sldMk cId="3341978336" sldId="338"/>
            <ac:spMk id="18" creationId="{AC977C6A-E8FC-A2A4-9032-A48B06707977}"/>
          </ac:spMkLst>
        </pc:spChg>
        <pc:spChg chg="add mod">
          <ac:chgData name="池口晃太" userId="aaf7f548-d2e0-4c70-a7c2-2a19daa89cbd" providerId="ADAL" clId="{78433243-41E7-4E8C-B8D3-D7712F411358}" dt="2025-10-08T07:15:15.189" v="12694" actId="1076"/>
          <ac:spMkLst>
            <pc:docMk/>
            <pc:sldMk cId="3341978336" sldId="338"/>
            <ac:spMk id="20" creationId="{8099E51A-1334-DB4D-3B5E-72B8656A39F2}"/>
          </ac:spMkLst>
        </pc:spChg>
        <pc:spChg chg="add mod">
          <ac:chgData name="池口晃太" userId="aaf7f548-d2e0-4c70-a7c2-2a19daa89cbd" providerId="ADAL" clId="{78433243-41E7-4E8C-B8D3-D7712F411358}" dt="2025-10-08T07:17:17.675" v="12735" actId="1076"/>
          <ac:spMkLst>
            <pc:docMk/>
            <pc:sldMk cId="3341978336" sldId="338"/>
            <ac:spMk id="21" creationId="{28E88F34-247C-F31E-6237-3A59AF9CAFF7}"/>
          </ac:spMkLst>
        </pc:spChg>
        <pc:spChg chg="add mod">
          <ac:chgData name="池口晃太" userId="aaf7f548-d2e0-4c70-a7c2-2a19daa89cbd" providerId="ADAL" clId="{78433243-41E7-4E8C-B8D3-D7712F411358}" dt="2025-10-08T07:17:17.675" v="12735" actId="1076"/>
          <ac:spMkLst>
            <pc:docMk/>
            <pc:sldMk cId="3341978336" sldId="338"/>
            <ac:spMk id="22" creationId="{C3D90DB7-DBE3-F1BE-7C9E-97B42A38009F}"/>
          </ac:spMkLst>
        </pc:spChg>
        <pc:spChg chg="add mod">
          <ac:chgData name="池口晃太" userId="aaf7f548-d2e0-4c70-a7c2-2a19daa89cbd" providerId="ADAL" clId="{78433243-41E7-4E8C-B8D3-D7712F411358}" dt="2025-10-08T07:15:25.255" v="12697" actId="1076"/>
          <ac:spMkLst>
            <pc:docMk/>
            <pc:sldMk cId="3341978336" sldId="338"/>
            <ac:spMk id="29" creationId="{E9DBD4B0-FDE9-E0BA-277F-6046CCB7B672}"/>
          </ac:spMkLst>
        </pc:spChg>
        <pc:spChg chg="add mod">
          <ac:chgData name="池口晃太" userId="aaf7f548-d2e0-4c70-a7c2-2a19daa89cbd" providerId="ADAL" clId="{78433243-41E7-4E8C-B8D3-D7712F411358}" dt="2025-10-08T07:16:51.846" v="12731" actId="207"/>
          <ac:spMkLst>
            <pc:docMk/>
            <pc:sldMk cId="3341978336" sldId="338"/>
            <ac:spMk id="30" creationId="{AEC8A2D6-68B7-5D68-2808-D14A05908CAD}"/>
          </ac:spMkLst>
        </pc:spChg>
        <pc:spChg chg="add mod">
          <ac:chgData name="池口晃太" userId="aaf7f548-d2e0-4c70-a7c2-2a19daa89cbd" providerId="ADAL" clId="{78433243-41E7-4E8C-B8D3-D7712F411358}" dt="2025-10-08T07:15:25.255" v="12697" actId="1076"/>
          <ac:spMkLst>
            <pc:docMk/>
            <pc:sldMk cId="3341978336" sldId="338"/>
            <ac:spMk id="32" creationId="{D0A01428-E8F9-ADE8-729A-064C8D1E22FC}"/>
          </ac:spMkLst>
        </pc:spChg>
        <pc:spChg chg="add del mod">
          <ac:chgData name="池口晃太" userId="aaf7f548-d2e0-4c70-a7c2-2a19daa89cbd" providerId="ADAL" clId="{78433243-41E7-4E8C-B8D3-D7712F411358}" dt="2025-10-08T07:12:57.565" v="12618" actId="21"/>
          <ac:spMkLst>
            <pc:docMk/>
            <pc:sldMk cId="3341978336" sldId="338"/>
            <ac:spMk id="33" creationId="{6D6D5D69-1DB6-3E04-1B54-BA2FEE2016D3}"/>
          </ac:spMkLst>
        </pc:spChg>
        <pc:spChg chg="add mod">
          <ac:chgData name="池口晃太" userId="aaf7f548-d2e0-4c70-a7c2-2a19daa89cbd" providerId="ADAL" clId="{78433243-41E7-4E8C-B8D3-D7712F411358}" dt="2025-10-08T07:16:54.414" v="12732" actId="207"/>
          <ac:spMkLst>
            <pc:docMk/>
            <pc:sldMk cId="3341978336" sldId="338"/>
            <ac:spMk id="34" creationId="{6CB15C51-8738-CCA4-EF5A-96C151281591}"/>
          </ac:spMkLst>
        </pc:spChg>
        <pc:spChg chg="add mod">
          <ac:chgData name="池口晃太" userId="aaf7f548-d2e0-4c70-a7c2-2a19daa89cbd" providerId="ADAL" clId="{78433243-41E7-4E8C-B8D3-D7712F411358}" dt="2025-10-08T07:15:25.255" v="12697" actId="1076"/>
          <ac:spMkLst>
            <pc:docMk/>
            <pc:sldMk cId="3341978336" sldId="338"/>
            <ac:spMk id="36" creationId="{BB889D3D-F968-99B6-D323-AE70EA71A754}"/>
          </ac:spMkLst>
        </pc:spChg>
        <pc:spChg chg="add mod">
          <ac:chgData name="池口晃太" userId="aaf7f548-d2e0-4c70-a7c2-2a19daa89cbd" providerId="ADAL" clId="{78433243-41E7-4E8C-B8D3-D7712F411358}" dt="2025-10-08T07:15:25.255" v="12697" actId="1076"/>
          <ac:spMkLst>
            <pc:docMk/>
            <pc:sldMk cId="3341978336" sldId="338"/>
            <ac:spMk id="37" creationId="{79D58A06-4BCB-85B6-3DD1-234AF366E039}"/>
          </ac:spMkLst>
        </pc:spChg>
        <pc:spChg chg="add mod">
          <ac:chgData name="池口晃太" userId="aaf7f548-d2e0-4c70-a7c2-2a19daa89cbd" providerId="ADAL" clId="{78433243-41E7-4E8C-B8D3-D7712F411358}" dt="2025-10-08T07:19:14.114" v="12773" actId="1076"/>
          <ac:spMkLst>
            <pc:docMk/>
            <pc:sldMk cId="3341978336" sldId="338"/>
            <ac:spMk id="39" creationId="{44E9889D-220C-FA57-1783-DAA4376CDB01}"/>
          </ac:spMkLst>
        </pc:spChg>
        <pc:spChg chg="add mod">
          <ac:chgData name="池口晃太" userId="aaf7f548-d2e0-4c70-a7c2-2a19daa89cbd" providerId="ADAL" clId="{78433243-41E7-4E8C-B8D3-D7712F411358}" dt="2025-10-08T07:19:21.397" v="12778" actId="1076"/>
          <ac:spMkLst>
            <pc:docMk/>
            <pc:sldMk cId="3341978336" sldId="338"/>
            <ac:spMk id="41" creationId="{B1ABFDF5-7135-9F97-C904-3B091320BDA0}"/>
          </ac:spMkLst>
        </pc:spChg>
        <pc:spChg chg="add mod">
          <ac:chgData name="池口晃太" userId="aaf7f548-d2e0-4c70-a7c2-2a19daa89cbd" providerId="ADAL" clId="{78433243-41E7-4E8C-B8D3-D7712F411358}" dt="2025-10-08T07:19:29.257" v="12782" actId="1076"/>
          <ac:spMkLst>
            <pc:docMk/>
            <pc:sldMk cId="3341978336" sldId="338"/>
            <ac:spMk id="42" creationId="{B8968C6F-0C0D-9D93-DEBF-FEFF267127CA}"/>
          </ac:spMkLst>
        </pc:spChg>
        <pc:spChg chg="add mod">
          <ac:chgData name="池口晃太" userId="aaf7f548-d2e0-4c70-a7c2-2a19daa89cbd" providerId="ADAL" clId="{78433243-41E7-4E8C-B8D3-D7712F411358}" dt="2025-10-08T07:19:49.943" v="12805" actId="20577"/>
          <ac:spMkLst>
            <pc:docMk/>
            <pc:sldMk cId="3341978336" sldId="338"/>
            <ac:spMk id="54" creationId="{C356E2F6-C300-398B-6803-DE0922FA5B33}"/>
          </ac:spMkLst>
        </pc:spChg>
        <pc:spChg chg="add mod">
          <ac:chgData name="池口晃太" userId="aaf7f548-d2e0-4c70-a7c2-2a19daa89cbd" providerId="ADAL" clId="{78433243-41E7-4E8C-B8D3-D7712F411358}" dt="2025-10-08T07:19:47.141" v="12803" actId="20577"/>
          <ac:spMkLst>
            <pc:docMk/>
            <pc:sldMk cId="3341978336" sldId="338"/>
            <ac:spMk id="55" creationId="{7EC44DEA-E41E-BD32-1D6A-3CA345BC3033}"/>
          </ac:spMkLst>
        </pc:spChg>
        <pc:spChg chg="add mod">
          <ac:chgData name="池口晃太" userId="aaf7f548-d2e0-4c70-a7c2-2a19daa89cbd" providerId="ADAL" clId="{78433243-41E7-4E8C-B8D3-D7712F411358}" dt="2025-10-08T07:19:39.958" v="12788" actId="20577"/>
          <ac:spMkLst>
            <pc:docMk/>
            <pc:sldMk cId="3341978336" sldId="338"/>
            <ac:spMk id="56" creationId="{D2197F21-188D-4B62-6B32-5D3A17169A93}"/>
          </ac:spMkLst>
        </pc:spChg>
        <pc:spChg chg="add del mod">
          <ac:chgData name="池口晃太" userId="aaf7f548-d2e0-4c70-a7c2-2a19daa89cbd" providerId="ADAL" clId="{78433243-41E7-4E8C-B8D3-D7712F411358}" dt="2025-10-08T07:20:16.070" v="12816" actId="207"/>
          <ac:spMkLst>
            <pc:docMk/>
            <pc:sldMk cId="3341978336" sldId="338"/>
            <ac:spMk id="60" creationId="{EF314CA1-CC33-2545-14E7-186432D8B774}"/>
          </ac:spMkLst>
        </pc:spChg>
        <pc:spChg chg="add mod">
          <ac:chgData name="池口晃太" userId="aaf7f548-d2e0-4c70-a7c2-2a19daa89cbd" providerId="ADAL" clId="{78433243-41E7-4E8C-B8D3-D7712F411358}" dt="2025-10-08T07:20:00.806" v="12807" actId="1076"/>
          <ac:spMkLst>
            <pc:docMk/>
            <pc:sldMk cId="3341978336" sldId="338"/>
            <ac:spMk id="61" creationId="{C5F23043-808A-8681-A24B-811993F6A5CE}"/>
          </ac:spMkLst>
        </pc:spChg>
        <pc:spChg chg="add mod">
          <ac:chgData name="池口晃太" userId="aaf7f548-d2e0-4c70-a7c2-2a19daa89cbd" providerId="ADAL" clId="{78433243-41E7-4E8C-B8D3-D7712F411358}" dt="2025-10-08T07:20:00.806" v="12807" actId="1076"/>
          <ac:spMkLst>
            <pc:docMk/>
            <pc:sldMk cId="3341978336" sldId="338"/>
            <ac:spMk id="62" creationId="{64472309-6F90-624F-0FCD-667B310BEE16}"/>
          </ac:spMkLst>
        </pc:spChg>
        <pc:spChg chg="mod">
          <ac:chgData name="池口晃太" userId="aaf7f548-d2e0-4c70-a7c2-2a19daa89cbd" providerId="ADAL" clId="{78433243-41E7-4E8C-B8D3-D7712F411358}" dt="2025-10-08T07:18:09.673" v="12750" actId="1076"/>
          <ac:spMkLst>
            <pc:docMk/>
            <pc:sldMk cId="3341978336" sldId="338"/>
            <ac:spMk id="65" creationId="{2F959C39-0B51-D7F1-E4AD-36EDBB71B0C2}"/>
          </ac:spMkLst>
        </pc:spChg>
        <pc:spChg chg="add mod">
          <ac:chgData name="池口晃太" userId="aaf7f548-d2e0-4c70-a7c2-2a19daa89cbd" providerId="ADAL" clId="{78433243-41E7-4E8C-B8D3-D7712F411358}" dt="2025-10-08T07:20:06.068" v="12810" actId="207"/>
          <ac:spMkLst>
            <pc:docMk/>
            <pc:sldMk cId="3341978336" sldId="338"/>
            <ac:spMk id="67" creationId="{94909FB5-D8AB-33A5-25FF-8909A989D215}"/>
          </ac:spMkLst>
        </pc:spChg>
        <pc:spChg chg="add mod">
          <ac:chgData name="池口晃太" userId="aaf7f548-d2e0-4c70-a7c2-2a19daa89cbd" providerId="ADAL" clId="{78433243-41E7-4E8C-B8D3-D7712F411358}" dt="2025-10-08T07:20:00.806" v="12807" actId="1076"/>
          <ac:spMkLst>
            <pc:docMk/>
            <pc:sldMk cId="3341978336" sldId="338"/>
            <ac:spMk id="68" creationId="{AFD99D90-DE9B-4FF8-00EE-0FBA7BB10A89}"/>
          </ac:spMkLst>
        </pc:spChg>
        <pc:spChg chg="add mod">
          <ac:chgData name="池口晃太" userId="aaf7f548-d2e0-4c70-a7c2-2a19daa89cbd" providerId="ADAL" clId="{78433243-41E7-4E8C-B8D3-D7712F411358}" dt="2025-10-08T07:20:00.806" v="12807" actId="1076"/>
          <ac:spMkLst>
            <pc:docMk/>
            <pc:sldMk cId="3341978336" sldId="338"/>
            <ac:spMk id="69" creationId="{A9EC81C2-49B7-5B98-208E-C83C09BC827A}"/>
          </ac:spMkLst>
        </pc:spChg>
        <pc:spChg chg="mod ord">
          <ac:chgData name="池口晃太" userId="aaf7f548-d2e0-4c70-a7c2-2a19daa89cbd" providerId="ADAL" clId="{78433243-41E7-4E8C-B8D3-D7712F411358}" dt="2025-10-08T07:17:36.462" v="12740" actId="1076"/>
          <ac:spMkLst>
            <pc:docMk/>
            <pc:sldMk cId="3341978336" sldId="338"/>
            <ac:spMk id="71" creationId="{A0AB1EA4-769F-C206-3713-8386C9354815}"/>
          </ac:spMkLst>
        </pc:spChg>
        <pc:spChg chg="add mod">
          <ac:chgData name="池口晃太" userId="aaf7f548-d2e0-4c70-a7c2-2a19daa89cbd" providerId="ADAL" clId="{78433243-41E7-4E8C-B8D3-D7712F411358}" dt="2025-10-08T07:21:17.089" v="12853" actId="1076"/>
          <ac:spMkLst>
            <pc:docMk/>
            <pc:sldMk cId="3341978336" sldId="338"/>
            <ac:spMk id="80" creationId="{3266917C-2D44-91C2-9052-510915E09FBA}"/>
          </ac:spMkLst>
        </pc:spChg>
        <pc:spChg chg="add mod">
          <ac:chgData name="池口晃太" userId="aaf7f548-d2e0-4c70-a7c2-2a19daa89cbd" providerId="ADAL" clId="{78433243-41E7-4E8C-B8D3-D7712F411358}" dt="2025-10-08T07:22:10.285" v="12878" actId="1076"/>
          <ac:spMkLst>
            <pc:docMk/>
            <pc:sldMk cId="3341978336" sldId="338"/>
            <ac:spMk id="81" creationId="{7DB279E4-72B4-E614-73F1-56C00FB29AAA}"/>
          </ac:spMkLst>
        </pc:spChg>
        <pc:spChg chg="add mod">
          <ac:chgData name="池口晃太" userId="aaf7f548-d2e0-4c70-a7c2-2a19daa89cbd" providerId="ADAL" clId="{78433243-41E7-4E8C-B8D3-D7712F411358}" dt="2025-10-08T07:22:08.418" v="12877" actId="1076"/>
          <ac:spMkLst>
            <pc:docMk/>
            <pc:sldMk cId="3341978336" sldId="338"/>
            <ac:spMk id="83" creationId="{A2E8DD96-5C20-C42B-FDF1-09757406C775}"/>
          </ac:spMkLst>
        </pc:spChg>
        <pc:spChg chg="mod">
          <ac:chgData name="池口晃太" userId="aaf7f548-d2e0-4c70-a7c2-2a19daa89cbd" providerId="ADAL" clId="{78433243-41E7-4E8C-B8D3-D7712F411358}" dt="2025-10-08T07:15:10.119" v="12693" actId="1076"/>
          <ac:spMkLst>
            <pc:docMk/>
            <pc:sldMk cId="3341978336" sldId="338"/>
            <ac:spMk id="87" creationId="{B139CDDB-576B-FC7B-3EC2-B46C09489F84}"/>
          </ac:spMkLst>
        </pc:spChg>
        <pc:spChg chg="add del mod">
          <ac:chgData name="池口晃太" userId="aaf7f548-d2e0-4c70-a7c2-2a19daa89cbd" providerId="ADAL" clId="{78433243-41E7-4E8C-B8D3-D7712F411358}" dt="2025-10-08T07:17:17.675" v="12735" actId="1076"/>
          <ac:spMkLst>
            <pc:docMk/>
            <pc:sldMk cId="3341978336" sldId="338"/>
            <ac:spMk id="90" creationId="{D862057D-29F7-B790-A131-51B8448849B6}"/>
          </ac:spMkLst>
        </pc:spChg>
        <pc:picChg chg="add del mod">
          <ac:chgData name="池口晃太" userId="aaf7f548-d2e0-4c70-a7c2-2a19daa89cbd" providerId="ADAL" clId="{78433243-41E7-4E8C-B8D3-D7712F411358}" dt="2025-10-08T07:12:57.565" v="12618" actId="21"/>
          <ac:picMkLst>
            <pc:docMk/>
            <pc:sldMk cId="3341978336" sldId="338"/>
            <ac:picMk id="14" creationId="{90E71750-0DAA-657E-85FA-757B7AF0550B}"/>
          </ac:picMkLst>
        </pc:picChg>
        <pc:picChg chg="add mod">
          <ac:chgData name="池口晃太" userId="aaf7f548-d2e0-4c70-a7c2-2a19daa89cbd" providerId="ADAL" clId="{78433243-41E7-4E8C-B8D3-D7712F411358}" dt="2025-10-08T07:19:12.089" v="12772" actId="1076"/>
          <ac:picMkLst>
            <pc:docMk/>
            <pc:sldMk cId="3341978336" sldId="338"/>
            <ac:picMk id="23" creationId="{06FED9E2-7B11-2DA0-AE73-B7A7982D130E}"/>
          </ac:picMkLst>
        </pc:picChg>
        <pc:picChg chg="add mod">
          <ac:chgData name="池口晃太" userId="aaf7f548-d2e0-4c70-a7c2-2a19daa89cbd" providerId="ADAL" clId="{78433243-41E7-4E8C-B8D3-D7712F411358}" dt="2025-10-08T07:19:20.009" v="12777" actId="1076"/>
          <ac:picMkLst>
            <pc:docMk/>
            <pc:sldMk cId="3341978336" sldId="338"/>
            <ac:picMk id="24" creationId="{6CB0ECC9-421D-4369-8256-0659E5D93D72}"/>
          </ac:picMkLst>
        </pc:picChg>
        <pc:picChg chg="add mod">
          <ac:chgData name="池口晃太" userId="aaf7f548-d2e0-4c70-a7c2-2a19daa89cbd" providerId="ADAL" clId="{78433243-41E7-4E8C-B8D3-D7712F411358}" dt="2025-10-08T07:19:26.948" v="12781" actId="1076"/>
          <ac:picMkLst>
            <pc:docMk/>
            <pc:sldMk cId="3341978336" sldId="338"/>
            <ac:picMk id="25" creationId="{2F8B4F02-410A-2B50-1F90-D0355373161D}"/>
          </ac:picMkLst>
        </pc:picChg>
        <pc:picChg chg="add mod">
          <ac:chgData name="池口晃太" userId="aaf7f548-d2e0-4c70-a7c2-2a19daa89cbd" providerId="ADAL" clId="{78433243-41E7-4E8C-B8D3-D7712F411358}" dt="2025-10-08T07:16:10.046" v="12707" actId="1076"/>
          <ac:picMkLst>
            <pc:docMk/>
            <pc:sldMk cId="3341978336" sldId="338"/>
            <ac:picMk id="44" creationId="{82E1BAFD-D0B7-D2B6-BE02-BB09713E7C38}"/>
          </ac:picMkLst>
        </pc:picChg>
        <pc:picChg chg="add mod">
          <ac:chgData name="池口晃太" userId="aaf7f548-d2e0-4c70-a7c2-2a19daa89cbd" providerId="ADAL" clId="{78433243-41E7-4E8C-B8D3-D7712F411358}" dt="2025-10-08T07:16:35.020" v="12711" actId="14100"/>
          <ac:picMkLst>
            <pc:docMk/>
            <pc:sldMk cId="3341978336" sldId="338"/>
            <ac:picMk id="46" creationId="{DA072BA1-4F45-C96A-6894-BD455AAF2F22}"/>
          </ac:picMkLst>
        </pc:picChg>
        <pc:picChg chg="mod">
          <ac:chgData name="池口晃太" userId="aaf7f548-d2e0-4c70-a7c2-2a19daa89cbd" providerId="ADAL" clId="{78433243-41E7-4E8C-B8D3-D7712F411358}" dt="2025-10-08T07:15:17.394" v="12695" actId="1076"/>
          <ac:picMkLst>
            <pc:docMk/>
            <pc:sldMk cId="3341978336" sldId="338"/>
            <ac:picMk id="48" creationId="{CDCCD50B-077E-7A4A-56BC-2D82DE715C73}"/>
          </ac:picMkLst>
        </pc:picChg>
        <pc:picChg chg="add mod">
          <ac:chgData name="池口晃太" userId="aaf7f548-d2e0-4c70-a7c2-2a19daa89cbd" providerId="ADAL" clId="{78433243-41E7-4E8C-B8D3-D7712F411358}" dt="2025-10-08T07:19:37.877" v="12786" actId="1076"/>
          <ac:picMkLst>
            <pc:docMk/>
            <pc:sldMk cId="3341978336" sldId="338"/>
            <ac:picMk id="51" creationId="{CA964613-4928-6939-4BA6-21CF4B33955E}"/>
          </ac:picMkLst>
        </pc:picChg>
        <pc:picChg chg="add mod">
          <ac:chgData name="池口晃太" userId="aaf7f548-d2e0-4c70-a7c2-2a19daa89cbd" providerId="ADAL" clId="{78433243-41E7-4E8C-B8D3-D7712F411358}" dt="2025-10-08T07:19:37.877" v="12786" actId="1076"/>
          <ac:picMkLst>
            <pc:docMk/>
            <pc:sldMk cId="3341978336" sldId="338"/>
            <ac:picMk id="52" creationId="{85F0208E-7CD5-5839-ABE6-52E52E0DBF08}"/>
          </ac:picMkLst>
        </pc:picChg>
        <pc:picChg chg="add mod">
          <ac:chgData name="池口晃太" userId="aaf7f548-d2e0-4c70-a7c2-2a19daa89cbd" providerId="ADAL" clId="{78433243-41E7-4E8C-B8D3-D7712F411358}" dt="2025-10-08T07:19:37.877" v="12786" actId="1076"/>
          <ac:picMkLst>
            <pc:docMk/>
            <pc:sldMk cId="3341978336" sldId="338"/>
            <ac:picMk id="53" creationId="{E60B8295-A9C4-5B5E-1111-E3FD663438E2}"/>
          </ac:picMkLst>
        </pc:picChg>
        <pc:picChg chg="add mod">
          <ac:chgData name="池口晃太" userId="aaf7f548-d2e0-4c70-a7c2-2a19daa89cbd" providerId="ADAL" clId="{78433243-41E7-4E8C-B8D3-D7712F411358}" dt="2025-10-08T07:20:00.806" v="12807" actId="1076"/>
          <ac:picMkLst>
            <pc:docMk/>
            <pc:sldMk cId="3341978336" sldId="338"/>
            <ac:picMk id="57" creationId="{B111EF20-788A-5FE1-E027-6E8FF72E5B93}"/>
          </ac:picMkLst>
        </pc:picChg>
        <pc:picChg chg="add mod">
          <ac:chgData name="池口晃太" userId="aaf7f548-d2e0-4c70-a7c2-2a19daa89cbd" providerId="ADAL" clId="{78433243-41E7-4E8C-B8D3-D7712F411358}" dt="2025-10-08T07:20:00.806" v="12807" actId="1076"/>
          <ac:picMkLst>
            <pc:docMk/>
            <pc:sldMk cId="3341978336" sldId="338"/>
            <ac:picMk id="58" creationId="{39DB0AF9-45DA-44FB-7F2A-B3A73CF90F2E}"/>
          </ac:picMkLst>
        </pc:picChg>
        <pc:picChg chg="add mod">
          <ac:chgData name="池口晃太" userId="aaf7f548-d2e0-4c70-a7c2-2a19daa89cbd" providerId="ADAL" clId="{78433243-41E7-4E8C-B8D3-D7712F411358}" dt="2025-10-08T07:20:00.806" v="12807" actId="1076"/>
          <ac:picMkLst>
            <pc:docMk/>
            <pc:sldMk cId="3341978336" sldId="338"/>
            <ac:picMk id="63" creationId="{5BBD8C21-7565-9105-ADFD-50FEC8F35177}"/>
          </ac:picMkLst>
        </pc:picChg>
        <pc:picChg chg="add mod">
          <ac:chgData name="池口晃太" userId="aaf7f548-d2e0-4c70-a7c2-2a19daa89cbd" providerId="ADAL" clId="{78433243-41E7-4E8C-B8D3-D7712F411358}" dt="2025-10-08T07:20:00.806" v="12807" actId="1076"/>
          <ac:picMkLst>
            <pc:docMk/>
            <pc:sldMk cId="3341978336" sldId="338"/>
            <ac:picMk id="66" creationId="{0EF18292-FAE5-9D6B-251E-4C270D0C093B}"/>
          </ac:picMkLst>
        </pc:picChg>
        <pc:picChg chg="mod">
          <ac:chgData name="池口晃太" userId="aaf7f548-d2e0-4c70-a7c2-2a19daa89cbd" providerId="ADAL" clId="{78433243-41E7-4E8C-B8D3-D7712F411358}" dt="2025-10-08T07:14:59.452" v="12689" actId="1076"/>
          <ac:picMkLst>
            <pc:docMk/>
            <pc:sldMk cId="3341978336" sldId="338"/>
            <ac:picMk id="77" creationId="{D8A3CB18-B697-480C-17A8-403AE00CC360}"/>
          </ac:picMkLst>
        </pc:picChg>
        <pc:picChg chg="add mod">
          <ac:chgData name="池口晃太" userId="aaf7f548-d2e0-4c70-a7c2-2a19daa89cbd" providerId="ADAL" clId="{78433243-41E7-4E8C-B8D3-D7712F411358}" dt="2025-10-08T07:24:53.324" v="12957" actId="14100"/>
          <ac:picMkLst>
            <pc:docMk/>
            <pc:sldMk cId="3341978336" sldId="338"/>
            <ac:picMk id="85" creationId="{59E350BD-CA24-8349-FFAB-67DA87AD9889}"/>
          </ac:picMkLst>
        </pc:picChg>
        <pc:cxnChg chg="add mod ord">
          <ac:chgData name="池口晃太" userId="aaf7f548-d2e0-4c70-a7c2-2a19daa89cbd" providerId="ADAL" clId="{78433243-41E7-4E8C-B8D3-D7712F411358}" dt="2025-10-08T07:21:54.708" v="12871" actId="478"/>
          <ac:cxnSpMkLst>
            <pc:docMk/>
            <pc:sldMk cId="3341978336" sldId="338"/>
            <ac:cxnSpMk id="50" creationId="{1FAC7710-8788-16CB-531D-D0DBF3653522}"/>
          </ac:cxnSpMkLst>
        </pc:cxnChg>
        <pc:cxnChg chg="add mod">
          <ac:chgData name="池口晃太" userId="aaf7f548-d2e0-4c70-a7c2-2a19daa89cbd" providerId="ADAL" clId="{78433243-41E7-4E8C-B8D3-D7712F411358}" dt="2025-10-08T07:20:46.524" v="12820" actId="208"/>
          <ac:cxnSpMkLst>
            <pc:docMk/>
            <pc:sldMk cId="3341978336" sldId="338"/>
            <ac:cxnSpMk id="73" creationId="{22432FCC-C658-8C65-7938-C7C64ECEFD7F}"/>
          </ac:cxnSpMkLst>
        </pc:cxnChg>
        <pc:cxnChg chg="add mod">
          <ac:chgData name="池口晃太" userId="aaf7f548-d2e0-4c70-a7c2-2a19daa89cbd" providerId="ADAL" clId="{78433243-41E7-4E8C-B8D3-D7712F411358}" dt="2025-10-08T07:20:55.271" v="12823" actId="14100"/>
          <ac:cxnSpMkLst>
            <pc:docMk/>
            <pc:sldMk cId="3341978336" sldId="338"/>
            <ac:cxnSpMk id="76" creationId="{97994DC5-E3CB-E889-BFE1-9BF15BD560C1}"/>
          </ac:cxnSpMkLst>
        </pc:cxnChg>
      </pc:sldChg>
    </pc:docChg>
  </pc:docChgLst>
  <pc:docChgLst>
    <pc:chgData name="池口晃太" userId="S::ctun0013@mail4.doshisha.ac.jp::aaf7f548-d2e0-4c70-a7c2-2a19daa89cbd" providerId="AD" clId="Web-{C7E92A3C-D0A8-E44B-94F4-D03B5E621832}"/>
    <pc:docChg chg="modSld">
      <pc:chgData name="池口晃太" userId="S::ctun0013@mail4.doshisha.ac.jp::aaf7f548-d2e0-4c70-a7c2-2a19daa89cbd" providerId="AD" clId="Web-{C7E92A3C-D0A8-E44B-94F4-D03B5E621832}" dt="2025-04-16T10:04:51.553" v="41"/>
      <pc:docMkLst>
        <pc:docMk/>
      </pc:docMkLst>
      <pc:sldChg chg="modSp">
        <pc:chgData name="池口晃太" userId="S::ctun0013@mail4.doshisha.ac.jp::aaf7f548-d2e0-4c70-a7c2-2a19daa89cbd" providerId="AD" clId="Web-{C7E92A3C-D0A8-E44B-94F4-D03B5E621832}" dt="2025-04-16T10:04:51.553" v="41"/>
        <pc:sldMkLst>
          <pc:docMk/>
          <pc:sldMk cId="146043875" sldId="292"/>
        </pc:sldMkLst>
      </pc:sldChg>
    </pc:docChg>
  </pc:docChgLst>
  <pc:docChgLst>
    <pc:chgData name="池口晃太" userId="aaf7f548-d2e0-4c70-a7c2-2a19daa89cbd" providerId="ADAL" clId="{E00A540A-4AEA-43AE-9619-592028E1B4A9}"/>
    <pc:docChg chg="undo redo custSel addSld delSld modSld sldOrd addSection modSection">
      <pc:chgData name="池口晃太" userId="aaf7f548-d2e0-4c70-a7c2-2a19daa89cbd" providerId="ADAL" clId="{E00A540A-4AEA-43AE-9619-592028E1B4A9}" dt="2025-04-15T14:10:56.945" v="12851" actId="1076"/>
      <pc:docMkLst>
        <pc:docMk/>
      </pc:docMkLst>
      <pc:sldChg chg="addSp delSp modSp mod modNotesTx">
        <pc:chgData name="池口晃太" userId="aaf7f548-d2e0-4c70-a7c2-2a19daa89cbd" providerId="ADAL" clId="{E00A540A-4AEA-43AE-9619-592028E1B4A9}" dt="2025-04-15T09:11:32.535" v="12648" actId="20577"/>
        <pc:sldMkLst>
          <pc:docMk/>
          <pc:sldMk cId="3684952264" sldId="256"/>
        </pc:sldMkLst>
      </pc:sldChg>
      <pc:sldChg chg="addSp delSp modSp add del mod modNotesTx">
        <pc:chgData name="池口晃太" userId="aaf7f548-d2e0-4c70-a7c2-2a19daa89cbd" providerId="ADAL" clId="{E00A540A-4AEA-43AE-9619-592028E1B4A9}" dt="2025-04-15T14:10:56.945" v="12851" actId="1076"/>
        <pc:sldMkLst>
          <pc:docMk/>
          <pc:sldMk cId="2776394331" sldId="273"/>
        </pc:sldMkLst>
      </pc:sldChg>
      <pc:sldChg chg="modSp add del mod">
        <pc:chgData name="池口晃太" userId="aaf7f548-d2e0-4c70-a7c2-2a19daa89cbd" providerId="ADAL" clId="{E00A540A-4AEA-43AE-9619-592028E1B4A9}" dt="2025-04-05T21:37:23.714" v="90" actId="47"/>
        <pc:sldMkLst>
          <pc:docMk/>
          <pc:sldMk cId="939632520" sldId="274"/>
        </pc:sldMkLst>
      </pc:sldChg>
      <pc:sldChg chg="add del">
        <pc:chgData name="池口晃太" userId="aaf7f548-d2e0-4c70-a7c2-2a19daa89cbd" providerId="ADAL" clId="{E00A540A-4AEA-43AE-9619-592028E1B4A9}" dt="2025-04-05T22:21:17.886" v="174" actId="47"/>
        <pc:sldMkLst>
          <pc:docMk/>
          <pc:sldMk cId="1367967059" sldId="274"/>
        </pc:sldMkLst>
      </pc:sldChg>
      <pc:sldChg chg="addSp delSp modSp add mod ord modNotesTx">
        <pc:chgData name="池口晃太" userId="aaf7f548-d2e0-4c70-a7c2-2a19daa89cbd" providerId="ADAL" clId="{E00A540A-4AEA-43AE-9619-592028E1B4A9}" dt="2025-04-15T07:39:26.230" v="11160" actId="113"/>
        <pc:sldMkLst>
          <pc:docMk/>
          <pc:sldMk cId="2102519242" sldId="274"/>
        </pc:sldMkLst>
      </pc:sldChg>
      <pc:sldChg chg="modSp add del mod ord">
        <pc:chgData name="池口晃太" userId="aaf7f548-d2e0-4c70-a7c2-2a19daa89cbd" providerId="ADAL" clId="{E00A540A-4AEA-43AE-9619-592028E1B4A9}" dt="2025-04-06T18:38:45.152" v="542" actId="47"/>
        <pc:sldMkLst>
          <pc:docMk/>
          <pc:sldMk cId="227160282" sldId="275"/>
        </pc:sldMkLst>
      </pc:sldChg>
      <pc:sldChg chg="modSp add del mod">
        <pc:chgData name="池口晃太" userId="aaf7f548-d2e0-4c70-a7c2-2a19daa89cbd" providerId="ADAL" clId="{E00A540A-4AEA-43AE-9619-592028E1B4A9}" dt="2025-04-05T21:37:25.340" v="91" actId="47"/>
        <pc:sldMkLst>
          <pc:docMk/>
          <pc:sldMk cId="4162192599" sldId="275"/>
        </pc:sldMkLst>
      </pc:sldChg>
      <pc:sldChg chg="modSp add del mod">
        <pc:chgData name="池口晃太" userId="aaf7f548-d2e0-4c70-a7c2-2a19daa89cbd" providerId="ADAL" clId="{E00A540A-4AEA-43AE-9619-592028E1B4A9}" dt="2025-04-05T21:37:26.384" v="92" actId="47"/>
        <pc:sldMkLst>
          <pc:docMk/>
          <pc:sldMk cId="1757436253" sldId="276"/>
        </pc:sldMkLst>
      </pc:sldChg>
      <pc:sldChg chg="addSp delSp modSp add mod ord">
        <pc:chgData name="池口晃太" userId="aaf7f548-d2e0-4c70-a7c2-2a19daa89cbd" providerId="ADAL" clId="{E00A540A-4AEA-43AE-9619-592028E1B4A9}" dt="2025-04-14T16:19:29.977" v="6370" actId="207"/>
        <pc:sldMkLst>
          <pc:docMk/>
          <pc:sldMk cId="3300690120" sldId="276"/>
        </pc:sldMkLst>
      </pc:sldChg>
      <pc:sldChg chg="add del ord">
        <pc:chgData name="池口晃太" userId="aaf7f548-d2e0-4c70-a7c2-2a19daa89cbd" providerId="ADAL" clId="{E00A540A-4AEA-43AE-9619-592028E1B4A9}" dt="2025-04-06T18:56:40.901" v="952" actId="47"/>
        <pc:sldMkLst>
          <pc:docMk/>
          <pc:sldMk cId="1805544962" sldId="277"/>
        </pc:sldMkLst>
      </pc:sldChg>
      <pc:sldChg chg="addSp delSp modSp add mod ord modNotesTx">
        <pc:chgData name="池口晃太" userId="aaf7f548-d2e0-4c70-a7c2-2a19daa89cbd" providerId="ADAL" clId="{E00A540A-4AEA-43AE-9619-592028E1B4A9}" dt="2025-04-15T07:40:41.089" v="11176" actId="20577"/>
        <pc:sldMkLst>
          <pc:docMk/>
          <pc:sldMk cId="2955578182" sldId="277"/>
        </pc:sldMkLst>
      </pc:sldChg>
      <pc:sldChg chg="addSp delSp modSp add mod ord modNotesTx">
        <pc:chgData name="池口晃太" userId="aaf7f548-d2e0-4c70-a7c2-2a19daa89cbd" providerId="ADAL" clId="{E00A540A-4AEA-43AE-9619-592028E1B4A9}" dt="2025-04-15T07:38:12.791" v="11064"/>
        <pc:sldMkLst>
          <pc:docMk/>
          <pc:sldMk cId="3869932805" sldId="278"/>
        </pc:sldMkLst>
      </pc:sldChg>
      <pc:sldChg chg="addSp delSp modSp add mod modNotesTx">
        <pc:chgData name="池口晃太" userId="aaf7f548-d2e0-4c70-a7c2-2a19daa89cbd" providerId="ADAL" clId="{E00A540A-4AEA-43AE-9619-592028E1B4A9}" dt="2025-04-15T07:50:32.737" v="11263"/>
        <pc:sldMkLst>
          <pc:docMk/>
          <pc:sldMk cId="3714915946" sldId="279"/>
        </pc:sldMkLst>
      </pc:sldChg>
      <pc:sldChg chg="addSp delSp modSp add mod modNotesTx">
        <pc:chgData name="池口晃太" userId="aaf7f548-d2e0-4c70-a7c2-2a19daa89cbd" providerId="ADAL" clId="{E00A540A-4AEA-43AE-9619-592028E1B4A9}" dt="2025-04-15T07:53:13.021" v="11271" actId="20577"/>
        <pc:sldMkLst>
          <pc:docMk/>
          <pc:sldMk cId="2037550228" sldId="280"/>
        </pc:sldMkLst>
      </pc:sldChg>
      <pc:sldChg chg="addSp delSp modSp add mod ord modNotesTx">
        <pc:chgData name="池口晃太" userId="aaf7f548-d2e0-4c70-a7c2-2a19daa89cbd" providerId="ADAL" clId="{E00A540A-4AEA-43AE-9619-592028E1B4A9}" dt="2025-04-15T08:06:47.181" v="11431" actId="20577"/>
        <pc:sldMkLst>
          <pc:docMk/>
          <pc:sldMk cId="3113475902" sldId="281"/>
        </pc:sldMkLst>
      </pc:sldChg>
      <pc:sldChg chg="addSp delSp modSp add mod modNotesTx">
        <pc:chgData name="池口晃太" userId="aaf7f548-d2e0-4c70-a7c2-2a19daa89cbd" providerId="ADAL" clId="{E00A540A-4AEA-43AE-9619-592028E1B4A9}" dt="2025-04-15T07:35:42.754" v="11051" actId="20577"/>
        <pc:sldMkLst>
          <pc:docMk/>
          <pc:sldMk cId="872345764" sldId="282"/>
        </pc:sldMkLst>
      </pc:sldChg>
      <pc:sldChg chg="addSp delSp modSp new del mod">
        <pc:chgData name="池口晃太" userId="aaf7f548-d2e0-4c70-a7c2-2a19daa89cbd" providerId="ADAL" clId="{E00A540A-4AEA-43AE-9619-592028E1B4A9}" dt="2025-04-14T15:43:47.395" v="5722" actId="47"/>
        <pc:sldMkLst>
          <pc:docMk/>
          <pc:sldMk cId="3376252978" sldId="283"/>
        </pc:sldMkLst>
      </pc:sldChg>
      <pc:sldChg chg="addSp delSp modSp add mod ord modNotesTx">
        <pc:chgData name="池口晃太" userId="aaf7f548-d2e0-4c70-a7c2-2a19daa89cbd" providerId="ADAL" clId="{E00A540A-4AEA-43AE-9619-592028E1B4A9}" dt="2025-04-15T09:00:26.387" v="12416" actId="20577"/>
        <pc:sldMkLst>
          <pc:docMk/>
          <pc:sldMk cId="2249912415" sldId="284"/>
        </pc:sldMkLst>
      </pc:sldChg>
      <pc:sldChg chg="addSp delSp modSp add mod">
        <pc:chgData name="池口晃太" userId="aaf7f548-d2e0-4c70-a7c2-2a19daa89cbd" providerId="ADAL" clId="{E00A540A-4AEA-43AE-9619-592028E1B4A9}" dt="2025-04-14T16:04:19.022" v="6022" actId="20577"/>
        <pc:sldMkLst>
          <pc:docMk/>
          <pc:sldMk cId="966181683" sldId="285"/>
        </pc:sldMkLst>
      </pc:sldChg>
      <pc:sldChg chg="addSp delSp modSp add mod modNotesTx">
        <pc:chgData name="池口晃太" userId="aaf7f548-d2e0-4c70-a7c2-2a19daa89cbd" providerId="ADAL" clId="{E00A540A-4AEA-43AE-9619-592028E1B4A9}" dt="2025-04-15T08:04:37.290" v="11390"/>
        <pc:sldMkLst>
          <pc:docMk/>
          <pc:sldMk cId="1276396297" sldId="286"/>
        </pc:sldMkLst>
      </pc:sldChg>
      <pc:sldChg chg="addSp delSp modSp add mod">
        <pc:chgData name="池口晃太" userId="aaf7f548-d2e0-4c70-a7c2-2a19daa89cbd" providerId="ADAL" clId="{E00A540A-4AEA-43AE-9619-592028E1B4A9}" dt="2025-04-14T16:04:25.660" v="6023" actId="255"/>
        <pc:sldMkLst>
          <pc:docMk/>
          <pc:sldMk cId="3469919225" sldId="287"/>
        </pc:sldMkLst>
      </pc:sldChg>
      <pc:sldChg chg="addSp modSp add mod">
        <pc:chgData name="池口晃太" userId="aaf7f548-d2e0-4c70-a7c2-2a19daa89cbd" providerId="ADAL" clId="{E00A540A-4AEA-43AE-9619-592028E1B4A9}" dt="2025-04-15T07:32:44.141" v="11048"/>
        <pc:sldMkLst>
          <pc:docMk/>
          <pc:sldMk cId="270863938" sldId="288"/>
        </pc:sldMkLst>
      </pc:sldChg>
      <pc:sldChg chg="addSp delSp modSp add mod ord modNotesTx">
        <pc:chgData name="池口晃太" userId="aaf7f548-d2e0-4c70-a7c2-2a19daa89cbd" providerId="ADAL" clId="{E00A540A-4AEA-43AE-9619-592028E1B4A9}" dt="2025-04-15T08:42:45.322" v="12328"/>
        <pc:sldMkLst>
          <pc:docMk/>
          <pc:sldMk cId="3583035908" sldId="289"/>
        </pc:sldMkLst>
      </pc:sldChg>
      <pc:sldChg chg="addSp delSp modSp add mod ord modNotesTx">
        <pc:chgData name="池口晃太" userId="aaf7f548-d2e0-4c70-a7c2-2a19daa89cbd" providerId="ADAL" clId="{E00A540A-4AEA-43AE-9619-592028E1B4A9}" dt="2025-04-15T09:19:59.148" v="12849" actId="1076"/>
        <pc:sldMkLst>
          <pc:docMk/>
          <pc:sldMk cId="3977868049" sldId="290"/>
        </pc:sldMkLst>
      </pc:sldChg>
      <pc:sldChg chg="add del ord">
        <pc:chgData name="池口晃太" userId="aaf7f548-d2e0-4c70-a7c2-2a19daa89cbd" providerId="ADAL" clId="{E00A540A-4AEA-43AE-9619-592028E1B4A9}" dt="2025-04-15T00:25:32.444" v="10323" actId="47"/>
        <pc:sldMkLst>
          <pc:docMk/>
          <pc:sldMk cId="4283173940" sldId="291"/>
        </pc:sldMkLst>
      </pc:sldChg>
      <pc:sldChg chg="addSp delSp modSp add mod ord modNotesTx">
        <pc:chgData name="池口晃太" userId="aaf7f548-d2e0-4c70-a7c2-2a19daa89cbd" providerId="ADAL" clId="{E00A540A-4AEA-43AE-9619-592028E1B4A9}" dt="2025-04-15T09:19:44.680" v="12847" actId="113"/>
        <pc:sldMkLst>
          <pc:docMk/>
          <pc:sldMk cId="146043875" sldId="292"/>
        </pc:sldMkLst>
      </pc:sldChg>
      <pc:sldChg chg="addSp delSp modSp add mod ord modNotesTx">
        <pc:chgData name="池口晃太" userId="aaf7f548-d2e0-4c70-a7c2-2a19daa89cbd" providerId="ADAL" clId="{E00A540A-4AEA-43AE-9619-592028E1B4A9}" dt="2025-04-15T08:07:19.440" v="11435" actId="20577"/>
        <pc:sldMkLst>
          <pc:docMk/>
          <pc:sldMk cId="4000819135" sldId="293"/>
        </pc:sldMkLst>
      </pc:sldChg>
      <pc:sldChg chg="addSp delSp modSp add mod modNotesTx">
        <pc:chgData name="池口晃太" userId="aaf7f548-d2e0-4c70-a7c2-2a19daa89cbd" providerId="ADAL" clId="{E00A540A-4AEA-43AE-9619-592028E1B4A9}" dt="2025-04-15T09:00:48.333" v="12418" actId="20577"/>
        <pc:sldMkLst>
          <pc:docMk/>
          <pc:sldMk cId="1028419542" sldId="294"/>
        </pc:sldMkLst>
      </pc:sldChg>
      <pc:sldChg chg="addSp delSp modSp add mod modNotesTx">
        <pc:chgData name="池口晃太" userId="aaf7f548-d2e0-4c70-a7c2-2a19daa89cbd" providerId="ADAL" clId="{E00A540A-4AEA-43AE-9619-592028E1B4A9}" dt="2025-04-15T08:12:03.372" v="11637" actId="20577"/>
        <pc:sldMkLst>
          <pc:docMk/>
          <pc:sldMk cId="3663474307" sldId="295"/>
        </pc:sldMkLst>
      </pc:sldChg>
      <pc:sldChg chg="addSp delSp modSp add mod modNotesTx">
        <pc:chgData name="池口晃太" userId="aaf7f548-d2e0-4c70-a7c2-2a19daa89cbd" providerId="ADAL" clId="{E00A540A-4AEA-43AE-9619-592028E1B4A9}" dt="2025-04-15T08:17:07.350" v="11638"/>
        <pc:sldMkLst>
          <pc:docMk/>
          <pc:sldMk cId="2876041712" sldId="296"/>
        </pc:sldMkLst>
      </pc:sldChg>
      <pc:sldChg chg="addSp delSp modSp add mod ord modNotesTx">
        <pc:chgData name="池口晃太" userId="aaf7f548-d2e0-4c70-a7c2-2a19daa89cbd" providerId="ADAL" clId="{E00A540A-4AEA-43AE-9619-592028E1B4A9}" dt="2025-04-15T09:19:53.018" v="12848" actId="113"/>
        <pc:sldMkLst>
          <pc:docMk/>
          <pc:sldMk cId="351882090" sldId="297"/>
        </pc:sldMkLst>
      </pc:sldChg>
      <pc:sldChg chg="addSp delSp modSp add mod ord modNotesTx">
        <pc:chgData name="池口晃太" userId="aaf7f548-d2e0-4c70-a7c2-2a19daa89cbd" providerId="ADAL" clId="{E00A540A-4AEA-43AE-9619-592028E1B4A9}" dt="2025-04-15T09:12:23.935" v="12737" actId="20577"/>
        <pc:sldMkLst>
          <pc:docMk/>
          <pc:sldMk cId="1701380103" sldId="298"/>
        </pc:sldMkLst>
      </pc:sldChg>
      <pc:sldChg chg="modSp add mod modNotesTx">
        <pc:chgData name="池口晃太" userId="aaf7f548-d2e0-4c70-a7c2-2a19daa89cbd" providerId="ADAL" clId="{E00A540A-4AEA-43AE-9619-592028E1B4A9}" dt="2025-04-15T07:41:57.167" v="11191" actId="5793"/>
        <pc:sldMkLst>
          <pc:docMk/>
          <pc:sldMk cId="2116676242" sldId="299"/>
        </pc:sldMkLst>
      </pc:sldChg>
      <pc:sldChg chg="modSp add mod ord modNotesTx">
        <pc:chgData name="池口晃太" userId="aaf7f548-d2e0-4c70-a7c2-2a19daa89cbd" providerId="ADAL" clId="{E00A540A-4AEA-43AE-9619-592028E1B4A9}" dt="2025-04-15T08:17:33.815" v="11667" actId="20577"/>
        <pc:sldMkLst>
          <pc:docMk/>
          <pc:sldMk cId="2737548218" sldId="300"/>
        </pc:sldMkLst>
      </pc:sldChg>
      <pc:sldChg chg="add del">
        <pc:chgData name="池口晃太" userId="aaf7f548-d2e0-4c70-a7c2-2a19daa89cbd" providerId="ADAL" clId="{E00A540A-4AEA-43AE-9619-592028E1B4A9}" dt="2025-04-15T00:26:23.319" v="10330"/>
        <pc:sldMkLst>
          <pc:docMk/>
          <pc:sldMk cId="3541845309" sldId="300"/>
        </pc:sldMkLst>
      </pc:sldChg>
      <pc:sldChg chg="add del">
        <pc:chgData name="池口晃太" userId="aaf7f548-d2e0-4c70-a7c2-2a19daa89cbd" providerId="ADAL" clId="{E00A540A-4AEA-43AE-9619-592028E1B4A9}" dt="2025-04-15T07:32:59.790" v="11049" actId="47"/>
        <pc:sldMkLst>
          <pc:docMk/>
          <pc:sldMk cId="512280956" sldId="301"/>
        </pc:sldMkLst>
      </pc:sldChg>
      <pc:sldChg chg="addSp delSp modSp add mod">
        <pc:chgData name="池口晃太" userId="aaf7f548-d2e0-4c70-a7c2-2a19daa89cbd" providerId="ADAL" clId="{E00A540A-4AEA-43AE-9619-592028E1B4A9}" dt="2025-04-15T08:41:25.871" v="12320" actId="20577"/>
        <pc:sldMkLst>
          <pc:docMk/>
          <pc:sldMk cId="3632172920" sldId="302"/>
        </pc:sldMkLst>
      </pc:sldChg>
      <pc:sldChg chg="addSp modSp add mod">
        <pc:chgData name="池口晃太" userId="aaf7f548-d2e0-4c70-a7c2-2a19daa89cbd" providerId="ADAL" clId="{E00A540A-4AEA-43AE-9619-592028E1B4A9}" dt="2025-04-15T09:15:26.812" v="12812" actId="207"/>
        <pc:sldMkLst>
          <pc:docMk/>
          <pc:sldMk cId="947658469" sldId="303"/>
        </pc:sldMkLst>
      </pc:sldChg>
      <pc:sldChg chg="add">
        <pc:chgData name="池口晃太" userId="aaf7f548-d2e0-4c70-a7c2-2a19daa89cbd" providerId="ADAL" clId="{E00A540A-4AEA-43AE-9619-592028E1B4A9}" dt="2025-04-15T09:13:51.981" v="12738"/>
        <pc:sldMkLst>
          <pc:docMk/>
          <pc:sldMk cId="2691239772" sldId="304"/>
        </pc:sldMkLst>
      </pc:sldChg>
      <pc:sldChg chg="addSp delSp modSp add mod">
        <pc:chgData name="池口晃太" userId="aaf7f548-d2e0-4c70-a7c2-2a19daa89cbd" providerId="ADAL" clId="{E00A540A-4AEA-43AE-9619-592028E1B4A9}" dt="2025-04-15T09:16:45.716" v="12845" actId="1076"/>
        <pc:sldMkLst>
          <pc:docMk/>
          <pc:sldMk cId="1254718540" sldId="3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BB8F1F-D07C-4E7D-8975-DF9955F297C0}" type="datetimeFigureOut">
              <a:rPr kumimoji="1" lang="ja-JP" altLang="en-US" smtClean="0"/>
              <a:t>2025/10/20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C3C715-5863-4A9F-962C-669136412094}" type="slidenum">
              <a:rPr kumimoji="1" lang="ja-JP" altLang="en-US" smtClean="0"/>
              <a:t>‹#›</a:t>
            </a:fld>
            <a:endParaRPr kumimoji="1" lang="ja-JP" altLang="en-US"/>
          </a:p>
        </p:txBody>
      </p:sp>
    </p:spTree>
    <p:extLst>
      <p:ext uri="{BB962C8B-B14F-4D97-AF65-F5344CB8AC3E}">
        <p14:creationId xmlns:p14="http://schemas.microsoft.com/office/powerpoint/2010/main" val="323120397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生成モデルを用いた網膜画像の表現の分離と題しまして</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rPr>
              <a:t>M1</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池口晃太が発表します。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a:t>
            </a:fld>
            <a:endParaRPr kumimoji="1" lang="ja-JP" altLang="en-US"/>
          </a:p>
        </p:txBody>
      </p:sp>
    </p:spTree>
    <p:extLst>
      <p:ext uri="{BB962C8B-B14F-4D97-AF65-F5344CB8AC3E}">
        <p14:creationId xmlns:p14="http://schemas.microsoft.com/office/powerpoint/2010/main" val="2826191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まずは背景です。</a:t>
            </a:r>
            <a:endParaRPr kumimoji="1" lang="en-US" altLang="ja-JP" dirty="0"/>
          </a:p>
          <a:p>
            <a:r>
              <a:rPr kumimoji="1" lang="ja-JP" altLang="en-US" dirty="0"/>
              <a:t>網膜画像は、糖尿病網膜症や緑内障など、さまざまな眼の疾患の早期発見や診断に広く利用されています。近年では、ディープラーニングを用いた自動診断モデルが開発され、高い精度を示す研究も増えています。しかし、これらのモデルは学習データに依存しており、そのデータには、患者の年齢・性別・人種といった患者属性や、カメラの種類・照明条件などの撮影条件が混在しています。このような混在が原因で、モデルが「疾患」と無関係な要素を手がかりに予測してしまう、いわゆるショートカット学習が起こることがあります。結果として、ある施設やカメラでは良い精度を示しても、別の環境では大きく精度が落ちるといった汎化性能の低下が問題になっています。このような課題を解決するためには、網膜画像に含まれる複数の生成要因を適切に分離・理解した上で、真に疾患関連の特徴を捉える表現学習が求められてい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2</a:t>
            </a:fld>
            <a:endParaRPr kumimoji="1" lang="ja-JP" altLang="en-US"/>
          </a:p>
        </p:txBody>
      </p:sp>
    </p:spTree>
    <p:extLst>
      <p:ext uri="{BB962C8B-B14F-4D97-AF65-F5344CB8AC3E}">
        <p14:creationId xmlns:p14="http://schemas.microsoft.com/office/powerpoint/2010/main" val="1119494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13047-F52A-2391-E479-51E11A62AD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BFFEF22-50EE-CFE8-77C2-4B7DA39B7E1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16267A9-9A8E-7AA1-4A6A-DC313DB178E7}"/>
              </a:ext>
            </a:extLst>
          </p:cNvPr>
          <p:cNvSpPr>
            <a:spLocks noGrp="1"/>
          </p:cNvSpPr>
          <p:nvPr>
            <p:ph type="body" idx="1"/>
          </p:nvPr>
        </p:nvSpPr>
        <p:spPr/>
        <p:txBody>
          <a:bodyPr/>
          <a:lstStyle/>
          <a:p>
            <a:r>
              <a:rPr lang="ja-JP" altLang="en-US" b="0" dirty="0"/>
              <a:t>次に、このようなショートカット学習の背景にある「偽相関」について説明します。</a:t>
            </a:r>
          </a:p>
          <a:p>
            <a:r>
              <a:rPr lang="ja-JP" altLang="en-US" b="0" dirty="0"/>
              <a:t>偽相関とは、本来、因果関係がない</a:t>
            </a:r>
            <a:r>
              <a:rPr lang="en-US" altLang="ja-JP" b="0" dirty="0"/>
              <a:t>2</a:t>
            </a:r>
            <a:r>
              <a:rPr lang="ja-JP" altLang="en-US" b="0" dirty="0"/>
              <a:t>つの要素の間に見かけ上の相関が生じてしまう現象を指します。</a:t>
            </a:r>
            <a:br>
              <a:rPr lang="ja-JP" altLang="en-US" b="0" dirty="0"/>
            </a:br>
            <a:r>
              <a:rPr lang="ja-JP" altLang="en-US" b="0" dirty="0"/>
              <a:t>医用画像の文脈では、疾患とは無関係な因子がモデルの出力に影響してしまうことを意味します。</a:t>
            </a:r>
          </a:p>
          <a:p>
            <a:r>
              <a:rPr lang="ja-JP" altLang="en-US" b="0" dirty="0"/>
              <a:t>例えば、ある病院では糖尿病網膜症の患者を特定のカメラ機種で多く撮影していた場合、</a:t>
            </a:r>
            <a:br>
              <a:rPr lang="ja-JP" altLang="en-US" b="0" dirty="0"/>
            </a:br>
            <a:r>
              <a:rPr lang="ja-JP" altLang="en-US" b="0" dirty="0"/>
              <a:t>モデルは「糖尿病網膜症」ではなく「そのカメラ機種の特徴」から疾患を推定してしまう可能性があります。</a:t>
            </a:r>
          </a:p>
          <a:p>
            <a:r>
              <a:rPr lang="ja-JP" altLang="en-US" b="0" dirty="0"/>
              <a:t>このような偽相関によって、モデルは疾患と無関係な特徴に依存し、</a:t>
            </a:r>
            <a:br>
              <a:rPr lang="ja-JP" altLang="en-US" b="0" dirty="0"/>
            </a:br>
            <a:r>
              <a:rPr lang="ja-JP" altLang="en-US" b="0" dirty="0"/>
              <a:t>一見高精度に見えても、他の施設やカメラ環境では再現性の低い結果となってしまいます。</a:t>
            </a:r>
          </a:p>
          <a:p>
            <a:r>
              <a:rPr lang="ja-JP" altLang="en-US" b="0" dirty="0"/>
              <a:t>医療</a:t>
            </a:r>
            <a:r>
              <a:rPr lang="en-US" altLang="ja-JP" b="0" dirty="0"/>
              <a:t>AI</a:t>
            </a:r>
            <a:r>
              <a:rPr lang="ja-JP" altLang="en-US" b="0" dirty="0"/>
              <a:t>においては、こうした誤った学習は臨床的信頼性の低下につながるため、偽相関を取り除くことが非常に重要な課題となっています。</a:t>
            </a:r>
          </a:p>
          <a:p>
            <a:endParaRPr kumimoji="1" lang="ja-JP" altLang="en-US" dirty="0"/>
          </a:p>
        </p:txBody>
      </p:sp>
      <p:sp>
        <p:nvSpPr>
          <p:cNvPr id="4" name="スライド番号プレースホルダー 3">
            <a:extLst>
              <a:ext uri="{FF2B5EF4-FFF2-40B4-BE49-F238E27FC236}">
                <a16:creationId xmlns:a16="http://schemas.microsoft.com/office/drawing/2014/main" id="{7A021FAE-BF54-8377-0E25-D03E7F47A310}"/>
              </a:ext>
            </a:extLst>
          </p:cNvPr>
          <p:cNvSpPr>
            <a:spLocks noGrp="1"/>
          </p:cNvSpPr>
          <p:nvPr>
            <p:ph type="sldNum" sz="quarter" idx="5"/>
          </p:nvPr>
        </p:nvSpPr>
        <p:spPr/>
        <p:txBody>
          <a:bodyPr/>
          <a:lstStyle/>
          <a:p>
            <a:fld id="{0EC3C715-5863-4A9F-962C-669136412094}" type="slidenum">
              <a:rPr kumimoji="1" lang="ja-JP" altLang="en-US" smtClean="0"/>
              <a:t>3</a:t>
            </a:fld>
            <a:endParaRPr kumimoji="1" lang="ja-JP" altLang="en-US"/>
          </a:p>
        </p:txBody>
      </p:sp>
    </p:spTree>
    <p:extLst>
      <p:ext uri="{BB962C8B-B14F-4D97-AF65-F5344CB8AC3E}">
        <p14:creationId xmlns:p14="http://schemas.microsoft.com/office/powerpoint/2010/main" val="1169390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BAFC6-16EC-E417-8A9F-2DAFC9A478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05042C3-155B-29C6-D06F-CAC905F0EEA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4762B3B-EBB0-3E65-A039-779AE60CF4F4}"/>
              </a:ext>
            </a:extLst>
          </p:cNvPr>
          <p:cNvSpPr>
            <a:spLocks noGrp="1"/>
          </p:cNvSpPr>
          <p:nvPr>
            <p:ph type="body" idx="1"/>
          </p:nvPr>
        </p:nvSpPr>
        <p:spPr/>
        <p:txBody>
          <a:bodyPr/>
          <a:lstStyle/>
          <a:p>
            <a:r>
              <a:rPr lang="ja-JP" altLang="en-US" b="0" dirty="0"/>
              <a:t>偽相関の問題を防ぐためには、画像生成モデルでは画像に含まれる複数の生成要因を、画像生成モデルが互いに独立して理解することが重要です。</a:t>
            </a:r>
            <a:endParaRPr lang="en-US" altLang="ja-JP" b="0" dirty="0"/>
          </a:p>
          <a:p>
            <a:r>
              <a:rPr lang="ja-JP" altLang="en-US" b="0" dirty="0"/>
              <a:t>このとき有効なのが、潜在空間の分離という考え方です。</a:t>
            </a:r>
            <a:r>
              <a:rPr lang="ja-JP" altLang="en-US" dirty="0"/>
              <a:t>そこで、潜在空間とは何なのかについてですが、潜在空間とは</a:t>
            </a:r>
            <a:r>
              <a:rPr lang="ja-JP" altLang="en-US" b="0" dirty="0"/>
              <a:t>画像生成の学習の際に使われる言葉でして、</a:t>
            </a:r>
            <a:r>
              <a:rPr lang="ja-JP" altLang="en-US" dirty="0"/>
              <a:t>画像やそれに関連するメタデータを抽象的に表現したすなわちエンコードした多次元の特徴空間であり、画像生成モデルはこの学習した潜在空間から画像を再構成、すなわちデコードします。</a:t>
            </a:r>
            <a:endParaRPr lang="en-US" altLang="ja-JP" b="0" dirty="0"/>
          </a:p>
          <a:p>
            <a:r>
              <a:rPr lang="ja-JP" altLang="en-US" b="0" dirty="0"/>
              <a:t>話戻るのですが偽相関の問題を防ぐための潜在空間の分離というのは</a:t>
            </a:r>
            <a:br>
              <a:rPr lang="ja-JP" altLang="en-US" b="0" dirty="0"/>
            </a:br>
            <a:r>
              <a:rPr lang="ja-JP" altLang="en-US" b="0" dirty="0"/>
              <a:t>画像を構成するさまざまな要因（この図なら</a:t>
            </a:r>
            <a:r>
              <a:rPr lang="en-US" altLang="ja-JP" b="0" dirty="0"/>
              <a:t>A</a:t>
            </a:r>
            <a:r>
              <a:rPr lang="ja-JP" altLang="en-US" b="0" dirty="0"/>
              <a:t>、</a:t>
            </a:r>
            <a:r>
              <a:rPr lang="en-US" altLang="ja-JP" b="0" dirty="0"/>
              <a:t>B</a:t>
            </a:r>
            <a:r>
              <a:rPr lang="ja-JP" altLang="en-US" b="0" dirty="0"/>
              <a:t>、</a:t>
            </a:r>
            <a:r>
              <a:rPr lang="en-US" altLang="ja-JP" b="0" dirty="0"/>
              <a:t>C</a:t>
            </a:r>
            <a:r>
              <a:rPr lang="ja-JP" altLang="en-US" b="0" dirty="0"/>
              <a:t>）を、潜在空間の中で別々の次元として表現することを指します。</a:t>
            </a:r>
          </a:p>
          <a:p>
            <a:r>
              <a:rPr lang="ja-JP" altLang="en-US" b="0" dirty="0"/>
              <a:t>これにより、ある要因だけを変化させた画像生成など、要因ごとの影響を独立に扱うことができます。</a:t>
            </a:r>
          </a:p>
          <a:p>
            <a:r>
              <a:rPr lang="ja-JP" altLang="en-US" b="0" dirty="0"/>
              <a:t>医用画像のように多様な要因が絡み合うデータでは、このような「潜在空間の分離」が、</a:t>
            </a:r>
            <a:br>
              <a:rPr lang="ja-JP" altLang="en-US" b="0" dirty="0"/>
            </a:br>
            <a:r>
              <a:rPr lang="ja-JP" altLang="en-US" b="0" dirty="0"/>
              <a:t>真に疾患に関連した特徴を抽出するための鍵になると考えられています。</a:t>
            </a:r>
            <a:endParaRPr lang="en-US" altLang="ja-JP" b="0" dirty="0"/>
          </a:p>
          <a:p>
            <a:r>
              <a:rPr lang="ja-JP" altLang="en-US" b="0" dirty="0"/>
              <a:t>またタイトルにもありました通り、「表現の分離」というのがこの「潜在空間の分離」に相当していまして、表現というのはここではデータが持つ高レベルの抽象的な特徴を数値のベクトルとして捉え直したものとして認識してください。</a:t>
            </a:r>
            <a:endParaRPr kumimoji="1" lang="ja-JP" altLang="en-US" dirty="0"/>
          </a:p>
        </p:txBody>
      </p:sp>
      <p:sp>
        <p:nvSpPr>
          <p:cNvPr id="4" name="スライド番号プレースホルダー 3">
            <a:extLst>
              <a:ext uri="{FF2B5EF4-FFF2-40B4-BE49-F238E27FC236}">
                <a16:creationId xmlns:a16="http://schemas.microsoft.com/office/drawing/2014/main" id="{2C8A166F-216E-0ED1-50AE-E989C1791FF3}"/>
              </a:ext>
            </a:extLst>
          </p:cNvPr>
          <p:cNvSpPr>
            <a:spLocks noGrp="1"/>
          </p:cNvSpPr>
          <p:nvPr>
            <p:ph type="sldNum" sz="quarter" idx="5"/>
          </p:nvPr>
        </p:nvSpPr>
        <p:spPr/>
        <p:txBody>
          <a:bodyPr/>
          <a:lstStyle/>
          <a:p>
            <a:fld id="{0EC3C715-5863-4A9F-962C-669136412094}" type="slidenum">
              <a:rPr kumimoji="1" lang="ja-JP" altLang="en-US" smtClean="0"/>
              <a:t>4</a:t>
            </a:fld>
            <a:endParaRPr kumimoji="1" lang="ja-JP" altLang="en-US"/>
          </a:p>
        </p:txBody>
      </p:sp>
    </p:spTree>
    <p:extLst>
      <p:ext uri="{BB962C8B-B14F-4D97-AF65-F5344CB8AC3E}">
        <p14:creationId xmlns:p14="http://schemas.microsoft.com/office/powerpoint/2010/main" val="3364024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以上、より本研究の目的といたしまして、</a:t>
            </a:r>
            <a:endParaRPr kumimoji="1" lang="en-US" altLang="ja-JP" dirty="0"/>
          </a:p>
          <a:p>
            <a:endParaRPr kumimoji="1" lang="ja-JP" altLang="en-US" b="1"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5</a:t>
            </a:fld>
            <a:endParaRPr kumimoji="1" lang="ja-JP" altLang="en-US"/>
          </a:p>
        </p:txBody>
      </p:sp>
    </p:spTree>
    <p:extLst>
      <p:ext uri="{BB962C8B-B14F-4D97-AF65-F5344CB8AC3E}">
        <p14:creationId xmlns:p14="http://schemas.microsoft.com/office/powerpoint/2010/main" val="2028205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本研究では </a:t>
            </a:r>
            <a:r>
              <a:rPr lang="en-US" altLang="ja-JP" dirty="0" err="1"/>
              <a:t>EyePACS</a:t>
            </a:r>
            <a:r>
              <a:rPr lang="en-US" altLang="ja-JP" dirty="0"/>
              <a:t> dataset </a:t>
            </a:r>
            <a:r>
              <a:rPr lang="ja-JP" altLang="en-US" dirty="0"/>
              <a:t>を用いました。</a:t>
            </a:r>
            <a:r>
              <a:rPr lang="en-US" altLang="ja-JP" dirty="0" err="1"/>
              <a:t>EyePACS</a:t>
            </a:r>
            <a:r>
              <a:rPr lang="en-US" altLang="ja-JP" dirty="0"/>
              <a:t> </a:t>
            </a:r>
            <a:r>
              <a:rPr lang="ja-JP" altLang="en-US" dirty="0"/>
              <a:t>はカリフォルニア州の糖尿病網膜症スクリーニングのための遠隔医療システムで、提供データはすべて匿名化されています。解析対象は、疾患所見のない 健常眼底で、品質評価が </a:t>
            </a:r>
            <a:r>
              <a:rPr lang="en-US" altLang="ja-JP" dirty="0"/>
              <a:t>good / excellent </a:t>
            </a:r>
            <a:r>
              <a:rPr lang="ja-JP" altLang="en-US" dirty="0"/>
              <a:t>とされた画像に限定しています。最終的に </a:t>
            </a:r>
            <a:r>
              <a:rPr lang="en-US" altLang="ja-JP" dirty="0"/>
              <a:t>24,336</a:t>
            </a:r>
            <a:r>
              <a:rPr lang="ja-JP" altLang="en-US" dirty="0"/>
              <a:t>名の患者から </a:t>
            </a:r>
            <a:r>
              <a:rPr lang="en-US" altLang="ja-JP" dirty="0"/>
              <a:t>75,989</a:t>
            </a:r>
            <a:r>
              <a:rPr lang="ja-JP" altLang="en-US" dirty="0"/>
              <a:t>枚 の黄斑中心眼底画像を用いました。まず、元画像は視野やアスペクト比がばらつくため、黄斑中心で円形クロップし、</a:t>
            </a:r>
            <a:r>
              <a:rPr lang="en-US" altLang="ja-JP" dirty="0"/>
              <a:t>256×256 </a:t>
            </a:r>
            <a:r>
              <a:rPr lang="ja-JP" altLang="en-US" dirty="0"/>
              <a:t>にリサイズしました。上下面の欠損など不要な変動を避ける目的で視野マスクを適用し、さらに視神経乳頭が左側に揃うよう左右反転して一貫性を確保しています。画像に紐づく</a:t>
            </a:r>
            <a:r>
              <a:rPr lang="ja-JP" altLang="en-US" sz="1200" dirty="0">
                <a:latin typeface="ＭＳ Ｐゴシック" panose="020B0600070205080204" pitchFamily="50" charset="-128"/>
                <a:ea typeface="ＭＳ Ｐゴシック" panose="020B0600070205080204" pitchFamily="50" charset="-128"/>
              </a:rPr>
              <a:t>撮影情報や患者属性情報</a:t>
            </a:r>
            <a:r>
              <a:rPr lang="ja-JP" altLang="en-US" dirty="0"/>
              <a:t>から今回は年齢・民族性・撮影機器をラベルとして利用します。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撮影機器はメーカー名の重複を統合し、</a:t>
            </a:r>
            <a:r>
              <a:rPr lang="en-US" altLang="ja-JP" dirty="0"/>
              <a:t>14</a:t>
            </a:r>
            <a:r>
              <a:rPr lang="ja-JP" altLang="en-US" dirty="0"/>
              <a:t>クラスに整理しました。以上の前処理による標準化とメタデータ整備により、次のスライドで説明する潜在空間で各ラベルを明確に扱える準備を整えています。データ分割は 患者単位で行い、訓練データを</a:t>
            </a:r>
            <a:r>
              <a:rPr lang="en-US" altLang="ja-JP" dirty="0"/>
              <a:t>60%</a:t>
            </a:r>
            <a:r>
              <a:rPr lang="ja-JP" altLang="en-US" dirty="0"/>
              <a:t>・検証データを</a:t>
            </a:r>
            <a:r>
              <a:rPr lang="en-US" altLang="ja-JP" dirty="0"/>
              <a:t> 20%</a:t>
            </a:r>
            <a:r>
              <a:rPr lang="ja-JP" altLang="en-US" dirty="0"/>
              <a:t>・テストデータを</a:t>
            </a:r>
            <a:r>
              <a:rPr lang="en-US" altLang="ja-JP" dirty="0"/>
              <a:t> 20% </a:t>
            </a:r>
            <a:r>
              <a:rPr lang="ja-JP" altLang="en-US" dirty="0"/>
              <a:t>の割合で分割しています。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6</a:t>
            </a:fld>
            <a:endParaRPr kumimoji="1" lang="ja-JP" altLang="en-US"/>
          </a:p>
        </p:txBody>
      </p:sp>
    </p:spTree>
    <p:extLst>
      <p:ext uri="{BB962C8B-B14F-4D97-AF65-F5344CB8AC3E}">
        <p14:creationId xmlns:p14="http://schemas.microsoft.com/office/powerpoint/2010/main" val="887937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次に、今回使用したモデルについて説明します。本研究では、</a:t>
            </a:r>
            <a:r>
              <a:rPr kumimoji="1" lang="en-US" altLang="ja-JP" dirty="0"/>
              <a:t>StyleGAN2</a:t>
            </a:r>
            <a:r>
              <a:rPr kumimoji="1" lang="ja-JP" altLang="en-US" dirty="0"/>
              <a:t>を拡張した生成モデルを使用しています。まず、そもそも</a:t>
            </a:r>
            <a:r>
              <a:rPr kumimoji="1" lang="en-US" altLang="ja-JP" dirty="0"/>
              <a:t>GAN</a:t>
            </a:r>
            <a:r>
              <a:rPr kumimoji="1" lang="ja-JP" altLang="en-US" dirty="0"/>
              <a:t>とは「敵対的生成ネットワーク」と呼ばれ、生成器（</a:t>
            </a:r>
            <a:r>
              <a:rPr kumimoji="1" lang="en-US" altLang="ja-JP" dirty="0"/>
              <a:t>Generator</a:t>
            </a:r>
            <a:r>
              <a:rPr kumimoji="1" lang="ja-JP" altLang="en-US" dirty="0"/>
              <a:t>） と 識別器（</a:t>
            </a:r>
            <a:r>
              <a:rPr kumimoji="1" lang="en-US" altLang="ja-JP" dirty="0"/>
              <a:t>Discriminator</a:t>
            </a:r>
            <a:r>
              <a:rPr kumimoji="1" lang="ja-JP" altLang="en-US" dirty="0"/>
              <a:t>） の</a:t>
            </a:r>
            <a:r>
              <a:rPr kumimoji="1" lang="en-US" altLang="ja-JP" dirty="0"/>
              <a:t>2</a:t>
            </a:r>
            <a:r>
              <a:rPr kumimoji="1" lang="ja-JP" altLang="en-US" dirty="0"/>
              <a:t>つのネットワークを競わせながら学習を行う仕組みです。生成器はノイズベクトル </a:t>
            </a:r>
            <a:r>
              <a:rPr kumimoji="1" lang="en-US" altLang="ja-JP" dirty="0"/>
              <a:t>z </a:t>
            </a:r>
            <a:r>
              <a:rPr kumimoji="1" lang="ja-JP" altLang="en-US" dirty="0"/>
              <a:t>から画像を生成し、識別器はその画像が「本物」か「偽物」かを判定します。両者が競い合うことで、次第により自然な画像を生成できるようになります。これをさらに発展させたのが </a:t>
            </a:r>
            <a:r>
              <a:rPr kumimoji="1" lang="en-US" altLang="ja-JP" dirty="0"/>
              <a:t>StyleGAN2 </a:t>
            </a:r>
            <a:r>
              <a:rPr kumimoji="1" lang="ja-JP" altLang="en-US" dirty="0"/>
              <a:t>です。</a:t>
            </a:r>
            <a:r>
              <a:rPr kumimoji="1" lang="en-US" altLang="ja-JP" dirty="0"/>
              <a:t>StyleGAN2</a:t>
            </a:r>
            <a:r>
              <a:rPr kumimoji="1" lang="ja-JP" altLang="en-US" dirty="0"/>
              <a:t>では、ノイズ </a:t>
            </a:r>
            <a:r>
              <a:rPr kumimoji="1" lang="en-US" altLang="ja-JP" dirty="0"/>
              <a:t>z </a:t>
            </a:r>
            <a:r>
              <a:rPr kumimoji="1" lang="ja-JP" altLang="en-US" dirty="0"/>
              <a:t>を直接使うのではなく、</a:t>
            </a:r>
            <a:r>
              <a:rPr kumimoji="1" lang="en-US" altLang="ja-JP" dirty="0"/>
              <a:t>Mapping network </a:t>
            </a:r>
            <a:r>
              <a:rPr kumimoji="1" lang="ja-JP" altLang="en-US" dirty="0"/>
              <a:t>を通して「潜在空間」上のスタイルベクトル（</a:t>
            </a:r>
            <a:r>
              <a:rPr kumimoji="1" lang="en-US" altLang="ja-JP" dirty="0"/>
              <a:t>w</a:t>
            </a:r>
            <a:r>
              <a:rPr kumimoji="1" lang="ja-JP" altLang="en-US" dirty="0"/>
              <a:t>） に変換します。このスタイルベクトルを生成器の各層に注入することで、形状や質感などを層ごとに制御する、スタイルベースの画像生成が可能になっています。一方で、従来の</a:t>
            </a:r>
            <a:r>
              <a:rPr kumimoji="1" lang="en-US" altLang="ja-JP" dirty="0"/>
              <a:t>StyleGAN2</a:t>
            </a:r>
            <a:r>
              <a:rPr kumimoji="1" lang="ja-JP" altLang="en-US" dirty="0"/>
              <a:t>では、患者の属性や撮影条件、背景のスタイルなどが一つの潜在空間に混ざってしまい、制御が難しいという課題がありました。</a:t>
            </a:r>
            <a:endParaRPr kumimoji="1" lang="en-US" altLang="ja-JP" dirty="0"/>
          </a:p>
          <a:p>
            <a:r>
              <a:rPr kumimoji="1" lang="ja-JP" altLang="en-US" dirty="0"/>
              <a:t>そこで本研究では、背景のところでも触れましたが潜在空間を患者属性、撮影機器、スタイルの３つの独立した潜在空間に分離しました。</a:t>
            </a:r>
            <a:endParaRPr kumimoji="1" lang="en-US" altLang="ja-JP" dirty="0"/>
          </a:p>
          <a:p>
            <a:r>
              <a:rPr kumimoji="1" lang="ja-JP" altLang="en-US" dirty="0"/>
              <a:t>さらに年齢と人種を同じ潜在空間で扱うことが難しいと理由で患者属性を年齢、人種にわけて、年齢、撮影機器、スタイルのモデルと人種、撮影機器、スタイルもモデルの</a:t>
            </a:r>
            <a:r>
              <a:rPr kumimoji="1" lang="en-US" altLang="ja-JP" dirty="0"/>
              <a:t>2</a:t>
            </a:r>
            <a:r>
              <a:rPr kumimoji="1" lang="ja-JP" altLang="en-US" dirty="0"/>
              <a:t>パターンの分離で学習を行っています。</a:t>
            </a:r>
            <a:endParaRPr kumimoji="1" lang="en-US" altLang="ja-JP" dirty="0"/>
          </a:p>
          <a:p>
            <a:r>
              <a:rPr kumimoji="1" lang="ja-JP" altLang="en-US" dirty="0"/>
              <a:t>ここでいうスタイルとは年齢・人種・撮影機器などの明示的に説明可能な因子以外の、残りの生成要因を示しています。これらをそれぞれ独立に生成器に入力することで、例えば「撮影機器の条件を固定したまま年齢だけを変える」といった、因果的に正しい制御可能な生成を実現しようとしてい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7</a:t>
            </a:fld>
            <a:endParaRPr kumimoji="1" lang="ja-JP" altLang="en-US"/>
          </a:p>
        </p:txBody>
      </p:sp>
    </p:spTree>
    <p:extLst>
      <p:ext uri="{BB962C8B-B14F-4D97-AF65-F5344CB8AC3E}">
        <p14:creationId xmlns:p14="http://schemas.microsoft.com/office/powerpoint/2010/main" val="1826864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2E3D0-8882-5256-6EC4-8973EAAA255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252BF3-9792-BB76-911D-5C3CA74C89E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4D5425-F400-DD97-0BC2-777F4B5766DE}"/>
              </a:ext>
            </a:extLst>
          </p:cNvPr>
          <p:cNvSpPr>
            <a:spLocks noGrp="1"/>
          </p:cNvSpPr>
          <p:nvPr>
            <p:ph type="body" idx="1"/>
          </p:nvPr>
        </p:nvSpPr>
        <p:spPr/>
        <p:txBody>
          <a:bodyPr/>
          <a:lstStyle/>
          <a:p>
            <a:r>
              <a:rPr kumimoji="1" lang="ja-JP" altLang="en-US" dirty="0"/>
              <a:t>しかしながら、ただ潜在空間を分離しただけでは制御可能な生成というものは難しいとされていまして、このスライドではこのような制御可能な生成のアプローチとして距離相関損失を学習に導入ことについて触れたいと思っ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潜在空間を分離しただけでは統計的な依存関係は残ってしまいす。なのでそれぞれの潜在空間を独立させる必要があり、</a:t>
            </a:r>
            <a:r>
              <a:rPr lang="ja-JP" altLang="en-US" dirty="0">
                <a:latin typeface="ＭＳ Ｐゴシック" panose="020B0600070205080204" pitchFamily="50" charset="-128"/>
                <a:ea typeface="ＭＳ Ｐゴシック" panose="020B0600070205080204" pitchFamily="50" charset="-128"/>
              </a:rPr>
              <a:t>潜在空間のような非線形な依存関係も検出できる指標として</a:t>
            </a:r>
            <a:r>
              <a:rPr lang="zh-TW" altLang="en-US" dirty="0"/>
              <a:t>距離相関</a:t>
            </a:r>
            <a:r>
              <a:rPr lang="ja-JP" altLang="en-US" dirty="0"/>
              <a:t>があり、それを</a:t>
            </a:r>
            <a:r>
              <a:rPr kumimoji="1" lang="ja-JP" altLang="en-US" dirty="0"/>
              <a:t>本研究では</a:t>
            </a:r>
            <a:r>
              <a:rPr lang="zh-TW" altLang="en-US" dirty="0"/>
              <a:t>距離相関</a:t>
            </a:r>
            <a:r>
              <a:rPr lang="ja-JP" altLang="en-US" dirty="0"/>
              <a:t>損失としてを学習に導入しています。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スライド下の計算式を見てほしいのですが、</a:t>
            </a:r>
            <a:r>
              <a:rPr lang="zh-TW" altLang="en-US" dirty="0"/>
              <a:t>距離相関</a:t>
            </a:r>
            <a:r>
              <a:rPr lang="ja-JP" altLang="en-US" dirty="0"/>
              <a:t>損失を学習に導入とは本来の損失</a:t>
            </a:r>
            <a:r>
              <a:rPr lang="en-US" altLang="ja-JP" dirty="0" err="1"/>
              <a:t>Ltoal</a:t>
            </a:r>
            <a:r>
              <a:rPr lang="ja-JP" altLang="en-US" dirty="0"/>
              <a:t>に生成モデル由良の損失</a:t>
            </a:r>
            <a:r>
              <a:rPr lang="en-US" altLang="ja-JP" dirty="0"/>
              <a:t>LGAN</a:t>
            </a:r>
            <a:r>
              <a:rPr lang="ja-JP" altLang="en-US" dirty="0"/>
              <a:t>だけでなく、距離相関損失も追加したということであり、距離相関損失を最小化するようにモデルは学習していきます。</a:t>
            </a:r>
            <a:endParaRPr lang="en-US" altLang="ja-JP" dirty="0"/>
          </a:p>
          <a:p>
            <a:r>
              <a:rPr lang="ja-JP" altLang="en-US" b="0" dirty="0"/>
              <a:t>これにより、それぞれの分離させた潜在空間は独立できるようになり、例えば年齢の潜在空間は撮影機器、スタイルの潜在空間と独立して年齢要因のみを、学習することができます。</a:t>
            </a:r>
            <a:br>
              <a:rPr lang="ja-JP" altLang="en-US" b="0" dirty="0"/>
            </a:br>
            <a:endParaRPr lang="en-US" altLang="ja-JP" b="0" dirty="0"/>
          </a:p>
        </p:txBody>
      </p:sp>
      <p:sp>
        <p:nvSpPr>
          <p:cNvPr id="4" name="スライド番号プレースホルダー 3">
            <a:extLst>
              <a:ext uri="{FF2B5EF4-FFF2-40B4-BE49-F238E27FC236}">
                <a16:creationId xmlns:a16="http://schemas.microsoft.com/office/drawing/2014/main" id="{70C5CC19-E67F-0851-5B45-D10018CF950D}"/>
              </a:ext>
            </a:extLst>
          </p:cNvPr>
          <p:cNvSpPr>
            <a:spLocks noGrp="1"/>
          </p:cNvSpPr>
          <p:nvPr>
            <p:ph type="sldNum" sz="quarter" idx="5"/>
          </p:nvPr>
        </p:nvSpPr>
        <p:spPr/>
        <p:txBody>
          <a:bodyPr/>
          <a:lstStyle/>
          <a:p>
            <a:fld id="{0EC3C715-5863-4A9F-962C-669136412094}" type="slidenum">
              <a:rPr kumimoji="1" lang="ja-JP" altLang="en-US" smtClean="0"/>
              <a:t>8</a:t>
            </a:fld>
            <a:endParaRPr kumimoji="1" lang="ja-JP" altLang="en-US"/>
          </a:p>
        </p:txBody>
      </p:sp>
    </p:spTree>
    <p:extLst>
      <p:ext uri="{BB962C8B-B14F-4D97-AF65-F5344CB8AC3E}">
        <p14:creationId xmlns:p14="http://schemas.microsoft.com/office/powerpoint/2010/main" val="3830024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結果に移ります。続いて、先ほどの距離相関損失を導入したことで、潜在空間の独立性がどのように変化したかを定量的に示します。</a:t>
            </a:r>
            <a:endParaRPr lang="en-US" altLang="ja-JP" dirty="0"/>
          </a:p>
          <a:p>
            <a:pPr>
              <a:buNone/>
            </a:pPr>
            <a:r>
              <a:rPr lang="ja-JP" altLang="en-US" dirty="0"/>
              <a:t>図は、縦軸に各潜在空間の組み合わせ間の距離相関を、横軸にベースラインモデルと距離相関損失を導入したモデルを比較して示しています。上段は「年齢・撮影機器・スタイル」の</a:t>
            </a:r>
            <a:r>
              <a:rPr lang="en-US" altLang="ja-JP" dirty="0"/>
              <a:t>3</a:t>
            </a:r>
            <a:r>
              <a:rPr lang="ja-JP" altLang="en-US" dirty="0"/>
              <a:t>つの潜在空間の組み合わせ、下段は「人種・撮影機器・スタイル」の</a:t>
            </a:r>
            <a:r>
              <a:rPr lang="en-US" altLang="ja-JP" dirty="0"/>
              <a:t>3</a:t>
            </a:r>
            <a:r>
              <a:rPr lang="ja-JP" altLang="en-US" dirty="0"/>
              <a:t>つの組み合わせをそれぞれ表しています。ベースラインモデルでは、年齢と撮影機器、人種と撮影機器といった異なる潜在空間間に比較的高い距離相関が見られ、つまり統計的な依存関係が残っていました。一方で、距離相関損失を導入したモデルでは、すべての潜在空間の組み合わせにおいて距離相関が低下しており、これは各因子の分離させた潜在空間の統計的独立性が高まったことを意味します。特に、「年齢と撮影機器」や「人種と撮影機器」のよう偽相関が生じやすいペアでも、相関が大きく低下している点が重要です。したがって、距離相関損失を学習に導入することで、潜在空間がより明確に分離され、各要因を独立して制御できる基盤が形成されていることが確認でき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9</a:t>
            </a:fld>
            <a:endParaRPr kumimoji="1" lang="ja-JP" altLang="en-US"/>
          </a:p>
        </p:txBody>
      </p:sp>
    </p:spTree>
    <p:extLst>
      <p:ext uri="{BB962C8B-B14F-4D97-AF65-F5344CB8AC3E}">
        <p14:creationId xmlns:p14="http://schemas.microsoft.com/office/powerpoint/2010/main" val="1335018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0187D-F00C-3797-43EC-C1B8D99E7D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71410C-0E57-EAF0-0787-F0B586F15F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AA602E-E6DF-F471-D3D6-0B9476FB5C5C}"/>
              </a:ext>
            </a:extLst>
          </p:cNvPr>
          <p:cNvSpPr>
            <a:spLocks noGrp="1"/>
          </p:cNvSpPr>
          <p:nvPr>
            <p:ph type="body" idx="1"/>
          </p:nvPr>
        </p:nvSpPr>
        <p:spPr/>
        <p:txBody>
          <a:bodyPr/>
          <a:lstStyle/>
          <a:p>
            <a:pPr>
              <a:buNone/>
            </a:pPr>
            <a:r>
              <a:rPr lang="ja-JP" altLang="en-US" dirty="0"/>
              <a:t>次に、生成モデルの合成画像の質と生成性能を定量的に評価しました。</a:t>
            </a:r>
            <a:endParaRPr lang="en-US" altLang="ja-JP" dirty="0"/>
          </a:p>
          <a:p>
            <a:pPr>
              <a:buNone/>
            </a:pPr>
            <a:r>
              <a:rPr lang="ja-JP" altLang="en-US" dirty="0"/>
              <a:t>表は、ベースラインの</a:t>
            </a:r>
            <a:r>
              <a:rPr lang="en-US" altLang="ja-JP" dirty="0"/>
              <a:t>StyleGAN2</a:t>
            </a:r>
            <a:r>
              <a:rPr lang="ja-JP" altLang="en-US" dirty="0"/>
              <a:t>と、</a:t>
            </a:r>
            <a:r>
              <a:rPr lang="en-US" altLang="ja-JP" dirty="0"/>
              <a:t>StyleGAN</a:t>
            </a:r>
            <a:r>
              <a:rPr lang="ja-JP" altLang="en-US" dirty="0"/>
              <a:t>２潜在空間を各因子で分離したものとそれに距離相関損失を導入した提案モデルの比較結果です。提案モデルは表のモデルの中で下線を引いているところになります。</a:t>
            </a:r>
            <a:endParaRPr lang="en-US" altLang="ja-JP" dirty="0"/>
          </a:p>
          <a:p>
            <a:pPr>
              <a:buNone/>
            </a:pPr>
            <a:r>
              <a:rPr lang="ja-JP" altLang="en-US" dirty="0"/>
              <a:t>まず、</a:t>
            </a:r>
            <a:r>
              <a:rPr lang="en-US" altLang="ja-JP" dirty="0"/>
              <a:t>FID</a:t>
            </a:r>
            <a:r>
              <a:rPr lang="ja-JP" altLang="en-US" dirty="0"/>
              <a:t>は合成画像の</a:t>
            </a:r>
            <a:r>
              <a:rPr lang="ja-JP" altLang="en-US" sz="1200" dirty="0">
                <a:latin typeface="ＭＳ Ｐゴシック" panose="020B0600070205080204" pitchFamily="50" charset="-128"/>
                <a:ea typeface="ＭＳ Ｐゴシック" panose="020B0600070205080204" pitchFamily="50" charset="-128"/>
              </a:rPr>
              <a:t>自然さ</a:t>
            </a:r>
            <a:r>
              <a:rPr lang="ja-JP" altLang="en-US" dirty="0"/>
              <a:t>を表す指標で、値が小さいほど実際の画像に近いことを意味します。提案モデルはベースラインとほぼ同等の</a:t>
            </a:r>
            <a:r>
              <a:rPr lang="en-US" altLang="ja-JP" dirty="0"/>
              <a:t>FID</a:t>
            </a:r>
            <a:r>
              <a:rPr lang="ja-JP" altLang="en-US" dirty="0"/>
              <a:t>値を示しており、潜在空間を分離しても合成画像の質の低下は見られませんでした。</a:t>
            </a:r>
            <a:endParaRPr lang="en-US" altLang="ja-JP" dirty="0"/>
          </a:p>
          <a:p>
            <a:pPr>
              <a:buNone/>
            </a:pPr>
            <a:r>
              <a:rPr lang="ja-JP" altLang="en-US" dirty="0"/>
              <a:t>次に、生成性能を見てみます。一つ目の潜在空間の再構成誤差、つまりはモデル内部のずれについてです。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二つ距離相関損失を導入した提案モデルはベースラインのモデルと同等でした。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次に二つ目の画像空間の再構成誤差、つまりは見た目ののずれについてです。</a:t>
            </a:r>
            <a:endParaRPr lang="en-US" altLang="ja-JP" dirty="0"/>
          </a:p>
          <a:p>
            <a:pPr>
              <a:buNone/>
            </a:pPr>
            <a:r>
              <a:rPr lang="ja-JP" altLang="en-US" dirty="0"/>
              <a:t>どちらもベースラインのモデルより、距離相関損失を導入した提案モデルでわずかに改善していました。</a:t>
            </a:r>
            <a:endParaRPr lang="en-US" altLang="ja-JP" dirty="0"/>
          </a:p>
          <a:p>
            <a:pPr>
              <a:buNone/>
            </a:pPr>
            <a:r>
              <a:rPr lang="ja-JP" altLang="en-US" dirty="0"/>
              <a:t>つまり、モデルは潜在空間の分離と独立性を高めながらも、合成画像の質と生成性能の両立を実現していることが分かります。</a:t>
            </a:r>
            <a:endParaRPr lang="en-US" altLang="ja-JP" dirty="0"/>
          </a:p>
          <a:p>
            <a:pPr>
              <a:buNone/>
            </a:pPr>
            <a:r>
              <a:rPr lang="ja-JP" altLang="en-US" dirty="0"/>
              <a:t>この結果から、提案モデルは画像生成の性能を損なわずに各因子の潜在空間の分離を達成できる、実用的な生成モデルであることが確認されました。</a:t>
            </a:r>
          </a:p>
        </p:txBody>
      </p:sp>
      <p:sp>
        <p:nvSpPr>
          <p:cNvPr id="4" name="スライド番号プレースホルダー 3">
            <a:extLst>
              <a:ext uri="{FF2B5EF4-FFF2-40B4-BE49-F238E27FC236}">
                <a16:creationId xmlns:a16="http://schemas.microsoft.com/office/drawing/2014/main" id="{3A624AB9-AD1E-ED7F-D8E4-EAEED573880B}"/>
              </a:ext>
            </a:extLst>
          </p:cNvPr>
          <p:cNvSpPr>
            <a:spLocks noGrp="1"/>
          </p:cNvSpPr>
          <p:nvPr>
            <p:ph type="sldNum" sz="quarter" idx="5"/>
          </p:nvPr>
        </p:nvSpPr>
        <p:spPr/>
        <p:txBody>
          <a:bodyPr/>
          <a:lstStyle/>
          <a:p>
            <a:fld id="{0EC3C715-5863-4A9F-962C-669136412094}" type="slidenum">
              <a:rPr kumimoji="1" lang="ja-JP" altLang="en-US" smtClean="0"/>
              <a:t>10</a:t>
            </a:fld>
            <a:endParaRPr kumimoji="1" lang="ja-JP" altLang="en-US"/>
          </a:p>
        </p:txBody>
      </p:sp>
    </p:spTree>
    <p:extLst>
      <p:ext uri="{BB962C8B-B14F-4D97-AF65-F5344CB8AC3E}">
        <p14:creationId xmlns:p14="http://schemas.microsoft.com/office/powerpoint/2010/main" val="3178967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59D1B-5708-C430-D57F-30186E1E98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CBA7AC-384D-726D-7D42-C0A98ED378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35659C4-B568-B68D-FE5C-205BEEE3B98A}"/>
              </a:ext>
            </a:extLst>
          </p:cNvPr>
          <p:cNvSpPr>
            <a:spLocks noGrp="1"/>
          </p:cNvSpPr>
          <p:nvPr>
            <p:ph type="body" idx="1"/>
          </p:nvPr>
        </p:nvSpPr>
        <p:spPr/>
        <p:txBody>
          <a:bodyPr/>
          <a:lstStyle/>
          <a:p>
            <a:pPr>
              <a:buNone/>
            </a:pPr>
            <a:r>
              <a:rPr lang="ja-JP" altLang="en-US" dirty="0"/>
              <a:t>最後に、提案モデルで実現した制御可能な生成の結果を示します。こちらの図は、年齢</a:t>
            </a:r>
            <a:r>
              <a:rPr lang="en-US" altLang="ja-JP" dirty="0"/>
              <a:t>–</a:t>
            </a:r>
            <a:r>
              <a:rPr lang="ja-JP" altLang="en-US" dirty="0"/>
              <a:t>撮影機器</a:t>
            </a:r>
            <a:r>
              <a:rPr lang="en-US" altLang="ja-JP" dirty="0"/>
              <a:t>–</a:t>
            </a:r>
            <a:r>
              <a:rPr lang="ja-JP" altLang="en-US" dirty="0"/>
              <a:t>スタイル</a:t>
            </a:r>
            <a:r>
              <a:rPr lang="ja-JP" altLang="en-US" sz="12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で潜在空間を分離した</a:t>
            </a:r>
            <a:r>
              <a:rPr lang="ja-JP" altLang="en-US" dirty="0"/>
              <a:t>モデルを用いて、各潜在空間を入れ替えした際の生成結果を示しています。左端（</a:t>
            </a:r>
            <a:r>
              <a:rPr lang="en-US" altLang="ja-JP" dirty="0"/>
              <a:t>a</a:t>
            </a:r>
            <a:r>
              <a:rPr lang="ja-JP" altLang="en-US" dirty="0"/>
              <a:t>）は元のオリジナル画像で、</a:t>
            </a:r>
            <a:r>
              <a:rPr lang="en-US" altLang="ja-JP" dirty="0" err="1"/>
              <a:t>b〜d</a:t>
            </a:r>
            <a:r>
              <a:rPr lang="ja-JP" altLang="en-US" dirty="0"/>
              <a:t>の各列では、それぞれ 年齢・撮影機器・スタイル の潜在空間だけを、他の画像のものと入れ替えた場合の生成結果を示しています。</a:t>
            </a:r>
            <a:endParaRPr lang="en-US" altLang="ja-JP" dirty="0"/>
          </a:p>
          <a:p>
            <a:pPr>
              <a:buNone/>
            </a:pPr>
            <a:r>
              <a:rPr lang="ja-JP" altLang="en-US" b="1" dirty="0"/>
              <a:t>年齢・撮影機器・スタイル の潜在空間だけを、他の画像のものと入れ替えたとは何なのか</a:t>
            </a:r>
            <a:r>
              <a:rPr lang="ja-JP" altLang="en-US" b="1" dirty="0">
                <a:solidFill>
                  <a:srgbClr val="FF0000"/>
                </a:solidFill>
              </a:rPr>
              <a:t>補足資料</a:t>
            </a:r>
            <a:r>
              <a:rPr lang="ja-JP" altLang="en-US" b="1" dirty="0"/>
              <a:t>を使って説明します。</a:t>
            </a:r>
            <a:endParaRPr lang="en-US" altLang="ja-JP" b="1" dirty="0"/>
          </a:p>
          <a:p>
            <a:pPr>
              <a:buNone/>
            </a:pPr>
            <a:r>
              <a:rPr lang="en-US" altLang="ja-JP" b="1" dirty="0"/>
              <a:t>-----</a:t>
            </a:r>
          </a:p>
          <a:p>
            <a:pPr>
              <a:buNone/>
            </a:pPr>
            <a:r>
              <a:rPr lang="ja-JP" altLang="en-US" dirty="0"/>
              <a:t>まず、（</a:t>
            </a:r>
            <a:r>
              <a:rPr lang="en-US" altLang="ja-JP" dirty="0"/>
              <a:t>b</a:t>
            </a:r>
            <a:r>
              <a:rPr lang="ja-JP" altLang="en-US" dirty="0"/>
              <a:t>）です。年齢潜在空間を入れ替えると、太い血管の反射や網膜の色味といった加齢に関連する特徴が変化します。</a:t>
            </a:r>
            <a:endParaRPr lang="en-US" altLang="ja-JP" dirty="0"/>
          </a:p>
          <a:p>
            <a:pPr>
              <a:buNone/>
            </a:pPr>
            <a:r>
              <a:rPr lang="ja-JP" altLang="en-US" dirty="0"/>
              <a:t>特に、若年者の潜在空間では血管周囲の反射が強く、高齢の潜在空間ではそれが薄れる傾向が見られます。これは実際の生理学的な加齢変化とも一致しています。</a:t>
            </a:r>
            <a:endParaRPr lang="en-US" altLang="ja-JP" dirty="0"/>
          </a:p>
          <a:p>
            <a:pPr>
              <a:buNone/>
            </a:pPr>
            <a:r>
              <a:rPr lang="ja-JP" altLang="en-US" dirty="0"/>
              <a:t>次に、（</a:t>
            </a:r>
            <a:r>
              <a:rPr lang="en-US" altLang="ja-JP" dirty="0"/>
              <a:t>c</a:t>
            </a:r>
            <a:r>
              <a:rPr lang="ja-JP" altLang="en-US" dirty="0"/>
              <a:t>）です。撮影機器潜在空間を入れ替えると、機器ごとの特性に由来する彩度や露出の違いが確認できます。一部では視神経乳頭や血管の見え方に微妙な差が出ていますが、年齢やスタイルの特徴は保持されています。</a:t>
            </a:r>
            <a:endParaRPr lang="en-US" altLang="ja-JP" dirty="0"/>
          </a:p>
          <a:p>
            <a:pPr>
              <a:buNone/>
            </a:pPr>
            <a:r>
              <a:rPr lang="ja-JP" altLang="en-US" dirty="0"/>
              <a:t>最後に、（</a:t>
            </a:r>
            <a:r>
              <a:rPr lang="en-US" altLang="ja-JP" dirty="0"/>
              <a:t>d</a:t>
            </a:r>
            <a:r>
              <a:rPr lang="ja-JP" altLang="en-US" dirty="0"/>
              <a:t>）です。スタイル潜在空間を入れ替えると、画像全体の色味や質感が変化しますが、血管構造や視神経乳頭の位置など、形態的特徴は保たれています。</a:t>
            </a:r>
            <a:endParaRPr lang="en-US" altLang="ja-JP" dirty="0"/>
          </a:p>
          <a:p>
            <a:pPr>
              <a:buNone/>
            </a:pPr>
            <a:r>
              <a:rPr lang="ja-JP" altLang="en-US" dirty="0"/>
              <a:t>このように、年齢・撮影機器・スタイルといった要因をそれぞれ独立に操作できることが確認できました。つまり、距離相関損失を導入して分離した潜在空間が、実際に因果的に正しく機能しており、独立した制御可能な生成を実現していることがわかります。</a:t>
            </a:r>
          </a:p>
        </p:txBody>
      </p:sp>
      <p:sp>
        <p:nvSpPr>
          <p:cNvPr id="4" name="スライド番号プレースホルダー 3">
            <a:extLst>
              <a:ext uri="{FF2B5EF4-FFF2-40B4-BE49-F238E27FC236}">
                <a16:creationId xmlns:a16="http://schemas.microsoft.com/office/drawing/2014/main" id="{5C019711-34F1-D089-E19A-6236CA9161E1}"/>
              </a:ext>
            </a:extLst>
          </p:cNvPr>
          <p:cNvSpPr>
            <a:spLocks noGrp="1"/>
          </p:cNvSpPr>
          <p:nvPr>
            <p:ph type="sldNum" sz="quarter" idx="5"/>
          </p:nvPr>
        </p:nvSpPr>
        <p:spPr/>
        <p:txBody>
          <a:bodyPr/>
          <a:lstStyle/>
          <a:p>
            <a:fld id="{0EC3C715-5863-4A9F-962C-669136412094}" type="slidenum">
              <a:rPr kumimoji="1" lang="ja-JP" altLang="en-US" smtClean="0"/>
              <a:t>11</a:t>
            </a:fld>
            <a:endParaRPr kumimoji="1" lang="ja-JP" altLang="en-US"/>
          </a:p>
        </p:txBody>
      </p:sp>
    </p:spTree>
    <p:extLst>
      <p:ext uri="{BB962C8B-B14F-4D97-AF65-F5344CB8AC3E}">
        <p14:creationId xmlns:p14="http://schemas.microsoft.com/office/powerpoint/2010/main" val="4010340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D4839-9CC4-7B12-C8D6-3C8C44EE669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8B478D-6832-60D3-3045-7E9E6795A71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659FA24-C9B6-5EE1-540D-1DFEB28A3FCD}"/>
              </a:ext>
            </a:extLst>
          </p:cNvPr>
          <p:cNvSpPr>
            <a:spLocks noGrp="1"/>
          </p:cNvSpPr>
          <p:nvPr>
            <p:ph type="body" idx="1"/>
          </p:nvPr>
        </p:nvSpPr>
        <p:spPr/>
        <p:txBody>
          <a:bodyPr/>
          <a:lstStyle/>
          <a:p>
            <a:r>
              <a:rPr lang="ja-JP" altLang="en-US" dirty="0"/>
              <a:t>まず、左側のように</a:t>
            </a:r>
            <a:r>
              <a:rPr lang="en-US" altLang="ja-JP" dirty="0"/>
              <a:t>2</a:t>
            </a:r>
            <a:r>
              <a:rPr lang="ja-JP" altLang="en-US" dirty="0"/>
              <a:t>枚の実際の眼底画像、上が</a:t>
            </a:r>
            <a:r>
              <a:rPr lang="en-US" altLang="ja-JP" dirty="0"/>
              <a:t>22</a:t>
            </a:r>
            <a:r>
              <a:rPr lang="ja-JP" altLang="en-US" dirty="0"/>
              <a:t>歳・</a:t>
            </a:r>
            <a:r>
              <a:rPr lang="en-US" altLang="ja-JP" dirty="0"/>
              <a:t>Topcon NW 400</a:t>
            </a:r>
            <a:r>
              <a:rPr lang="ja-JP" altLang="en-US" dirty="0"/>
              <a:t>で撮影された画像（</a:t>
            </a:r>
            <a:r>
              <a:rPr lang="en-US" altLang="ja-JP" dirty="0"/>
              <a:t>W1</a:t>
            </a:r>
            <a:r>
              <a:rPr lang="ja-JP" altLang="en-US" dirty="0"/>
              <a:t>）、下が</a:t>
            </a:r>
            <a:r>
              <a:rPr lang="en-US" altLang="ja-JP" dirty="0"/>
              <a:t>52</a:t>
            </a:r>
            <a:r>
              <a:rPr lang="ja-JP" altLang="en-US" dirty="0"/>
              <a:t>歳・</a:t>
            </a:r>
            <a:r>
              <a:rPr lang="en-US" altLang="ja-JP" dirty="0" err="1"/>
              <a:t>Optovue</a:t>
            </a:r>
            <a:r>
              <a:rPr lang="en-US" altLang="ja-JP" dirty="0"/>
              <a:t> </a:t>
            </a:r>
            <a:r>
              <a:rPr lang="en-US" altLang="ja-JP" dirty="0" err="1"/>
              <a:t>iCam</a:t>
            </a:r>
            <a:r>
              <a:rPr lang="ja-JP" altLang="en-US" dirty="0"/>
              <a:t>で撮影された画像（</a:t>
            </a:r>
            <a:r>
              <a:rPr lang="en-US" altLang="ja-JP" dirty="0"/>
              <a:t>W2</a:t>
            </a:r>
            <a:r>
              <a:rPr lang="ja-JP" altLang="en-US" dirty="0"/>
              <a:t>）です。それぞれの画像を</a:t>
            </a:r>
            <a:r>
              <a:rPr lang="ja-JP" altLang="en-US" b="1" dirty="0"/>
              <a:t>エンコード</a:t>
            </a:r>
            <a:r>
              <a:rPr lang="ja-JP" altLang="en-US" dirty="0"/>
              <a:t>して、「年齢」「撮影機器」「スタイル」といった</a:t>
            </a:r>
            <a:r>
              <a:rPr lang="ja-JP" altLang="en-US" b="1" dirty="0"/>
              <a:t>潜在空間の表現</a:t>
            </a:r>
            <a:r>
              <a:rPr lang="ja-JP" altLang="en-US" dirty="0"/>
              <a:t>に分解します。</a:t>
            </a:r>
          </a:p>
          <a:p>
            <a:r>
              <a:rPr lang="ja-JP" altLang="en-US" dirty="0"/>
              <a:t>次に、そのうちの</a:t>
            </a:r>
            <a:r>
              <a:rPr lang="en-US" altLang="ja-JP" dirty="0"/>
              <a:t>1</a:t>
            </a:r>
            <a:r>
              <a:rPr lang="ja-JP" altLang="en-US" dirty="0"/>
              <a:t>つ</a:t>
            </a:r>
            <a:r>
              <a:rPr lang="en-US" altLang="ja-JP" dirty="0"/>
              <a:t>――</a:t>
            </a:r>
            <a:r>
              <a:rPr lang="ja-JP" altLang="en-US" dirty="0"/>
              <a:t>ここでは「年齢の潜在空間」だけを入れ替えます。</a:t>
            </a:r>
            <a:br>
              <a:rPr lang="ja-JP" altLang="en-US" dirty="0"/>
            </a:br>
            <a:r>
              <a:rPr lang="ja-JP" altLang="en-US" dirty="0"/>
              <a:t>つまり、</a:t>
            </a:r>
            <a:r>
              <a:rPr lang="en-US" altLang="ja-JP" dirty="0"/>
              <a:t>W1</a:t>
            </a:r>
            <a:r>
              <a:rPr lang="ja-JP" altLang="en-US" dirty="0"/>
              <a:t>の中に「</a:t>
            </a:r>
            <a:r>
              <a:rPr lang="en-US" altLang="ja-JP" dirty="0"/>
              <a:t>52</a:t>
            </a:r>
            <a:r>
              <a:rPr lang="ja-JP" altLang="en-US" dirty="0"/>
              <a:t>歳の年齢潜在空間」を、</a:t>
            </a:r>
            <a:br>
              <a:rPr lang="ja-JP" altLang="en-US" dirty="0"/>
            </a:br>
            <a:r>
              <a:rPr lang="en-US" altLang="ja-JP" dirty="0"/>
              <a:t>W2</a:t>
            </a:r>
            <a:r>
              <a:rPr lang="ja-JP" altLang="en-US" dirty="0"/>
              <a:t>の中に「</a:t>
            </a:r>
            <a:r>
              <a:rPr lang="en-US" altLang="ja-JP" dirty="0"/>
              <a:t>22</a:t>
            </a:r>
            <a:r>
              <a:rPr lang="ja-JP" altLang="en-US" dirty="0"/>
              <a:t>歳の年齢潜在空間」をそれぞれ差し替えるイメージです。</a:t>
            </a:r>
          </a:p>
          <a:p>
            <a:r>
              <a:rPr lang="ja-JP" altLang="en-US" dirty="0"/>
              <a:t>そして、再び</a:t>
            </a:r>
            <a:r>
              <a:rPr lang="ja-JP" altLang="en-US" b="1" dirty="0"/>
              <a:t>デコード</a:t>
            </a:r>
            <a:r>
              <a:rPr lang="ja-JP" altLang="en-US" dirty="0"/>
              <a:t>して画像を生成すると、</a:t>
            </a:r>
            <a:br>
              <a:rPr lang="ja-JP" altLang="en-US" dirty="0"/>
            </a:br>
            <a:r>
              <a:rPr lang="ja-JP" altLang="en-US" dirty="0"/>
              <a:t>右側のように「年齢の特徴だけが入れ替わった画像」が得られます。</a:t>
            </a:r>
          </a:p>
          <a:p>
            <a:r>
              <a:rPr lang="ja-JP" altLang="en-US" dirty="0"/>
              <a:t>実際に見ると、若い潜在空間を使った方では血管の反射が強く、</a:t>
            </a:r>
            <a:br>
              <a:rPr lang="ja-JP" altLang="en-US" dirty="0"/>
            </a:br>
            <a:r>
              <a:rPr lang="ja-JP" altLang="en-US" dirty="0"/>
              <a:t>高齢の潜在空間を使った方ではやや色味が落ち着いています。結果に戻ります。</a:t>
            </a:r>
          </a:p>
        </p:txBody>
      </p:sp>
      <p:sp>
        <p:nvSpPr>
          <p:cNvPr id="4" name="スライド番号プレースホルダー 3">
            <a:extLst>
              <a:ext uri="{FF2B5EF4-FFF2-40B4-BE49-F238E27FC236}">
                <a16:creationId xmlns:a16="http://schemas.microsoft.com/office/drawing/2014/main" id="{4427CD32-1F9E-BC6F-1823-EC723B0FCE21}"/>
              </a:ext>
            </a:extLst>
          </p:cNvPr>
          <p:cNvSpPr>
            <a:spLocks noGrp="1"/>
          </p:cNvSpPr>
          <p:nvPr>
            <p:ph type="sldNum" sz="quarter" idx="5"/>
          </p:nvPr>
        </p:nvSpPr>
        <p:spPr/>
        <p:txBody>
          <a:bodyPr/>
          <a:lstStyle/>
          <a:p>
            <a:fld id="{0EC3C715-5863-4A9F-962C-669136412094}" type="slidenum">
              <a:rPr kumimoji="1" lang="ja-JP" altLang="en-US" smtClean="0"/>
              <a:t>12</a:t>
            </a:fld>
            <a:endParaRPr kumimoji="1" lang="ja-JP" altLang="en-US"/>
          </a:p>
        </p:txBody>
      </p:sp>
    </p:spTree>
    <p:extLst>
      <p:ext uri="{BB962C8B-B14F-4D97-AF65-F5344CB8AC3E}">
        <p14:creationId xmlns:p14="http://schemas.microsoft.com/office/powerpoint/2010/main" val="3736901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27791-8D64-24B5-78FB-786BFBE63D8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75772C-0A81-6135-8B61-FFB4144280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CE11AB-D172-184C-7186-6C7B42DA2D9B}"/>
              </a:ext>
            </a:extLst>
          </p:cNvPr>
          <p:cNvSpPr>
            <a:spLocks noGrp="1"/>
          </p:cNvSpPr>
          <p:nvPr>
            <p:ph type="body" idx="1"/>
          </p:nvPr>
        </p:nvSpPr>
        <p:spPr/>
        <p:txBody>
          <a:bodyPr/>
          <a:lstStyle/>
          <a:p>
            <a:pPr>
              <a:buNone/>
            </a:pPr>
            <a:r>
              <a:rPr lang="ja-JP" altLang="en-US" dirty="0"/>
              <a:t>続いて、民族性</a:t>
            </a:r>
            <a:r>
              <a:rPr lang="en-US" altLang="ja-JP" dirty="0"/>
              <a:t>–</a:t>
            </a:r>
            <a:r>
              <a:rPr lang="ja-JP" altLang="en-US" dirty="0"/>
              <a:t>撮影機器</a:t>
            </a:r>
            <a:r>
              <a:rPr lang="en-US" altLang="ja-JP" dirty="0"/>
              <a:t>–</a:t>
            </a:r>
            <a:r>
              <a:rPr lang="ja-JP" altLang="en-US" dirty="0"/>
              <a:t>スタイル</a:t>
            </a:r>
            <a:r>
              <a:rPr lang="ja-JP" altLang="en-US" sz="12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で潜在空間を分離した</a:t>
            </a:r>
            <a:r>
              <a:rPr lang="ja-JP" altLang="en-US" dirty="0"/>
              <a:t>モデルでの結果を示します。こちらの図も先ほどと同様に、各潜在空間を入れ替えたときの生成結果を表しています。左端（</a:t>
            </a:r>
            <a:r>
              <a:rPr lang="en-US" altLang="ja-JP" dirty="0"/>
              <a:t>a</a:t>
            </a:r>
            <a:r>
              <a:rPr lang="ja-JP" altLang="en-US" dirty="0"/>
              <a:t>）は元のオリジナル画像で、</a:t>
            </a:r>
            <a:r>
              <a:rPr lang="en-US" altLang="ja-JP" dirty="0" err="1"/>
              <a:t>b〜d</a:t>
            </a:r>
            <a:r>
              <a:rPr lang="ja-JP" altLang="en-US" dirty="0"/>
              <a:t>の各列では、それぞれ人種・撮影機器・スタイルの潜在空間のみを他の画像のものと入れ替えた場合の結果を示しています。</a:t>
            </a:r>
            <a:endParaRPr lang="en-US" altLang="ja-JP" dirty="0"/>
          </a:p>
          <a:p>
            <a:pPr>
              <a:buNone/>
            </a:pPr>
            <a:r>
              <a:rPr lang="ja-JP" altLang="en-US" dirty="0"/>
              <a:t>まず、（</a:t>
            </a:r>
            <a:r>
              <a:rPr lang="en-US" altLang="ja-JP" dirty="0"/>
              <a:t>b</a:t>
            </a:r>
            <a:r>
              <a:rPr lang="ja-JP" altLang="en-US" dirty="0"/>
              <a:t>）です。人種の潜在空間を入れ替えると、より明確な視覚的変化が観察されます。特に、眼底の色素沈着や全体の明るさが人種間に応じて変化しており、これは実際の生理学的特徴とも一致しています。一部では、血管構造や視神経乳頭にもわずかな影響が見られます。</a:t>
            </a:r>
            <a:endParaRPr lang="en-US" altLang="ja-JP" dirty="0"/>
          </a:p>
          <a:p>
            <a:pPr>
              <a:buNone/>
            </a:pPr>
            <a:r>
              <a:rPr lang="ja-JP" altLang="en-US" dirty="0"/>
              <a:t>次に、（</a:t>
            </a:r>
            <a:r>
              <a:rPr lang="en-US" altLang="ja-JP" dirty="0"/>
              <a:t>c</a:t>
            </a:r>
            <a:r>
              <a:rPr lang="ja-JP" altLang="en-US" dirty="0"/>
              <a:t>）です。撮影機器の潜在空間を入れ替えると彩度や露出など、機器の違いに由来する微妙な差が見られます。</a:t>
            </a:r>
            <a:endParaRPr lang="en-US" altLang="ja-JP" dirty="0"/>
          </a:p>
          <a:p>
            <a:pPr>
              <a:buNone/>
            </a:pPr>
            <a:r>
              <a:rPr lang="ja-JP" altLang="en-US" dirty="0"/>
              <a:t>ただし、人種やスタイルの情報はしっかり保持されています。</a:t>
            </a:r>
            <a:endParaRPr lang="en-US" altLang="ja-JP" dirty="0"/>
          </a:p>
          <a:p>
            <a:pPr>
              <a:buNone/>
            </a:pPr>
            <a:r>
              <a:rPr lang="ja-JP" altLang="en-US" dirty="0"/>
              <a:t>最後に、（</a:t>
            </a:r>
            <a:r>
              <a:rPr lang="en-US" altLang="ja-JP" dirty="0"/>
              <a:t>d</a:t>
            </a:r>
            <a:r>
              <a:rPr lang="ja-JP" altLang="en-US" dirty="0"/>
              <a:t>）です。スタイルの潜在空間を入れ替えると、全体的な色調や質感が変化しますが、しかし、血管パターンや視神経乳頭の位置など、形態的特徴は保たれています。</a:t>
            </a:r>
            <a:endParaRPr lang="en-US" altLang="ja-JP" dirty="0"/>
          </a:p>
          <a:p>
            <a:pPr>
              <a:buNone/>
            </a:pPr>
            <a:r>
              <a:rPr lang="ja-JP" altLang="en-US" dirty="0"/>
              <a:t>このように、人種・撮影機器・スタイルの潜在空間をそれぞれ独立に調整できることが確認できました。</a:t>
            </a:r>
            <a:endParaRPr lang="en-US" altLang="ja-JP" dirty="0"/>
          </a:p>
          <a:p>
            <a:pPr>
              <a:buNone/>
            </a:pPr>
            <a:r>
              <a:rPr lang="ja-JP" altLang="en-US" dirty="0"/>
              <a:t>つまり、提案モデルが学習した潜在空間は、年齢モデルと同様に因果的に独立した生成制御を実現しており、人種などのより抽象的な属性についても正しく分離・制御できていることが示されています。</a:t>
            </a:r>
          </a:p>
        </p:txBody>
      </p:sp>
      <p:sp>
        <p:nvSpPr>
          <p:cNvPr id="4" name="スライド番号プレースホルダー 3">
            <a:extLst>
              <a:ext uri="{FF2B5EF4-FFF2-40B4-BE49-F238E27FC236}">
                <a16:creationId xmlns:a16="http://schemas.microsoft.com/office/drawing/2014/main" id="{D50F7055-F9E8-3907-D79A-5DA82D10A6AD}"/>
              </a:ext>
            </a:extLst>
          </p:cNvPr>
          <p:cNvSpPr>
            <a:spLocks noGrp="1"/>
          </p:cNvSpPr>
          <p:nvPr>
            <p:ph type="sldNum" sz="quarter" idx="5"/>
          </p:nvPr>
        </p:nvSpPr>
        <p:spPr/>
        <p:txBody>
          <a:bodyPr/>
          <a:lstStyle/>
          <a:p>
            <a:fld id="{0EC3C715-5863-4A9F-962C-669136412094}" type="slidenum">
              <a:rPr kumimoji="1" lang="ja-JP" altLang="en-US" smtClean="0"/>
              <a:t>13</a:t>
            </a:fld>
            <a:endParaRPr kumimoji="1" lang="ja-JP" altLang="en-US"/>
          </a:p>
        </p:txBody>
      </p:sp>
    </p:spTree>
    <p:extLst>
      <p:ext uri="{BB962C8B-B14F-4D97-AF65-F5344CB8AC3E}">
        <p14:creationId xmlns:p14="http://schemas.microsoft.com/office/powerpoint/2010/main" val="324816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4A912-DF27-D496-E644-2E2FC12F7F2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844CE1E-22FF-6F56-62AB-691BAC973C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D9AADC6-0F2A-24C9-C915-40F58BE988B8}"/>
              </a:ext>
            </a:extLst>
          </p:cNvPr>
          <p:cNvSpPr>
            <a:spLocks noGrp="1"/>
          </p:cNvSpPr>
          <p:nvPr>
            <p:ph type="body" idx="1"/>
          </p:nvPr>
        </p:nvSpPr>
        <p:spPr/>
        <p:txBody>
          <a:bodyPr/>
          <a:lstStyle/>
          <a:p>
            <a:r>
              <a:rPr kumimoji="1" lang="ja-JP" altLang="en-US" dirty="0"/>
              <a:t>以上より結言として</a:t>
            </a:r>
          </a:p>
        </p:txBody>
      </p:sp>
      <p:sp>
        <p:nvSpPr>
          <p:cNvPr id="4" name="スライド番号プレースホルダー 3">
            <a:extLst>
              <a:ext uri="{FF2B5EF4-FFF2-40B4-BE49-F238E27FC236}">
                <a16:creationId xmlns:a16="http://schemas.microsoft.com/office/drawing/2014/main" id="{FF0CAC3D-ECC2-C269-D68F-683AAE89544A}"/>
              </a:ext>
            </a:extLst>
          </p:cNvPr>
          <p:cNvSpPr>
            <a:spLocks noGrp="1"/>
          </p:cNvSpPr>
          <p:nvPr>
            <p:ph type="sldNum" sz="quarter" idx="5"/>
          </p:nvPr>
        </p:nvSpPr>
        <p:spPr/>
        <p:txBody>
          <a:bodyPr/>
          <a:lstStyle/>
          <a:p>
            <a:fld id="{0EC3C715-5863-4A9F-962C-669136412094}" type="slidenum">
              <a:rPr kumimoji="1" lang="ja-JP" altLang="en-US" smtClean="0"/>
              <a:t>14</a:t>
            </a:fld>
            <a:endParaRPr kumimoji="1" lang="ja-JP" altLang="en-US"/>
          </a:p>
        </p:txBody>
      </p:sp>
    </p:spTree>
    <p:extLst>
      <p:ext uri="{BB962C8B-B14F-4D97-AF65-F5344CB8AC3E}">
        <p14:creationId xmlns:p14="http://schemas.microsoft.com/office/powerpoint/2010/main" val="1437001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15</a:t>
            </a:fld>
            <a:endParaRPr kumimoji="1" lang="ja-JP" altLang="en-US"/>
          </a:p>
        </p:txBody>
      </p:sp>
    </p:spTree>
    <p:extLst>
      <p:ext uri="{BB962C8B-B14F-4D97-AF65-F5344CB8AC3E}">
        <p14:creationId xmlns:p14="http://schemas.microsoft.com/office/powerpoint/2010/main" val="4113375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781A3-228F-4920-02C8-3961FB8893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0DF90F6-EA86-0663-38D8-38DC636918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EB51CB-5829-EDF6-DA1C-BCB1C4F3598D}"/>
              </a:ext>
            </a:extLst>
          </p:cNvPr>
          <p:cNvSpPr>
            <a:spLocks noGrp="1"/>
          </p:cNvSpPr>
          <p:nvPr>
            <p:ph type="body" idx="1"/>
          </p:nvPr>
        </p:nvSpPr>
        <p:spPr/>
        <p:txBody>
          <a:bodyPr/>
          <a:lstStyle/>
          <a:p>
            <a:r>
              <a:rPr lang="ja-JP" altLang="en-US" b="0" dirty="0"/>
              <a:t>「ノイズ源が増える」→統計的に独立させるために潜在空間に分離を行うが分離そのものが難しいという認識。</a:t>
            </a:r>
            <a:endParaRPr lang="en-US" altLang="ja-JP" b="0" dirty="0"/>
          </a:p>
          <a:p>
            <a:r>
              <a:rPr lang="en-US" altLang="ja-JP" b="0" dirty="0"/>
              <a:t>-----</a:t>
            </a:r>
          </a:p>
          <a:p>
            <a:r>
              <a:rPr lang="ja-JP" altLang="en-US" dirty="0"/>
              <a:t>年齢方向のベクトルに、人種の差異が影響してしまうと</a:t>
            </a:r>
            <a:endParaRPr lang="en-US" altLang="ja-JP" dirty="0"/>
          </a:p>
          <a:p>
            <a:r>
              <a:rPr lang="ja-JP" altLang="en-US" dirty="0"/>
              <a:t>人種方向のベクトルに、年齢の傾向が入り込む</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5883951-292B-5D62-8A0F-FD3F41A70437}"/>
              </a:ext>
            </a:extLst>
          </p:cNvPr>
          <p:cNvSpPr>
            <a:spLocks noGrp="1"/>
          </p:cNvSpPr>
          <p:nvPr>
            <p:ph type="sldNum" sz="quarter" idx="5"/>
          </p:nvPr>
        </p:nvSpPr>
        <p:spPr/>
        <p:txBody>
          <a:bodyPr/>
          <a:lstStyle/>
          <a:p>
            <a:fld id="{0EC3C715-5863-4A9F-962C-669136412094}" type="slidenum">
              <a:rPr kumimoji="1" lang="ja-JP" altLang="en-US" smtClean="0"/>
              <a:t>16</a:t>
            </a:fld>
            <a:endParaRPr kumimoji="1" lang="ja-JP" altLang="en-US"/>
          </a:p>
        </p:txBody>
      </p:sp>
    </p:spTree>
    <p:extLst>
      <p:ext uri="{BB962C8B-B14F-4D97-AF65-F5344CB8AC3E}">
        <p14:creationId xmlns:p14="http://schemas.microsoft.com/office/powerpoint/2010/main" val="31774377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a:extLst>
            <a:ext uri="{FF2B5EF4-FFF2-40B4-BE49-F238E27FC236}">
              <a16:creationId xmlns:a16="http://schemas.microsoft.com/office/drawing/2014/main" id="{AA2E7717-8453-88F2-3CEC-D3CA39C96A9E}"/>
            </a:ext>
          </a:extLst>
        </p:cNvPr>
        <p:cNvGrpSpPr/>
        <p:nvPr/>
      </p:nvGrpSpPr>
      <p:grpSpPr>
        <a:xfrm>
          <a:off x="0" y="0"/>
          <a:ext cx="0" cy="0"/>
          <a:chOff x="0" y="0"/>
          <a:chExt cx="0" cy="0"/>
        </a:xfrm>
      </p:grpSpPr>
      <p:sp>
        <p:nvSpPr>
          <p:cNvPr id="284" name="Google Shape;284;p14:notes">
            <a:extLst>
              <a:ext uri="{FF2B5EF4-FFF2-40B4-BE49-F238E27FC236}">
                <a16:creationId xmlns:a16="http://schemas.microsoft.com/office/drawing/2014/main" id="{12328715-06EE-9D72-6E3A-559519163DA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5" name="Google Shape;285;p14:notes">
            <a:extLst>
              <a:ext uri="{FF2B5EF4-FFF2-40B4-BE49-F238E27FC236}">
                <a16:creationId xmlns:a16="http://schemas.microsoft.com/office/drawing/2014/main" id="{F010A58D-FA0B-C849-F9DF-CF057F79BC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4864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8F24F-8E64-3104-5003-86A642C158A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0B25472-DA00-C10C-E67D-F6ACA0E523A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6786996-647D-1A25-8D6B-2E8F28231897}"/>
              </a:ext>
            </a:extLst>
          </p:cNvPr>
          <p:cNvSpPr>
            <a:spLocks noGrp="1"/>
          </p:cNvSpPr>
          <p:nvPr>
            <p:ph type="body" idx="1"/>
          </p:nvPr>
        </p:nvSpPr>
        <p:spPr/>
        <p:txBody>
          <a:bodyPr/>
          <a:lstStyle/>
          <a:p>
            <a:r>
              <a:rPr lang="ja-JP" altLang="en-US" b="0" dirty="0"/>
              <a:t>偽相関の問題を防ぐためには、</a:t>
            </a:r>
            <a:br>
              <a:rPr lang="ja-JP" altLang="en-US" b="0" dirty="0"/>
            </a:br>
            <a:r>
              <a:rPr lang="ja-JP" altLang="en-US" b="0" dirty="0"/>
              <a:t>画像に含まれる複数の生成要因を、互いに独立に理解することが重要です。</a:t>
            </a:r>
          </a:p>
          <a:p>
            <a:r>
              <a:rPr lang="ja-JP" altLang="en-US" b="0" dirty="0"/>
              <a:t>このとき有効なのが、**因果構造に基づく潜在空間の分離という考え方です。</a:t>
            </a:r>
          </a:p>
          <a:p>
            <a:r>
              <a:rPr lang="ja-JP" altLang="en-US" b="0" dirty="0"/>
              <a:t>潜在空間の分離とは、</a:t>
            </a:r>
            <a:br>
              <a:rPr lang="ja-JP" altLang="en-US" b="0" dirty="0"/>
            </a:br>
            <a:r>
              <a:rPr lang="ja-JP" altLang="en-US" b="0" dirty="0"/>
              <a:t>画像を構成するさまざまな要因（たとえば患者属性・撮影条件・スタイルなど）を、</a:t>
            </a:r>
            <a:br>
              <a:rPr lang="ja-JP" altLang="en-US" b="0" dirty="0"/>
            </a:br>
            <a:r>
              <a:rPr lang="ja-JP" altLang="en-US" b="0" dirty="0"/>
              <a:t>潜在空間の中で別々の次元（</a:t>
            </a:r>
            <a:r>
              <a:rPr lang="en-US" altLang="ja-JP" b="0" dirty="0"/>
              <a:t>subspace</a:t>
            </a:r>
            <a:r>
              <a:rPr lang="ja-JP" altLang="en-US" b="0" dirty="0"/>
              <a:t>）として表現することを指します。</a:t>
            </a:r>
          </a:p>
          <a:p>
            <a:r>
              <a:rPr lang="ja-JP" altLang="en-US" b="0" dirty="0"/>
              <a:t>これにより、</a:t>
            </a:r>
            <a:br>
              <a:rPr lang="ja-JP" altLang="en-US" b="0" dirty="0"/>
            </a:br>
            <a:r>
              <a:rPr lang="ja-JP" altLang="en-US" b="0" dirty="0"/>
              <a:t>ある要因だけを変化させた画像生成（例：カメラ条件を固定して患者属性だけ変える）など、</a:t>
            </a:r>
            <a:br>
              <a:rPr lang="ja-JP" altLang="en-US" b="0" dirty="0"/>
            </a:br>
            <a:r>
              <a:rPr lang="ja-JP" altLang="en-US" b="0" dirty="0"/>
              <a:t>要因ごとの影響を独立に扱うことができます。</a:t>
            </a:r>
          </a:p>
          <a:p>
            <a:r>
              <a:rPr lang="ja-JP" altLang="en-US" b="0" dirty="0"/>
              <a:t>医用画像のように多様な要因が絡み合うデータでは、</a:t>
            </a:r>
            <a:br>
              <a:rPr lang="ja-JP" altLang="en-US" b="0" dirty="0"/>
            </a:br>
            <a:r>
              <a:rPr lang="ja-JP" altLang="en-US" b="0" dirty="0"/>
              <a:t>このような「潜在表現の分離」が、</a:t>
            </a:r>
            <a:br>
              <a:rPr lang="ja-JP" altLang="en-US" b="0" dirty="0"/>
            </a:br>
            <a:r>
              <a:rPr lang="ja-JP" altLang="en-US" b="0" dirty="0"/>
              <a:t>真に疾患に関連した特徴を抽出するための鍵になると考えられています。</a:t>
            </a:r>
          </a:p>
          <a:p>
            <a:endParaRPr kumimoji="1" lang="ja-JP" altLang="en-US" dirty="0"/>
          </a:p>
        </p:txBody>
      </p:sp>
      <p:sp>
        <p:nvSpPr>
          <p:cNvPr id="4" name="スライド番号プレースホルダー 3">
            <a:extLst>
              <a:ext uri="{FF2B5EF4-FFF2-40B4-BE49-F238E27FC236}">
                <a16:creationId xmlns:a16="http://schemas.microsoft.com/office/drawing/2014/main" id="{A4CBCA83-8661-8B73-7887-B75B6876F7C6}"/>
              </a:ext>
            </a:extLst>
          </p:cNvPr>
          <p:cNvSpPr>
            <a:spLocks noGrp="1"/>
          </p:cNvSpPr>
          <p:nvPr>
            <p:ph type="sldNum" sz="quarter" idx="5"/>
          </p:nvPr>
        </p:nvSpPr>
        <p:spPr/>
        <p:txBody>
          <a:bodyPr/>
          <a:lstStyle/>
          <a:p>
            <a:fld id="{0EC3C715-5863-4A9F-962C-669136412094}" type="slidenum">
              <a:rPr kumimoji="1" lang="ja-JP" altLang="en-US" smtClean="0"/>
              <a:t>19</a:t>
            </a:fld>
            <a:endParaRPr kumimoji="1" lang="ja-JP" altLang="en-US"/>
          </a:p>
        </p:txBody>
      </p:sp>
    </p:spTree>
    <p:extLst>
      <p:ext uri="{BB962C8B-B14F-4D97-AF65-F5344CB8AC3E}">
        <p14:creationId xmlns:p14="http://schemas.microsoft.com/office/powerpoint/2010/main" val="24938081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FE782-4212-07AE-C08A-30FD2EBE97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84E242B-1299-A929-B950-E850091DA3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4CB73E3-9CF6-25C3-CED2-1262BDDB4787}"/>
              </a:ext>
            </a:extLst>
          </p:cNvPr>
          <p:cNvSpPr>
            <a:spLocks noGrp="1"/>
          </p:cNvSpPr>
          <p:nvPr>
            <p:ph type="body" idx="1"/>
          </p:nvPr>
        </p:nvSpPr>
        <p:spPr/>
        <p:txBody>
          <a:bodyPr/>
          <a:lstStyle/>
          <a:p>
            <a:r>
              <a:rPr lang="ja-JP" altLang="en-US" b="0" dirty="0"/>
              <a:t>偽相関の問題を防ぐためには、</a:t>
            </a:r>
            <a:br>
              <a:rPr lang="ja-JP" altLang="en-US" b="0" dirty="0"/>
            </a:br>
            <a:r>
              <a:rPr lang="ja-JP" altLang="en-US" b="0" dirty="0"/>
              <a:t>画像に含まれる複数の生成要因を、互いに独立に理解することが重要です。</a:t>
            </a:r>
          </a:p>
          <a:p>
            <a:r>
              <a:rPr lang="ja-JP" altLang="en-US" b="0" dirty="0"/>
              <a:t>このとき有効なのが、**因果構造に基づく潜在空間の分離という考え方です。</a:t>
            </a:r>
          </a:p>
          <a:p>
            <a:r>
              <a:rPr lang="ja-JP" altLang="en-US" b="0" dirty="0"/>
              <a:t>潜在空間の分離とは、</a:t>
            </a:r>
            <a:br>
              <a:rPr lang="ja-JP" altLang="en-US" b="0" dirty="0"/>
            </a:br>
            <a:r>
              <a:rPr lang="ja-JP" altLang="en-US" b="0" dirty="0"/>
              <a:t>画像を構成するさまざまな要因（たとえば患者属性・撮影条件・スタイルなど）を、</a:t>
            </a:r>
            <a:br>
              <a:rPr lang="ja-JP" altLang="en-US" b="0" dirty="0"/>
            </a:br>
            <a:r>
              <a:rPr lang="ja-JP" altLang="en-US" b="0" dirty="0"/>
              <a:t>潜在空間の中で別々の次元（</a:t>
            </a:r>
            <a:r>
              <a:rPr lang="en-US" altLang="ja-JP" b="0" dirty="0"/>
              <a:t>subspace</a:t>
            </a:r>
            <a:r>
              <a:rPr lang="ja-JP" altLang="en-US" b="0" dirty="0"/>
              <a:t>）として表現することを指します。</a:t>
            </a:r>
          </a:p>
          <a:p>
            <a:r>
              <a:rPr lang="ja-JP" altLang="en-US" b="0" dirty="0"/>
              <a:t>これにより、</a:t>
            </a:r>
            <a:br>
              <a:rPr lang="ja-JP" altLang="en-US" b="0" dirty="0"/>
            </a:br>
            <a:r>
              <a:rPr lang="ja-JP" altLang="en-US" b="0" dirty="0"/>
              <a:t>ある要因だけを変化させた画像生成（例：カメラ条件を固定して患者属性だけ変える）など、</a:t>
            </a:r>
            <a:br>
              <a:rPr lang="ja-JP" altLang="en-US" b="0" dirty="0"/>
            </a:br>
            <a:r>
              <a:rPr lang="ja-JP" altLang="en-US" b="0" dirty="0"/>
              <a:t>要因ごとの影響を独立に扱うことができます。</a:t>
            </a:r>
          </a:p>
          <a:p>
            <a:r>
              <a:rPr lang="ja-JP" altLang="en-US" b="0" dirty="0"/>
              <a:t>医用画像のように多様な要因が絡み合うデータでは、</a:t>
            </a:r>
            <a:br>
              <a:rPr lang="ja-JP" altLang="en-US" b="0" dirty="0"/>
            </a:br>
            <a:r>
              <a:rPr lang="ja-JP" altLang="en-US" b="0" dirty="0"/>
              <a:t>このような「潜在表現の分離」が、</a:t>
            </a:r>
            <a:br>
              <a:rPr lang="ja-JP" altLang="en-US" b="0" dirty="0"/>
            </a:br>
            <a:r>
              <a:rPr lang="ja-JP" altLang="en-US" b="0" dirty="0"/>
              <a:t>真に疾患に関連した特徴を抽出するための鍵になると考えられています。</a:t>
            </a:r>
          </a:p>
          <a:p>
            <a:endParaRPr kumimoji="1" lang="ja-JP" altLang="en-US" dirty="0"/>
          </a:p>
        </p:txBody>
      </p:sp>
      <p:sp>
        <p:nvSpPr>
          <p:cNvPr id="4" name="スライド番号プレースホルダー 3">
            <a:extLst>
              <a:ext uri="{FF2B5EF4-FFF2-40B4-BE49-F238E27FC236}">
                <a16:creationId xmlns:a16="http://schemas.microsoft.com/office/drawing/2014/main" id="{97E38524-02ED-DD19-7744-364CE3586F67}"/>
              </a:ext>
            </a:extLst>
          </p:cNvPr>
          <p:cNvSpPr>
            <a:spLocks noGrp="1"/>
          </p:cNvSpPr>
          <p:nvPr>
            <p:ph type="sldNum" sz="quarter" idx="5"/>
          </p:nvPr>
        </p:nvSpPr>
        <p:spPr/>
        <p:txBody>
          <a:bodyPr/>
          <a:lstStyle/>
          <a:p>
            <a:fld id="{0EC3C715-5863-4A9F-962C-669136412094}" type="slidenum">
              <a:rPr kumimoji="1" lang="ja-JP" altLang="en-US" smtClean="0"/>
              <a:t>20</a:t>
            </a:fld>
            <a:endParaRPr kumimoji="1" lang="ja-JP" altLang="en-US"/>
          </a:p>
        </p:txBody>
      </p:sp>
    </p:spTree>
    <p:extLst>
      <p:ext uri="{BB962C8B-B14F-4D97-AF65-F5344CB8AC3E}">
        <p14:creationId xmlns:p14="http://schemas.microsoft.com/office/powerpoint/2010/main" val="986707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AE9C6-0BB8-AD4F-9E9C-274D67494B1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F9CB85-6538-6034-F24D-7FEE7C54545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C7CDDC7-1094-400F-EFFF-8BA11B8C6BCC}"/>
              </a:ext>
            </a:extLst>
          </p:cNvPr>
          <p:cNvSpPr>
            <a:spLocks noGrp="1"/>
          </p:cNvSpPr>
          <p:nvPr>
            <p:ph type="body" idx="1"/>
          </p:nvPr>
        </p:nvSpPr>
        <p:spPr/>
        <p:txBody>
          <a:bodyPr/>
          <a:lstStyle/>
          <a:p>
            <a:r>
              <a:rPr lang="ja-JP" altLang="en-US" dirty="0"/>
              <a:t>偽相関は本来は因果関係がないのに、データの作られた方</a:t>
            </a:r>
            <a:r>
              <a:rPr lang="en-US" altLang="ja-JP" dirty="0"/>
              <a:t>(</a:t>
            </a:r>
            <a:r>
              <a:rPr lang="ja-JP" altLang="en-US" dirty="0"/>
              <a:t>交絡</a:t>
            </a:r>
            <a:r>
              <a:rPr lang="en-US" altLang="ja-JP" dirty="0"/>
              <a:t>)</a:t>
            </a:r>
            <a:r>
              <a:rPr lang="ja-JP" altLang="en-US" dirty="0"/>
              <a:t>で見かけ上の相関が生じること</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患者属性 </a:t>
            </a:r>
            <a:r>
              <a:rPr kumimoji="1" lang="en-US" altLang="ja-JP" dirty="0"/>
              <a:t>b</a:t>
            </a:r>
            <a:r>
              <a:rPr kumimoji="1" lang="ja-JP" altLang="en-US" dirty="0"/>
              <a:t>（年齢・</a:t>
            </a:r>
            <a:r>
              <a:rPr kumimoji="1" lang="en-US" altLang="ja-JP" dirty="0"/>
              <a:t>ethnicity </a:t>
            </a:r>
            <a:r>
              <a:rPr kumimoji="1" lang="ja-JP" altLang="en-US" dirty="0"/>
              <a:t>など）、カメラ </a:t>
            </a:r>
            <a:r>
              <a:rPr kumimoji="1" lang="en-US" altLang="ja-JP" dirty="0"/>
              <a:t>c</a:t>
            </a:r>
            <a:r>
              <a:rPr kumimoji="1" lang="ja-JP" altLang="en-US" dirty="0"/>
              <a:t>、スタイル </a:t>
            </a:r>
            <a:r>
              <a:rPr kumimoji="1" lang="en-US" altLang="ja-JP" dirty="0"/>
              <a:t>d </a:t>
            </a:r>
            <a:r>
              <a:rPr kumimoji="1" lang="ja-JP" altLang="en-US" dirty="0"/>
              <a:t>の</a:t>
            </a:r>
            <a:r>
              <a:rPr kumimoji="1" lang="en-US" altLang="ja-JP" dirty="0"/>
              <a:t>3</a:t>
            </a:r>
            <a:r>
              <a:rPr kumimoji="1" lang="ja-JP" altLang="en-US" dirty="0"/>
              <a:t>要因で記述し、さらに未知の交絡因子 </a:t>
            </a:r>
            <a:r>
              <a:rPr kumimoji="1" lang="en-US" altLang="ja-JP" dirty="0"/>
              <a:t>a</a:t>
            </a:r>
            <a:r>
              <a:rPr kumimoji="1" lang="ja-JP" altLang="en-US" dirty="0"/>
              <a:t>が </a:t>
            </a:r>
            <a:r>
              <a:rPr kumimoji="1" lang="en-US" altLang="ja-JP" dirty="0"/>
              <a:t>b/c/d </a:t>
            </a:r>
            <a:r>
              <a:rPr kumimoji="1" lang="ja-JP" altLang="en-US" dirty="0"/>
              <a:t>すべてに影響して</a:t>
            </a:r>
            <a:r>
              <a:rPr kumimoji="1" lang="en-US" altLang="ja-JP" dirty="0"/>
              <a:t>b–c–d </a:t>
            </a:r>
            <a:r>
              <a:rPr kumimoji="1" lang="ja-JP" altLang="en-US" dirty="0"/>
              <a:t>間に統計的な依存（</a:t>
            </a:r>
            <a:r>
              <a:rPr kumimoji="1" lang="en-US" altLang="ja-JP" dirty="0"/>
              <a:t>=</a:t>
            </a:r>
            <a:r>
              <a:rPr kumimoji="1" lang="ja-JP" altLang="en-US" dirty="0"/>
              <a:t>見かけの相関）を生むとする </a:t>
            </a:r>
            <a:r>
              <a:rPr kumimoji="1" lang="en-US" altLang="ja-JP" dirty="0" err="1"/>
              <a:t>dag</a:t>
            </a:r>
            <a:r>
              <a:rPr kumimoji="1" lang="en-US" altLang="ja-JP" dirty="0"/>
              <a:t> </a:t>
            </a:r>
            <a:r>
              <a:rPr kumimoji="1" lang="ja-JP" altLang="en-US" dirty="0"/>
              <a:t>を示しています。これがショートカット学習（</a:t>
            </a:r>
            <a:r>
              <a:rPr kumimoji="1" lang="en-US" altLang="ja-JP" dirty="0"/>
              <a:t>shortcut learning</a:t>
            </a:r>
            <a:r>
              <a:rPr kumimoji="1" lang="ja-JP" altLang="en-US" dirty="0"/>
              <a:t>）の原因になる、</a:t>
            </a:r>
          </a:p>
          <a:p>
            <a:endParaRPr kumimoji="1" lang="ja-JP" altLang="en-US" dirty="0"/>
          </a:p>
        </p:txBody>
      </p:sp>
      <p:sp>
        <p:nvSpPr>
          <p:cNvPr id="4" name="スライド番号プレースホルダー 3">
            <a:extLst>
              <a:ext uri="{FF2B5EF4-FFF2-40B4-BE49-F238E27FC236}">
                <a16:creationId xmlns:a16="http://schemas.microsoft.com/office/drawing/2014/main" id="{639BDB0F-1D4F-439E-F712-C97CB5A0966D}"/>
              </a:ext>
            </a:extLst>
          </p:cNvPr>
          <p:cNvSpPr>
            <a:spLocks noGrp="1"/>
          </p:cNvSpPr>
          <p:nvPr>
            <p:ph type="sldNum" sz="quarter" idx="5"/>
          </p:nvPr>
        </p:nvSpPr>
        <p:spPr/>
        <p:txBody>
          <a:bodyPr/>
          <a:lstStyle/>
          <a:p>
            <a:fld id="{0EC3C715-5863-4A9F-962C-669136412094}" type="slidenum">
              <a:rPr kumimoji="1" lang="ja-JP" altLang="en-US" smtClean="0"/>
              <a:t>21</a:t>
            </a:fld>
            <a:endParaRPr kumimoji="1" lang="ja-JP" altLang="en-US"/>
          </a:p>
        </p:txBody>
      </p:sp>
    </p:spTree>
    <p:extLst>
      <p:ext uri="{BB962C8B-B14F-4D97-AF65-F5344CB8AC3E}">
        <p14:creationId xmlns:p14="http://schemas.microsoft.com/office/powerpoint/2010/main" val="1894134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25</a:t>
            </a:fld>
            <a:endParaRPr kumimoji="1" lang="ja-JP" altLang="en-US"/>
          </a:p>
        </p:txBody>
      </p:sp>
    </p:spTree>
    <p:extLst>
      <p:ext uri="{BB962C8B-B14F-4D97-AF65-F5344CB8AC3E}">
        <p14:creationId xmlns:p14="http://schemas.microsoft.com/office/powerpoint/2010/main" val="40770175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31</a:t>
            </a:fld>
            <a:endParaRPr kumimoji="1" lang="ja-JP" altLang="en-US"/>
          </a:p>
        </p:txBody>
      </p:sp>
    </p:spTree>
    <p:extLst>
      <p:ext uri="{BB962C8B-B14F-4D97-AF65-F5344CB8AC3E}">
        <p14:creationId xmlns:p14="http://schemas.microsoft.com/office/powerpoint/2010/main" val="3104663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5" name="Google Shape;28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39</a:t>
            </a:fld>
            <a:endParaRPr kumimoji="1" lang="ja-JP" altLang="en-US"/>
          </a:p>
        </p:txBody>
      </p:sp>
    </p:spTree>
    <p:extLst>
      <p:ext uri="{BB962C8B-B14F-4D97-AF65-F5344CB8AC3E}">
        <p14:creationId xmlns:p14="http://schemas.microsoft.com/office/powerpoint/2010/main" val="23926354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40</a:t>
            </a:fld>
            <a:endParaRPr kumimoji="1" lang="ja-JP" altLang="en-US"/>
          </a:p>
        </p:txBody>
      </p:sp>
    </p:spTree>
    <p:extLst>
      <p:ext uri="{BB962C8B-B14F-4D97-AF65-F5344CB8AC3E}">
        <p14:creationId xmlns:p14="http://schemas.microsoft.com/office/powerpoint/2010/main" val="28770377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41</a:t>
            </a:fld>
            <a:endParaRPr kumimoji="1" lang="ja-JP" altLang="en-US"/>
          </a:p>
        </p:txBody>
      </p:sp>
    </p:spTree>
    <p:extLst>
      <p:ext uri="{BB962C8B-B14F-4D97-AF65-F5344CB8AC3E}">
        <p14:creationId xmlns:p14="http://schemas.microsoft.com/office/powerpoint/2010/main" val="27091921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46</a:t>
            </a:fld>
            <a:endParaRPr kumimoji="1" lang="ja-JP" altLang="en-US"/>
          </a:p>
        </p:txBody>
      </p:sp>
    </p:spTree>
    <p:extLst>
      <p:ext uri="{BB962C8B-B14F-4D97-AF65-F5344CB8AC3E}">
        <p14:creationId xmlns:p14="http://schemas.microsoft.com/office/powerpoint/2010/main" val="1070443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D90B3D-F267-3AC0-CC3A-F20A40F9590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DFB468E-2794-542F-1E64-387CCECB9D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70DA184-5AB5-B64B-D3B1-67EEC97196B4}"/>
              </a:ext>
            </a:extLst>
          </p:cNvPr>
          <p:cNvSpPr>
            <a:spLocks noGrp="1"/>
          </p:cNvSpPr>
          <p:nvPr>
            <p:ph type="dt" sz="half" idx="10"/>
          </p:nvPr>
        </p:nvSpPr>
        <p:spPr/>
        <p:txBody>
          <a:bodyPr/>
          <a:lstStyle/>
          <a:p>
            <a:fld id="{7F73144F-EAB5-4C17-890F-1F7B189BF985}" type="datetimeFigureOut">
              <a:rPr kumimoji="1" lang="ja-JP" altLang="en-US" smtClean="0"/>
              <a:t>2025/10/20</a:t>
            </a:fld>
            <a:endParaRPr kumimoji="1" lang="ja-JP" altLang="en-US"/>
          </a:p>
        </p:txBody>
      </p:sp>
      <p:sp>
        <p:nvSpPr>
          <p:cNvPr id="5" name="フッター プレースホルダー 4">
            <a:extLst>
              <a:ext uri="{FF2B5EF4-FFF2-40B4-BE49-F238E27FC236}">
                <a16:creationId xmlns:a16="http://schemas.microsoft.com/office/drawing/2014/main" id="{F972FD63-1D7C-89E4-483E-92B2961A779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B7273F-4A11-5003-10FD-CF905A3D1E7B}"/>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508297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2F7E5D-EA4E-E067-85DF-F6BA87BA28D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59C932A-C85B-0BC8-F0DD-CAB0E952C47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B240D4C-D864-C070-43EE-CB2C8CBA00DB}"/>
              </a:ext>
            </a:extLst>
          </p:cNvPr>
          <p:cNvSpPr>
            <a:spLocks noGrp="1"/>
          </p:cNvSpPr>
          <p:nvPr>
            <p:ph type="dt" sz="half" idx="10"/>
          </p:nvPr>
        </p:nvSpPr>
        <p:spPr/>
        <p:txBody>
          <a:bodyPr/>
          <a:lstStyle/>
          <a:p>
            <a:fld id="{7F73144F-EAB5-4C17-890F-1F7B189BF985}" type="datetimeFigureOut">
              <a:rPr kumimoji="1" lang="ja-JP" altLang="en-US" smtClean="0"/>
              <a:t>2025/10/20</a:t>
            </a:fld>
            <a:endParaRPr kumimoji="1" lang="ja-JP" altLang="en-US"/>
          </a:p>
        </p:txBody>
      </p:sp>
      <p:sp>
        <p:nvSpPr>
          <p:cNvPr id="5" name="フッター プレースホルダー 4">
            <a:extLst>
              <a:ext uri="{FF2B5EF4-FFF2-40B4-BE49-F238E27FC236}">
                <a16:creationId xmlns:a16="http://schemas.microsoft.com/office/drawing/2014/main" id="{E6A77CAF-54AB-1C8E-B92E-E32AFFBE076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630965-BCB2-209B-B759-14244A21BD80}"/>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4098503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B717BE-33B3-65EB-A153-51076026A2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159BFBA-3A68-E111-263D-A6E7A6B0E3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CAE7A7C-10FB-1947-5FB8-3B71773635DB}"/>
              </a:ext>
            </a:extLst>
          </p:cNvPr>
          <p:cNvSpPr>
            <a:spLocks noGrp="1"/>
          </p:cNvSpPr>
          <p:nvPr>
            <p:ph type="dt" sz="half" idx="10"/>
          </p:nvPr>
        </p:nvSpPr>
        <p:spPr/>
        <p:txBody>
          <a:bodyPr/>
          <a:lstStyle/>
          <a:p>
            <a:fld id="{7F73144F-EAB5-4C17-890F-1F7B189BF985}" type="datetimeFigureOut">
              <a:rPr kumimoji="1" lang="ja-JP" altLang="en-US" smtClean="0"/>
              <a:t>2025/10/20</a:t>
            </a:fld>
            <a:endParaRPr kumimoji="1" lang="ja-JP" altLang="en-US"/>
          </a:p>
        </p:txBody>
      </p:sp>
      <p:sp>
        <p:nvSpPr>
          <p:cNvPr id="5" name="フッター プレースホルダー 4">
            <a:extLst>
              <a:ext uri="{FF2B5EF4-FFF2-40B4-BE49-F238E27FC236}">
                <a16:creationId xmlns:a16="http://schemas.microsoft.com/office/drawing/2014/main" id="{48A566FD-BB1B-3E90-478F-11A843B7F4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AA8CE5A-D596-38C0-E655-0F4FE0AD4267}"/>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1881878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ACCAAB-57A6-C1E5-06D7-DB8C1A632FA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244398-A25B-B29C-5243-D606E4D8427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119EF7E-FE3F-1E86-514D-E34AC4B8175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7215A55-7955-C20D-2A02-375C6732EAE4}"/>
              </a:ext>
            </a:extLst>
          </p:cNvPr>
          <p:cNvSpPr>
            <a:spLocks noGrp="1"/>
          </p:cNvSpPr>
          <p:nvPr>
            <p:ph type="dt" sz="half" idx="10"/>
          </p:nvPr>
        </p:nvSpPr>
        <p:spPr/>
        <p:txBody>
          <a:bodyPr/>
          <a:lstStyle/>
          <a:p>
            <a:fld id="{7F73144F-EAB5-4C17-890F-1F7B189BF985}" type="datetimeFigureOut">
              <a:rPr kumimoji="1" lang="ja-JP" altLang="en-US" smtClean="0"/>
              <a:t>2025/10/20</a:t>
            </a:fld>
            <a:endParaRPr kumimoji="1" lang="ja-JP" altLang="en-US"/>
          </a:p>
        </p:txBody>
      </p:sp>
      <p:sp>
        <p:nvSpPr>
          <p:cNvPr id="6" name="フッター プレースホルダー 5">
            <a:extLst>
              <a:ext uri="{FF2B5EF4-FFF2-40B4-BE49-F238E27FC236}">
                <a16:creationId xmlns:a16="http://schemas.microsoft.com/office/drawing/2014/main" id="{39913B6D-A141-F368-6992-5131CE4DCD1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9392BCC-35D2-D8C7-9493-429FB76B3794}"/>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2984736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4DB26B-3287-840B-44B0-8DC1B47D0A3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6CEBF34-DF7F-AF3D-3C0E-244DBECDC5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AB17CDF-6ACD-5547-14D8-AFF3B7DC7A9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B52FFF6-4BD6-6645-57CB-CE786295C5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520C2FC-49AE-311D-B4AB-86CD2572CF9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CC01083-88F3-92A7-B94F-2BE83C6BDDFC}"/>
              </a:ext>
            </a:extLst>
          </p:cNvPr>
          <p:cNvSpPr>
            <a:spLocks noGrp="1"/>
          </p:cNvSpPr>
          <p:nvPr>
            <p:ph type="dt" sz="half" idx="10"/>
          </p:nvPr>
        </p:nvSpPr>
        <p:spPr/>
        <p:txBody>
          <a:bodyPr/>
          <a:lstStyle/>
          <a:p>
            <a:fld id="{7F73144F-EAB5-4C17-890F-1F7B189BF985}" type="datetimeFigureOut">
              <a:rPr kumimoji="1" lang="ja-JP" altLang="en-US" smtClean="0"/>
              <a:t>2025/10/20</a:t>
            </a:fld>
            <a:endParaRPr kumimoji="1" lang="ja-JP" altLang="en-US"/>
          </a:p>
        </p:txBody>
      </p:sp>
      <p:sp>
        <p:nvSpPr>
          <p:cNvPr id="8" name="フッター プレースホルダー 7">
            <a:extLst>
              <a:ext uri="{FF2B5EF4-FFF2-40B4-BE49-F238E27FC236}">
                <a16:creationId xmlns:a16="http://schemas.microsoft.com/office/drawing/2014/main" id="{E41A71D5-3D32-868E-CD40-3EE76BBC949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B05D813-FA3D-1CBB-693C-9E299C229366}"/>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785645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558351-FC02-4DB1-C0D5-6867CDF62F9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AB4FE99-454A-C53F-DFC6-7595D669BF79}"/>
              </a:ext>
            </a:extLst>
          </p:cNvPr>
          <p:cNvSpPr>
            <a:spLocks noGrp="1"/>
          </p:cNvSpPr>
          <p:nvPr>
            <p:ph type="dt" sz="half" idx="10"/>
          </p:nvPr>
        </p:nvSpPr>
        <p:spPr/>
        <p:txBody>
          <a:bodyPr/>
          <a:lstStyle/>
          <a:p>
            <a:fld id="{7F73144F-EAB5-4C17-890F-1F7B189BF985}" type="datetimeFigureOut">
              <a:rPr kumimoji="1" lang="ja-JP" altLang="en-US" smtClean="0"/>
              <a:t>2025/10/20</a:t>
            </a:fld>
            <a:endParaRPr kumimoji="1" lang="ja-JP" altLang="en-US"/>
          </a:p>
        </p:txBody>
      </p:sp>
      <p:sp>
        <p:nvSpPr>
          <p:cNvPr id="4" name="フッター プレースホルダー 3">
            <a:extLst>
              <a:ext uri="{FF2B5EF4-FFF2-40B4-BE49-F238E27FC236}">
                <a16:creationId xmlns:a16="http://schemas.microsoft.com/office/drawing/2014/main" id="{9BC4DE10-55D4-4C4F-6D52-DCD5A3779F1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F74F357-9481-9494-832E-73AAE2323A10}"/>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2609898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24CCD8B-4A9F-FA58-F355-E3ADE74A63BA}"/>
              </a:ext>
            </a:extLst>
          </p:cNvPr>
          <p:cNvSpPr>
            <a:spLocks noGrp="1"/>
          </p:cNvSpPr>
          <p:nvPr>
            <p:ph type="dt" sz="half" idx="10"/>
          </p:nvPr>
        </p:nvSpPr>
        <p:spPr/>
        <p:txBody>
          <a:bodyPr/>
          <a:lstStyle/>
          <a:p>
            <a:fld id="{7F73144F-EAB5-4C17-890F-1F7B189BF985}" type="datetimeFigureOut">
              <a:rPr kumimoji="1" lang="ja-JP" altLang="en-US" smtClean="0"/>
              <a:t>2025/10/20</a:t>
            </a:fld>
            <a:endParaRPr kumimoji="1" lang="ja-JP" altLang="en-US"/>
          </a:p>
        </p:txBody>
      </p:sp>
      <p:sp>
        <p:nvSpPr>
          <p:cNvPr id="3" name="フッター プレースホルダー 2">
            <a:extLst>
              <a:ext uri="{FF2B5EF4-FFF2-40B4-BE49-F238E27FC236}">
                <a16:creationId xmlns:a16="http://schemas.microsoft.com/office/drawing/2014/main" id="{6C4F1DF3-CA32-3F44-E86C-F031949A96F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F6A227D-4DDC-8D5E-7CB7-FD4A93F646B0}"/>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162412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16B49E-D10A-C9E2-8CCE-8FC488F26A2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683C0F8-9ED5-44B4-3501-3D7DFE0923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1B9DE19-EE02-47BF-6B63-4C2441BF9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57B1CCB-5E69-E36A-AED3-89174E0896DD}"/>
              </a:ext>
            </a:extLst>
          </p:cNvPr>
          <p:cNvSpPr>
            <a:spLocks noGrp="1"/>
          </p:cNvSpPr>
          <p:nvPr>
            <p:ph type="dt" sz="half" idx="10"/>
          </p:nvPr>
        </p:nvSpPr>
        <p:spPr/>
        <p:txBody>
          <a:bodyPr/>
          <a:lstStyle/>
          <a:p>
            <a:fld id="{7F73144F-EAB5-4C17-890F-1F7B189BF985}" type="datetimeFigureOut">
              <a:rPr kumimoji="1" lang="ja-JP" altLang="en-US" smtClean="0"/>
              <a:t>2025/10/20</a:t>
            </a:fld>
            <a:endParaRPr kumimoji="1" lang="ja-JP" altLang="en-US"/>
          </a:p>
        </p:txBody>
      </p:sp>
      <p:sp>
        <p:nvSpPr>
          <p:cNvPr id="6" name="フッター プレースホルダー 5">
            <a:extLst>
              <a:ext uri="{FF2B5EF4-FFF2-40B4-BE49-F238E27FC236}">
                <a16:creationId xmlns:a16="http://schemas.microsoft.com/office/drawing/2014/main" id="{52D5789B-BE9D-6BC3-46D8-0AE450655D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40F0958-7F14-4AD1-2740-17D57F5C7D36}"/>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74319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3E4517-944B-9D4A-3DAB-4E1ED9977C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53D68A2-8D0B-8F82-CF28-9334E596A5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921C89A-6620-8454-F12A-601835309C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342A83F-C27A-A277-E3BB-E62E887E9537}"/>
              </a:ext>
            </a:extLst>
          </p:cNvPr>
          <p:cNvSpPr>
            <a:spLocks noGrp="1"/>
          </p:cNvSpPr>
          <p:nvPr>
            <p:ph type="dt" sz="half" idx="10"/>
          </p:nvPr>
        </p:nvSpPr>
        <p:spPr/>
        <p:txBody>
          <a:bodyPr/>
          <a:lstStyle/>
          <a:p>
            <a:fld id="{7F73144F-EAB5-4C17-890F-1F7B189BF985}" type="datetimeFigureOut">
              <a:rPr kumimoji="1" lang="ja-JP" altLang="en-US" smtClean="0"/>
              <a:t>2025/10/20</a:t>
            </a:fld>
            <a:endParaRPr kumimoji="1" lang="ja-JP" altLang="en-US"/>
          </a:p>
        </p:txBody>
      </p:sp>
      <p:sp>
        <p:nvSpPr>
          <p:cNvPr id="6" name="フッター プレースホルダー 5">
            <a:extLst>
              <a:ext uri="{FF2B5EF4-FFF2-40B4-BE49-F238E27FC236}">
                <a16:creationId xmlns:a16="http://schemas.microsoft.com/office/drawing/2014/main" id="{26EB2AFA-5714-ECBE-E4ED-50868461ED7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74983C0-F6D5-8E06-87B2-03C8C7A7076D}"/>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987445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748746-F50C-AA0B-73D0-79FFABA82C1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224BF48-2F5E-EF21-F2C9-B5DCE459D75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0C888D5-928B-5F9E-55D7-922D5CAD74F3}"/>
              </a:ext>
            </a:extLst>
          </p:cNvPr>
          <p:cNvSpPr>
            <a:spLocks noGrp="1"/>
          </p:cNvSpPr>
          <p:nvPr>
            <p:ph type="dt" sz="half" idx="10"/>
          </p:nvPr>
        </p:nvSpPr>
        <p:spPr/>
        <p:txBody>
          <a:bodyPr/>
          <a:lstStyle/>
          <a:p>
            <a:fld id="{7F73144F-EAB5-4C17-890F-1F7B189BF985}" type="datetimeFigureOut">
              <a:rPr kumimoji="1" lang="ja-JP" altLang="en-US" smtClean="0"/>
              <a:t>2025/10/20</a:t>
            </a:fld>
            <a:endParaRPr kumimoji="1" lang="ja-JP" altLang="en-US"/>
          </a:p>
        </p:txBody>
      </p:sp>
      <p:sp>
        <p:nvSpPr>
          <p:cNvPr id="5" name="フッター プレースホルダー 4">
            <a:extLst>
              <a:ext uri="{FF2B5EF4-FFF2-40B4-BE49-F238E27FC236}">
                <a16:creationId xmlns:a16="http://schemas.microsoft.com/office/drawing/2014/main" id="{ED803D6B-51EC-C8CE-D7F7-C26E3BE002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5E6821B-D955-1282-425E-70FAFAEB0B7D}"/>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1993555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0E05330-9B7E-3EAC-0BD1-AC186B7245F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2A8B96D-92F0-6CC0-966F-FCD3C7507F5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C7398EC-9A2F-1A20-F78E-71201FF8EE47}"/>
              </a:ext>
            </a:extLst>
          </p:cNvPr>
          <p:cNvSpPr>
            <a:spLocks noGrp="1"/>
          </p:cNvSpPr>
          <p:nvPr>
            <p:ph type="dt" sz="half" idx="10"/>
          </p:nvPr>
        </p:nvSpPr>
        <p:spPr/>
        <p:txBody>
          <a:bodyPr/>
          <a:lstStyle/>
          <a:p>
            <a:fld id="{7F73144F-EAB5-4C17-890F-1F7B189BF985}" type="datetimeFigureOut">
              <a:rPr kumimoji="1" lang="ja-JP" altLang="en-US" smtClean="0"/>
              <a:t>2025/10/20</a:t>
            </a:fld>
            <a:endParaRPr kumimoji="1" lang="ja-JP" altLang="en-US"/>
          </a:p>
        </p:txBody>
      </p:sp>
      <p:sp>
        <p:nvSpPr>
          <p:cNvPr id="5" name="フッター プレースホルダー 4">
            <a:extLst>
              <a:ext uri="{FF2B5EF4-FFF2-40B4-BE49-F238E27FC236}">
                <a16:creationId xmlns:a16="http://schemas.microsoft.com/office/drawing/2014/main" id="{6461CE1E-7502-F595-E7FC-2783E4E225C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F1588B2-1F44-2D72-12E0-99284C78DFE2}"/>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2865212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F024574-A4F0-35A3-2494-ABF5A7C02B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4B04D09-49C8-DAC5-1A58-E18BED7596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2B3B05-E4DF-ED79-BD8E-C0C33A086B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73144F-EAB5-4C17-890F-1F7B189BF985}" type="datetimeFigureOut">
              <a:rPr kumimoji="1" lang="ja-JP" altLang="en-US" smtClean="0"/>
              <a:t>2025/10/20</a:t>
            </a:fld>
            <a:endParaRPr kumimoji="1" lang="ja-JP" altLang="en-US"/>
          </a:p>
        </p:txBody>
      </p:sp>
      <p:sp>
        <p:nvSpPr>
          <p:cNvPr id="5" name="フッター プレースホルダー 4">
            <a:extLst>
              <a:ext uri="{FF2B5EF4-FFF2-40B4-BE49-F238E27FC236}">
                <a16:creationId xmlns:a16="http://schemas.microsoft.com/office/drawing/2014/main" id="{7C3A4ADF-3580-6BCF-0F3D-AD8DF8568C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10B0EEA-EF73-2820-A792-1C6E9A25EC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4294113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11.sv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27.png"/><Relationship Id="rId5" Type="http://schemas.openxmlformats.org/officeDocument/2006/relationships/image" Target="../media/image13.svg"/><Relationship Id="rId10" Type="http://schemas.openxmlformats.org/officeDocument/2006/relationships/image" Target="../media/image26.png"/><Relationship Id="rId4" Type="http://schemas.openxmlformats.org/officeDocument/2006/relationships/image" Target="../media/image12.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4.png"/><Relationship Id="rId7"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13.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4.png"/><Relationship Id="rId3" Type="http://schemas.openxmlformats.org/officeDocument/2006/relationships/image" Target="../media/image4.png"/><Relationship Id="rId7" Type="http://schemas.openxmlformats.org/officeDocument/2006/relationships/image" Target="../media/image40.png"/><Relationship Id="rId12" Type="http://schemas.openxmlformats.org/officeDocument/2006/relationships/image" Target="../media/image43.png"/><Relationship Id="rId2" Type="http://schemas.openxmlformats.org/officeDocument/2006/relationships/notesSlide" Target="../notesSlides/notesSlide18.xml"/><Relationship Id="rId16"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9.svg"/><Relationship Id="rId11" Type="http://schemas.openxmlformats.org/officeDocument/2006/relationships/image" Target="../media/image42.png"/><Relationship Id="rId5" Type="http://schemas.openxmlformats.org/officeDocument/2006/relationships/image" Target="../media/image38.png"/><Relationship Id="rId15" Type="http://schemas.openxmlformats.org/officeDocument/2006/relationships/image" Target="../media/image4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45.png"/></Relationships>
</file>

<file path=ppt/slides/_rels/slide20.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4.png"/><Relationship Id="rId3" Type="http://schemas.openxmlformats.org/officeDocument/2006/relationships/image" Target="../media/image4.png"/><Relationship Id="rId7" Type="http://schemas.openxmlformats.org/officeDocument/2006/relationships/image" Target="../media/image40.png"/><Relationship Id="rId12" Type="http://schemas.openxmlformats.org/officeDocument/2006/relationships/image" Target="../media/image43.png"/><Relationship Id="rId2" Type="http://schemas.openxmlformats.org/officeDocument/2006/relationships/notesSlide" Target="../notesSlides/notesSlide19.xml"/><Relationship Id="rId16"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9.svg"/><Relationship Id="rId11" Type="http://schemas.openxmlformats.org/officeDocument/2006/relationships/image" Target="../media/image42.png"/><Relationship Id="rId5" Type="http://schemas.openxmlformats.org/officeDocument/2006/relationships/image" Target="../media/image38.png"/><Relationship Id="rId15" Type="http://schemas.openxmlformats.org/officeDocument/2006/relationships/image" Target="../media/image4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45.pn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png"/><Relationship Id="rId7"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5.svg"/><Relationship Id="rId9" Type="http://schemas.openxmlformats.org/officeDocument/2006/relationships/image" Target="../media/image41.svg"/></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字幕 2">
            <a:extLst>
              <a:ext uri="{FF2B5EF4-FFF2-40B4-BE49-F238E27FC236}">
                <a16:creationId xmlns:a16="http://schemas.microsoft.com/office/drawing/2014/main" id="{379CCFEB-0A89-6F9C-9CB8-79C230A2C123}"/>
              </a:ext>
            </a:extLst>
          </p:cNvPr>
          <p:cNvSpPr txBox="1">
            <a:spLocks/>
          </p:cNvSpPr>
          <p:nvPr/>
        </p:nvSpPr>
        <p:spPr>
          <a:xfrm>
            <a:off x="7817784" y="5654752"/>
            <a:ext cx="3961957" cy="83403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2000" dirty="0">
                <a:latin typeface="Arial" panose="020B0604020202020204" pitchFamily="34" charset="0"/>
                <a:ea typeface="MS PGothic" panose="020B0600070205080204" pitchFamily="34" charset="-128"/>
                <a:cs typeface="Arial" panose="020B0604020202020204" pitchFamily="34" charset="0"/>
              </a:rPr>
              <a:t>ティッシュエンジニアリング研究室</a:t>
            </a:r>
            <a:endParaRPr lang="en-US" altLang="ja-JP" sz="2000" dirty="0">
              <a:latin typeface="Arial" panose="020B0604020202020204" pitchFamily="34" charset="0"/>
              <a:ea typeface="MS PGothic" panose="020B0600070205080204" pitchFamily="34" charset="-128"/>
              <a:cs typeface="Arial" panose="020B0604020202020204" pitchFamily="34" charset="0"/>
            </a:endParaRPr>
          </a:p>
          <a:p>
            <a:r>
              <a:rPr lang="en-US" altLang="ja-JP" sz="2000" dirty="0">
                <a:latin typeface="Arial" panose="020B0604020202020204" pitchFamily="34" charset="0"/>
                <a:ea typeface="MS PGothic" panose="020B0600070205080204" pitchFamily="34" charset="-128"/>
                <a:cs typeface="Arial" panose="020B0604020202020204" pitchFamily="34" charset="0"/>
              </a:rPr>
              <a:t>2025/10/08</a:t>
            </a:r>
            <a:r>
              <a:rPr lang="ja-JP" altLang="en-US" sz="2000" dirty="0">
                <a:latin typeface="Arial" panose="020B0604020202020204" pitchFamily="34" charset="0"/>
                <a:ea typeface="MS PGothic" panose="020B0600070205080204" pitchFamily="34" charset="-128"/>
                <a:cs typeface="Arial" panose="020B0604020202020204" pitchFamily="34" charset="0"/>
              </a:rPr>
              <a:t>　池口　晃太</a:t>
            </a:r>
          </a:p>
        </p:txBody>
      </p:sp>
      <p:sp>
        <p:nvSpPr>
          <p:cNvPr id="7" name="タイトル 1">
            <a:extLst>
              <a:ext uri="{FF2B5EF4-FFF2-40B4-BE49-F238E27FC236}">
                <a16:creationId xmlns:a16="http://schemas.microsoft.com/office/drawing/2014/main" id="{C1782CA0-113E-BB2D-730D-DB2E504C4831}"/>
              </a:ext>
            </a:extLst>
          </p:cNvPr>
          <p:cNvSpPr txBox="1">
            <a:spLocks/>
          </p:cNvSpPr>
          <p:nvPr/>
        </p:nvSpPr>
        <p:spPr>
          <a:xfrm>
            <a:off x="337225" y="4184940"/>
            <a:ext cx="11095228" cy="11017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lnSpc>
                <a:spcPct val="150000"/>
              </a:lnSpc>
            </a:pPr>
            <a:r>
              <a:rPr lang="ja-JP" altLang="en-US" sz="3600" dirty="0">
                <a:latin typeface="ＭＳ Ｐゴシック" panose="020B0600070205080204" pitchFamily="50" charset="-128"/>
                <a:ea typeface="ＭＳ Ｐゴシック" panose="020B0600070205080204" pitchFamily="50" charset="-128"/>
                <a:cs typeface="Arial" panose="020B0604020202020204" pitchFamily="34" charset="0"/>
              </a:rPr>
              <a:t>生成モデルを用いた網膜画像の表現の分離</a:t>
            </a:r>
          </a:p>
        </p:txBody>
      </p:sp>
      <p:pic>
        <p:nvPicPr>
          <p:cNvPr id="3" name="図 2">
            <a:extLst>
              <a:ext uri="{FF2B5EF4-FFF2-40B4-BE49-F238E27FC236}">
                <a16:creationId xmlns:a16="http://schemas.microsoft.com/office/drawing/2014/main" id="{D85BED02-2DAF-025E-8A20-845A516C4ADE}"/>
              </a:ext>
            </a:extLst>
          </p:cNvPr>
          <p:cNvPicPr>
            <a:picLocks noChangeAspect="1"/>
          </p:cNvPicPr>
          <p:nvPr/>
        </p:nvPicPr>
        <p:blipFill>
          <a:blip r:embed="rId3"/>
          <a:stretch>
            <a:fillRect/>
          </a:stretch>
        </p:blipFill>
        <p:spPr>
          <a:xfrm>
            <a:off x="337225" y="1785722"/>
            <a:ext cx="11095228" cy="2031131"/>
          </a:xfrm>
          <a:prstGeom prst="rect">
            <a:avLst/>
          </a:prstGeom>
        </p:spPr>
      </p:pic>
      <p:pic>
        <p:nvPicPr>
          <p:cNvPr id="8" name="図 7">
            <a:extLst>
              <a:ext uri="{FF2B5EF4-FFF2-40B4-BE49-F238E27FC236}">
                <a16:creationId xmlns:a16="http://schemas.microsoft.com/office/drawing/2014/main" id="{23356138-EE72-D758-61BF-1397326FA393}"/>
              </a:ext>
            </a:extLst>
          </p:cNvPr>
          <p:cNvPicPr>
            <a:picLocks noChangeAspect="1"/>
          </p:cNvPicPr>
          <p:nvPr/>
        </p:nvPicPr>
        <p:blipFill>
          <a:blip r:embed="rId4"/>
          <a:stretch>
            <a:fillRect/>
          </a:stretch>
        </p:blipFill>
        <p:spPr>
          <a:xfrm>
            <a:off x="337225" y="685367"/>
            <a:ext cx="5062089" cy="1209211"/>
          </a:xfrm>
          <a:prstGeom prst="rect">
            <a:avLst/>
          </a:prstGeom>
        </p:spPr>
      </p:pic>
    </p:spTree>
    <p:extLst>
      <p:ext uri="{BB962C8B-B14F-4D97-AF65-F5344CB8AC3E}">
        <p14:creationId xmlns:p14="http://schemas.microsoft.com/office/powerpoint/2010/main" val="3684952264"/>
      </p:ext>
    </p:extLst>
  </p:cSld>
  <p:clrMapOvr>
    <a:masterClrMapping/>
  </p:clrMapOvr>
  <mc:AlternateContent xmlns:mc="http://schemas.openxmlformats.org/markup-compatibility/2006" xmlns:p14="http://schemas.microsoft.com/office/powerpoint/2010/main">
    <mc:Choice Requires="p14">
      <p:transition spd="slow" p14:dur="2000" advTm="1420"/>
    </mc:Choice>
    <mc:Fallback xmlns="">
      <p:transition spd="slow" advTm="142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0EABC-58AE-BCD4-C00A-AB2B3CE58F76}"/>
            </a:ext>
          </a:extLst>
        </p:cNvPr>
        <p:cNvGrpSpPr/>
        <p:nvPr/>
      </p:nvGrpSpPr>
      <p:grpSpPr>
        <a:xfrm>
          <a:off x="0" y="0"/>
          <a:ext cx="0" cy="0"/>
          <a:chOff x="0" y="0"/>
          <a:chExt cx="0" cy="0"/>
        </a:xfrm>
      </p:grpSpPr>
      <p:sp>
        <p:nvSpPr>
          <p:cNvPr id="12" name="四角形: 角を丸くする 11">
            <a:extLst>
              <a:ext uri="{FF2B5EF4-FFF2-40B4-BE49-F238E27FC236}">
                <a16:creationId xmlns:a16="http://schemas.microsoft.com/office/drawing/2014/main" id="{B2C9BD19-C556-749A-0894-225644BA850B}"/>
              </a:ext>
            </a:extLst>
          </p:cNvPr>
          <p:cNvSpPr/>
          <p:nvPr/>
        </p:nvSpPr>
        <p:spPr>
          <a:xfrm>
            <a:off x="360000" y="4774632"/>
            <a:ext cx="11282300" cy="1344566"/>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8611DD65-C1E2-26EA-BA8E-792A9E4B164E}"/>
              </a:ext>
            </a:extLst>
          </p:cNvPr>
          <p:cNvSpPr txBox="1">
            <a:spLocks noGrp="1" noRot="1" noMove="1" noResize="1" noEditPoints="1" noAdjustHandles="1" noChangeArrowheads="1" noChangeShapeType="1"/>
          </p:cNvSpPr>
          <p:nvPr/>
        </p:nvSpPr>
        <p:spPr>
          <a:xfrm>
            <a:off x="360000" y="216000"/>
            <a:ext cx="6242415"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網膜画像解析の現状と課題</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3B5D5AE9-71D2-8011-F743-46E292A5FC2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18" name="AutoShape 10">
            <a:extLst>
              <a:ext uri="{FF2B5EF4-FFF2-40B4-BE49-F238E27FC236}">
                <a16:creationId xmlns:a16="http://schemas.microsoft.com/office/drawing/2014/main" id="{CD1AD210-AD0D-C540-F425-F000F6B292F9}"/>
              </a:ext>
            </a:extLst>
          </p:cNvPr>
          <p:cNvSpPr>
            <a:spLocks noChangeAspect="1" noChangeArrowheads="1"/>
          </p:cNvSpPr>
          <p:nvPr/>
        </p:nvSpPr>
        <p:spPr bwMode="auto">
          <a:xfrm>
            <a:off x="61849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20" name="図 19">
            <a:extLst>
              <a:ext uri="{FF2B5EF4-FFF2-40B4-BE49-F238E27FC236}">
                <a16:creationId xmlns:a16="http://schemas.microsoft.com/office/drawing/2014/main" id="{3ECC58A6-FC73-DFEA-E1AB-8E09E8493171}"/>
              </a:ext>
            </a:extLst>
          </p:cNvPr>
          <p:cNvPicPr>
            <a:picLocks noChangeAspect="1"/>
          </p:cNvPicPr>
          <p:nvPr/>
        </p:nvPicPr>
        <p:blipFill>
          <a:blip r:embed="rId3"/>
          <a:stretch>
            <a:fillRect/>
          </a:stretch>
        </p:blipFill>
        <p:spPr>
          <a:xfrm>
            <a:off x="9014786" y="1352337"/>
            <a:ext cx="2806140" cy="2806140"/>
          </a:xfrm>
          <a:prstGeom prst="rect">
            <a:avLst/>
          </a:prstGeom>
        </p:spPr>
      </p:pic>
      <p:sp>
        <p:nvSpPr>
          <p:cNvPr id="2" name="TextBox 10">
            <a:extLst>
              <a:ext uri="{FF2B5EF4-FFF2-40B4-BE49-F238E27FC236}">
                <a16:creationId xmlns:a16="http://schemas.microsoft.com/office/drawing/2014/main" id="{96BC459D-4D00-057E-CC71-9E96855AC5FA}"/>
              </a:ext>
            </a:extLst>
          </p:cNvPr>
          <p:cNvSpPr txBox="1"/>
          <p:nvPr/>
        </p:nvSpPr>
        <p:spPr>
          <a:xfrm>
            <a:off x="312000" y="1205209"/>
            <a:ext cx="3300904" cy="461665"/>
          </a:xfrm>
          <a:prstGeom prst="rect">
            <a:avLst/>
          </a:prstGeom>
          <a:noFill/>
          <a:ln>
            <a:noFill/>
          </a:ln>
        </p:spPr>
        <p:txBody>
          <a:bodyPr wrap="none" rtlCol="0">
            <a:spAutoFit/>
          </a:bodyPr>
          <a:lstStyle/>
          <a:p>
            <a:pPr marL="342900" indent="-342900">
              <a:buFont typeface="Wingdings" panose="05000000000000000000" pitchFamily="2" charset="2"/>
              <a:buChar char="p"/>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網膜画像解析の現状</a:t>
            </a:r>
            <a:endPar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6" name="テキスト ボックス 5">
            <a:extLst>
              <a:ext uri="{FF2B5EF4-FFF2-40B4-BE49-F238E27FC236}">
                <a16:creationId xmlns:a16="http://schemas.microsoft.com/office/drawing/2014/main" id="{CE329542-87EF-43A1-097C-7D9D4D263345}"/>
              </a:ext>
            </a:extLst>
          </p:cNvPr>
          <p:cNvSpPr txBox="1"/>
          <p:nvPr/>
        </p:nvSpPr>
        <p:spPr>
          <a:xfrm>
            <a:off x="725310" y="1901209"/>
            <a:ext cx="7863496" cy="1908215"/>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000" dirty="0">
                <a:latin typeface="ＭＳ Ｐゴシック" panose="020B0600070205080204" pitchFamily="50" charset="-128"/>
                <a:ea typeface="ＭＳ Ｐゴシック" panose="020B0600070205080204" pitchFamily="50" charset="-128"/>
              </a:rPr>
              <a:t>網膜画像は多様な疾患の診断に利用</a:t>
            </a:r>
            <a:endParaRPr kumimoji="1"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ディープラーニングによる自動解析が進展</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患者属性（年齢・人種など）と撮影条件（カメラ種類・照明など）が混在</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kumimoji="1" lang="ja-JP" altLang="en-US" dirty="0">
              <a:latin typeface="ＭＳ Ｐゴシック" panose="020B0600070205080204" pitchFamily="50" charset="-128"/>
              <a:ea typeface="ＭＳ Ｐゴシック" panose="020B0600070205080204" pitchFamily="50" charset="-128"/>
            </a:endParaRPr>
          </a:p>
        </p:txBody>
      </p:sp>
      <p:sp>
        <p:nvSpPr>
          <p:cNvPr id="11" name="テキスト ボックス 10">
            <a:extLst>
              <a:ext uri="{FF2B5EF4-FFF2-40B4-BE49-F238E27FC236}">
                <a16:creationId xmlns:a16="http://schemas.microsoft.com/office/drawing/2014/main" id="{99F74D09-538C-C0C7-5599-1D11600AE782}"/>
              </a:ext>
            </a:extLst>
          </p:cNvPr>
          <p:cNvSpPr txBox="1"/>
          <p:nvPr/>
        </p:nvSpPr>
        <p:spPr>
          <a:xfrm>
            <a:off x="549700" y="5305450"/>
            <a:ext cx="10902071" cy="400110"/>
          </a:xfrm>
          <a:prstGeom prst="rect">
            <a:avLst/>
          </a:prstGeom>
          <a:noFill/>
        </p:spPr>
        <p:txBody>
          <a:bodyPr wrap="square">
            <a:spAutoFit/>
          </a:bodyPr>
          <a:lstStyle/>
          <a:p>
            <a:r>
              <a:rPr lang="ja-JP" altLang="en-US" sz="2000" dirty="0">
                <a:latin typeface="ＭＳ Ｐゴシック" panose="020B0600070205080204" pitchFamily="50" charset="-128"/>
                <a:ea typeface="ＭＳ Ｐゴシック" panose="020B0600070205080204" pitchFamily="50" charset="-128"/>
              </a:rPr>
              <a:t>モデルが「疾患」と無関係な要素を手がかりに予測してしまう＝ショートカット学習（</a:t>
            </a:r>
            <a:r>
              <a:rPr lang="en-US" altLang="ja-JP" sz="2000" dirty="0">
                <a:latin typeface="ＭＳ Ｐゴシック" panose="020B0600070205080204" pitchFamily="50" charset="-128"/>
                <a:ea typeface="ＭＳ Ｐゴシック" panose="020B0600070205080204" pitchFamily="50" charset="-128"/>
              </a:rPr>
              <a:t>shortcut learning</a:t>
            </a:r>
            <a:r>
              <a:rPr lang="ja-JP" altLang="en-US" sz="2000" dirty="0">
                <a:latin typeface="ＭＳ Ｐゴシック" panose="020B0600070205080204" pitchFamily="50" charset="-128"/>
                <a:ea typeface="ＭＳ Ｐゴシック" panose="020B0600070205080204" pitchFamily="50" charset="-128"/>
              </a:rPr>
              <a:t>）</a:t>
            </a:r>
          </a:p>
        </p:txBody>
      </p:sp>
      <p:sp>
        <p:nvSpPr>
          <p:cNvPr id="15" name="テキスト ボックス 14">
            <a:extLst>
              <a:ext uri="{FF2B5EF4-FFF2-40B4-BE49-F238E27FC236}">
                <a16:creationId xmlns:a16="http://schemas.microsoft.com/office/drawing/2014/main" id="{62C9FBD3-6058-5AF6-0063-015E2EF13A46}"/>
              </a:ext>
            </a:extLst>
          </p:cNvPr>
          <p:cNvSpPr txBox="1"/>
          <p:nvPr/>
        </p:nvSpPr>
        <p:spPr>
          <a:xfrm>
            <a:off x="335999" y="4543799"/>
            <a:ext cx="3103645" cy="461665"/>
          </a:xfrm>
          <a:prstGeom prst="rect">
            <a:avLst/>
          </a:prstGeom>
          <a:noFill/>
        </p:spPr>
        <p:txBody>
          <a:bodyPr wrap="square">
            <a:spAutoFit/>
          </a:bodyPr>
          <a:lstStyle/>
          <a:p>
            <a:r>
              <a:rPr lang="ja-JP" altLang="en-US" sz="2400" dirty="0">
                <a:solidFill>
                  <a:srgbClr val="FF0000"/>
                </a:solidFill>
                <a:latin typeface="Arial" panose="020B0604020202020204" pitchFamily="34" charset="0"/>
                <a:ea typeface="MS PGothic" panose="020B0600070205080204" pitchFamily="34" charset="-128"/>
                <a:cs typeface="Arial" panose="020B0604020202020204" pitchFamily="34" charset="0"/>
              </a:rPr>
              <a:t>課題</a:t>
            </a:r>
            <a:endParaRPr lang="en-US" altLang="ja-JP" sz="2400" dirty="0">
              <a:solidFill>
                <a:srgbClr val="FF0000"/>
              </a:solidFill>
              <a:latin typeface="Arial" panose="020B0604020202020204" pitchFamily="34" charset="0"/>
              <a:ea typeface="MS PGothic" panose="020B0600070205080204" pitchFamily="34" charset="-128"/>
              <a:cs typeface="Arial" panose="020B0604020202020204" pitchFamily="34" charset="0"/>
            </a:endParaRPr>
          </a:p>
        </p:txBody>
      </p:sp>
      <p:sp>
        <p:nvSpPr>
          <p:cNvPr id="16" name="二等辺三角形 15">
            <a:extLst>
              <a:ext uri="{FF2B5EF4-FFF2-40B4-BE49-F238E27FC236}">
                <a16:creationId xmlns:a16="http://schemas.microsoft.com/office/drawing/2014/main" id="{F11D130A-5C39-B762-4368-757DDF357713}"/>
              </a:ext>
            </a:extLst>
          </p:cNvPr>
          <p:cNvSpPr/>
          <p:nvPr/>
        </p:nvSpPr>
        <p:spPr>
          <a:xfrm rot="10800000">
            <a:off x="3993446" y="4058902"/>
            <a:ext cx="4015408" cy="461664"/>
          </a:xfrm>
          <a:prstGeom prst="triangl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872345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69A20-AAD8-D783-E400-7DEB64420905}"/>
            </a:ext>
          </a:extLst>
        </p:cNvPr>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E615E8C5-0708-D9C4-1E3E-B906AA5FC36D}"/>
              </a:ext>
            </a:extLst>
          </p:cNvPr>
          <p:cNvSpPr/>
          <p:nvPr/>
        </p:nvSpPr>
        <p:spPr>
          <a:xfrm>
            <a:off x="1458866" y="1638478"/>
            <a:ext cx="2935212" cy="2954721"/>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D8FC1AB2-8D89-F012-7708-0083BBBD4C98}"/>
              </a:ext>
            </a:extLst>
          </p:cNvPr>
          <p:cNvSpPr txBox="1">
            <a:spLocks noGrp="1" noRot="1" noMove="1" noResize="1" noEditPoints="1" noAdjustHandles="1" noChangeArrowheads="1" noChangeShapeType="1"/>
          </p:cNvSpPr>
          <p:nvPr/>
        </p:nvSpPr>
        <p:spPr>
          <a:xfrm>
            <a:off x="360000" y="216000"/>
            <a:ext cx="583204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偽相関の具体例と問題点</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F9A10F25-BAFB-6E68-5A3F-A063EDC98DA2}"/>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3" name="グラフィックス 2" descr="カメラ 枠線">
            <a:extLst>
              <a:ext uri="{FF2B5EF4-FFF2-40B4-BE49-F238E27FC236}">
                <a16:creationId xmlns:a16="http://schemas.microsoft.com/office/drawing/2014/main" id="{5B602B73-3216-E625-FC3E-E784A9448A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24310" y="1937001"/>
            <a:ext cx="988310" cy="988310"/>
          </a:xfrm>
          <a:prstGeom prst="rect">
            <a:avLst/>
          </a:prstGeom>
        </p:spPr>
      </p:pic>
      <p:pic>
        <p:nvPicPr>
          <p:cNvPr id="16" name="グラフィックス 15" descr="病院 枠線">
            <a:extLst>
              <a:ext uri="{FF2B5EF4-FFF2-40B4-BE49-F238E27FC236}">
                <a16:creationId xmlns:a16="http://schemas.microsoft.com/office/drawing/2014/main" id="{7AD056BF-E821-62A6-546C-0A58A40ADA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7341" y="1130100"/>
            <a:ext cx="914400" cy="914400"/>
          </a:xfrm>
          <a:prstGeom prst="rect">
            <a:avLst/>
          </a:prstGeom>
        </p:spPr>
      </p:pic>
      <p:sp>
        <p:nvSpPr>
          <p:cNvPr id="19" name="正方形/長方形 18">
            <a:extLst>
              <a:ext uri="{FF2B5EF4-FFF2-40B4-BE49-F238E27FC236}">
                <a16:creationId xmlns:a16="http://schemas.microsoft.com/office/drawing/2014/main" id="{8D859CD3-FA4E-9D86-03DC-ED137EA1B767}"/>
              </a:ext>
            </a:extLst>
          </p:cNvPr>
          <p:cNvSpPr/>
          <p:nvPr/>
        </p:nvSpPr>
        <p:spPr>
          <a:xfrm>
            <a:off x="7343811" y="1638478"/>
            <a:ext cx="2935212" cy="2954719"/>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22" name="グラフィックス 21" descr="カメラ 枠線">
            <a:extLst>
              <a:ext uri="{FF2B5EF4-FFF2-40B4-BE49-F238E27FC236}">
                <a16:creationId xmlns:a16="http://schemas.microsoft.com/office/drawing/2014/main" id="{8D1FB833-E4A8-A766-3E5A-7BF98F3432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09255" y="1937001"/>
            <a:ext cx="988310" cy="988310"/>
          </a:xfrm>
          <a:prstGeom prst="rect">
            <a:avLst/>
          </a:prstGeom>
        </p:spPr>
      </p:pic>
      <p:pic>
        <p:nvPicPr>
          <p:cNvPr id="23" name="グラフィックス 22" descr="病院 枠線">
            <a:extLst>
              <a:ext uri="{FF2B5EF4-FFF2-40B4-BE49-F238E27FC236}">
                <a16:creationId xmlns:a16="http://schemas.microsoft.com/office/drawing/2014/main" id="{950A9132-D292-4530-0BB2-AAE5A5B4AF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32286" y="1130100"/>
            <a:ext cx="914400" cy="914400"/>
          </a:xfrm>
          <a:prstGeom prst="rect">
            <a:avLst/>
          </a:prstGeom>
        </p:spPr>
      </p:pic>
      <p:sp>
        <p:nvSpPr>
          <p:cNvPr id="24" name="テキスト ボックス 23">
            <a:extLst>
              <a:ext uri="{FF2B5EF4-FFF2-40B4-BE49-F238E27FC236}">
                <a16:creationId xmlns:a16="http://schemas.microsoft.com/office/drawing/2014/main" id="{0B68CD86-E7A1-CC2B-252B-AE362539C3FF}"/>
              </a:ext>
            </a:extLst>
          </p:cNvPr>
          <p:cNvSpPr txBox="1"/>
          <p:nvPr/>
        </p:nvSpPr>
        <p:spPr>
          <a:xfrm>
            <a:off x="2008367" y="2966955"/>
            <a:ext cx="1836210"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カメラ</a:t>
            </a:r>
            <a:r>
              <a:rPr lang="en-US" altLang="ja-JP" sz="2400" dirty="0">
                <a:latin typeface="ＭＳ Ｐゴシック" panose="020B0600070205080204" pitchFamily="50" charset="-128"/>
                <a:ea typeface="ＭＳ Ｐゴシック" panose="020B0600070205080204" pitchFamily="50" charset="-128"/>
              </a:rPr>
              <a:t>A</a:t>
            </a:r>
            <a:endParaRPr lang="ja-JP" altLang="en-US" sz="2400" dirty="0">
              <a:latin typeface="ＭＳ Ｐゴシック" panose="020B0600070205080204" pitchFamily="50" charset="-128"/>
              <a:ea typeface="ＭＳ Ｐゴシック" panose="020B0600070205080204" pitchFamily="50" charset="-128"/>
            </a:endParaRPr>
          </a:p>
        </p:txBody>
      </p:sp>
      <p:sp>
        <p:nvSpPr>
          <p:cNvPr id="25" name="テキスト ボックス 24">
            <a:extLst>
              <a:ext uri="{FF2B5EF4-FFF2-40B4-BE49-F238E27FC236}">
                <a16:creationId xmlns:a16="http://schemas.microsoft.com/office/drawing/2014/main" id="{729E280F-BE08-E069-D3D6-14233A865EEB}"/>
              </a:ext>
            </a:extLst>
          </p:cNvPr>
          <p:cNvSpPr txBox="1"/>
          <p:nvPr/>
        </p:nvSpPr>
        <p:spPr>
          <a:xfrm>
            <a:off x="7785793" y="2966960"/>
            <a:ext cx="2019831"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カメラ</a:t>
            </a:r>
            <a:r>
              <a:rPr lang="en-US" altLang="ja-JP" sz="2400" dirty="0">
                <a:latin typeface="ＭＳ Ｐゴシック" panose="020B0600070205080204" pitchFamily="50" charset="-128"/>
                <a:ea typeface="ＭＳ Ｐゴシック" panose="020B0600070205080204" pitchFamily="50" charset="-128"/>
              </a:rPr>
              <a:t>B</a:t>
            </a:r>
            <a:endParaRPr lang="ja-JP" altLang="en-US" sz="2400" dirty="0">
              <a:latin typeface="ＭＳ Ｐゴシック" panose="020B0600070205080204" pitchFamily="50" charset="-128"/>
              <a:ea typeface="ＭＳ Ｐゴシック" panose="020B0600070205080204" pitchFamily="50" charset="-128"/>
            </a:endParaRPr>
          </a:p>
        </p:txBody>
      </p:sp>
      <p:sp>
        <p:nvSpPr>
          <p:cNvPr id="26" name="テキスト ボックス 25">
            <a:extLst>
              <a:ext uri="{FF2B5EF4-FFF2-40B4-BE49-F238E27FC236}">
                <a16:creationId xmlns:a16="http://schemas.microsoft.com/office/drawing/2014/main" id="{46C43372-5C83-DB83-9428-01669510B61C}"/>
              </a:ext>
            </a:extLst>
          </p:cNvPr>
          <p:cNvSpPr txBox="1"/>
          <p:nvPr/>
        </p:nvSpPr>
        <p:spPr>
          <a:xfrm>
            <a:off x="2000360" y="1365700"/>
            <a:ext cx="1836210" cy="507832"/>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病院</a:t>
            </a:r>
            <a:r>
              <a:rPr lang="en-US" altLang="ja-JP" sz="2400" dirty="0">
                <a:latin typeface="ＭＳ Ｐゴシック" panose="020B0600070205080204" pitchFamily="50" charset="-128"/>
                <a:ea typeface="ＭＳ Ｐゴシック" panose="020B0600070205080204" pitchFamily="50" charset="-128"/>
              </a:rPr>
              <a:t>A</a:t>
            </a:r>
            <a:endParaRPr lang="ja-JP" altLang="en-US" sz="2400" dirty="0">
              <a:latin typeface="ＭＳ Ｐゴシック" panose="020B0600070205080204" pitchFamily="50" charset="-128"/>
              <a:ea typeface="ＭＳ Ｐゴシック" panose="020B0600070205080204" pitchFamily="50" charset="-128"/>
            </a:endParaRPr>
          </a:p>
        </p:txBody>
      </p:sp>
      <p:sp>
        <p:nvSpPr>
          <p:cNvPr id="27" name="テキスト ボックス 26">
            <a:extLst>
              <a:ext uri="{FF2B5EF4-FFF2-40B4-BE49-F238E27FC236}">
                <a16:creationId xmlns:a16="http://schemas.microsoft.com/office/drawing/2014/main" id="{F95EEE63-F075-AD2D-E610-4808292B2BD2}"/>
              </a:ext>
            </a:extLst>
          </p:cNvPr>
          <p:cNvSpPr txBox="1"/>
          <p:nvPr/>
        </p:nvSpPr>
        <p:spPr>
          <a:xfrm>
            <a:off x="7969414" y="1345137"/>
            <a:ext cx="1836210"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病院</a:t>
            </a:r>
            <a:r>
              <a:rPr lang="en-US" altLang="ja-JP" sz="2400" dirty="0">
                <a:latin typeface="ＭＳ Ｐゴシック" panose="020B0600070205080204" pitchFamily="50" charset="-128"/>
                <a:ea typeface="ＭＳ Ｐゴシック" panose="020B0600070205080204" pitchFamily="50" charset="-128"/>
              </a:rPr>
              <a:t>B</a:t>
            </a:r>
            <a:endParaRPr lang="ja-JP" altLang="en-US" sz="2400" dirty="0">
              <a:latin typeface="ＭＳ Ｐゴシック" panose="020B0600070205080204" pitchFamily="50" charset="-128"/>
              <a:ea typeface="ＭＳ Ｐゴシック" panose="020B0600070205080204" pitchFamily="50" charset="-128"/>
            </a:endParaRPr>
          </a:p>
        </p:txBody>
      </p:sp>
      <p:sp>
        <p:nvSpPr>
          <p:cNvPr id="29" name="テキスト ボックス 28">
            <a:extLst>
              <a:ext uri="{FF2B5EF4-FFF2-40B4-BE49-F238E27FC236}">
                <a16:creationId xmlns:a16="http://schemas.microsoft.com/office/drawing/2014/main" id="{F9B3E6BF-6CC8-6B00-7481-A63FC500818C}"/>
              </a:ext>
            </a:extLst>
          </p:cNvPr>
          <p:cNvSpPr txBox="1"/>
          <p:nvPr/>
        </p:nvSpPr>
        <p:spPr>
          <a:xfrm>
            <a:off x="1458866" y="4040526"/>
            <a:ext cx="3064567"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糖尿病網膜症患者が多い</a:t>
            </a:r>
          </a:p>
        </p:txBody>
      </p:sp>
      <p:sp>
        <p:nvSpPr>
          <p:cNvPr id="30" name="テキスト ボックス 29">
            <a:extLst>
              <a:ext uri="{FF2B5EF4-FFF2-40B4-BE49-F238E27FC236}">
                <a16:creationId xmlns:a16="http://schemas.microsoft.com/office/drawing/2014/main" id="{42148C2A-0BD3-A8F0-3B60-062D526887E9}"/>
              </a:ext>
            </a:extLst>
          </p:cNvPr>
          <p:cNvSpPr txBox="1"/>
          <p:nvPr/>
        </p:nvSpPr>
        <p:spPr>
          <a:xfrm>
            <a:off x="7279133" y="4040526"/>
            <a:ext cx="3064567"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正常患者が多い</a:t>
            </a:r>
          </a:p>
        </p:txBody>
      </p:sp>
      <p:pic>
        <p:nvPicPr>
          <p:cNvPr id="31" name="グラフィックス 30" descr="人工知能 枠線">
            <a:extLst>
              <a:ext uri="{FF2B5EF4-FFF2-40B4-BE49-F238E27FC236}">
                <a16:creationId xmlns:a16="http://schemas.microsoft.com/office/drawing/2014/main" id="{A2ED8208-FD3F-9EC4-D412-F801DF8381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24304" y="4749264"/>
            <a:ext cx="914400" cy="914400"/>
          </a:xfrm>
          <a:prstGeom prst="rect">
            <a:avLst/>
          </a:prstGeom>
        </p:spPr>
      </p:pic>
      <p:sp>
        <p:nvSpPr>
          <p:cNvPr id="33" name="テキスト ボックス 32">
            <a:extLst>
              <a:ext uri="{FF2B5EF4-FFF2-40B4-BE49-F238E27FC236}">
                <a16:creationId xmlns:a16="http://schemas.microsoft.com/office/drawing/2014/main" id="{791401BF-DEE1-72E7-D326-52F762FB3D98}"/>
              </a:ext>
            </a:extLst>
          </p:cNvPr>
          <p:cNvSpPr txBox="1"/>
          <p:nvPr/>
        </p:nvSpPr>
        <p:spPr>
          <a:xfrm>
            <a:off x="2306586" y="5819730"/>
            <a:ext cx="7972437" cy="461665"/>
          </a:xfrm>
          <a:prstGeom prst="rect">
            <a:avLst/>
          </a:prstGeom>
          <a:noFill/>
        </p:spPr>
        <p:txBody>
          <a:bodyPr wrap="square">
            <a:spAutoFit/>
          </a:bodyPr>
          <a:lstStyle/>
          <a:p>
            <a:pPr marL="342900" indent="-342900" algn="ctr">
              <a:buFont typeface="Wingdings" panose="05000000000000000000" pitchFamily="2" charset="2"/>
              <a:buChar char="ü"/>
            </a:pPr>
            <a:r>
              <a:rPr lang="ja-JP" altLang="en-US" sz="2400" dirty="0">
                <a:latin typeface="ＭＳ Ｐゴシック" panose="020B0600070205080204" pitchFamily="50" charset="-128"/>
                <a:ea typeface="ＭＳ Ｐゴシック" panose="020B0600070205080204" pitchFamily="50" charset="-128"/>
              </a:rPr>
              <a:t>モデルが「カメラA＝糖尿病網膜症」という偽相関を誤学習</a:t>
            </a:r>
          </a:p>
        </p:txBody>
      </p:sp>
      <p:cxnSp>
        <p:nvCxnSpPr>
          <p:cNvPr id="37" name="コネクタ: 曲線 36">
            <a:extLst>
              <a:ext uri="{FF2B5EF4-FFF2-40B4-BE49-F238E27FC236}">
                <a16:creationId xmlns:a16="http://schemas.microsoft.com/office/drawing/2014/main" id="{B1A4055A-4B73-D7CC-1333-AB2BCAE63805}"/>
              </a:ext>
            </a:extLst>
          </p:cNvPr>
          <p:cNvCxnSpPr>
            <a:cxnSpLocks/>
            <a:stCxn id="17" idx="2"/>
            <a:endCxn id="31" idx="1"/>
          </p:cNvCxnSpPr>
          <p:nvPr/>
        </p:nvCxnSpPr>
        <p:spPr>
          <a:xfrm rot="16200000" flipH="1">
            <a:off x="3918756" y="3600915"/>
            <a:ext cx="613265" cy="259783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コネクタ: 曲線 39">
            <a:extLst>
              <a:ext uri="{FF2B5EF4-FFF2-40B4-BE49-F238E27FC236}">
                <a16:creationId xmlns:a16="http://schemas.microsoft.com/office/drawing/2014/main" id="{032F7D46-2A3F-D7C6-8CBE-AD61C8FC2D55}"/>
              </a:ext>
            </a:extLst>
          </p:cNvPr>
          <p:cNvCxnSpPr>
            <a:cxnSpLocks/>
            <a:stCxn id="19" idx="2"/>
            <a:endCxn id="31" idx="3"/>
          </p:cNvCxnSpPr>
          <p:nvPr/>
        </p:nvCxnSpPr>
        <p:spPr>
          <a:xfrm rot="5400000">
            <a:off x="7318428" y="3713474"/>
            <a:ext cx="613267" cy="2372713"/>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二等辺三角形 44">
            <a:extLst>
              <a:ext uri="{FF2B5EF4-FFF2-40B4-BE49-F238E27FC236}">
                <a16:creationId xmlns:a16="http://schemas.microsoft.com/office/drawing/2014/main" id="{C5A5E8B8-2402-04F5-A7B5-82DECF548C4C}"/>
              </a:ext>
            </a:extLst>
          </p:cNvPr>
          <p:cNvSpPr/>
          <p:nvPr/>
        </p:nvSpPr>
        <p:spPr>
          <a:xfrm rot="10800000">
            <a:off x="2041133" y="3634881"/>
            <a:ext cx="1754663" cy="302117"/>
          </a:xfrm>
          <a:prstGeom prst="triangle">
            <a:avLst/>
          </a:prstGeom>
          <a:solidFill>
            <a:schemeClr val="bg2">
              <a:lumMod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二等辺三角形 45">
            <a:extLst>
              <a:ext uri="{FF2B5EF4-FFF2-40B4-BE49-F238E27FC236}">
                <a16:creationId xmlns:a16="http://schemas.microsoft.com/office/drawing/2014/main" id="{7B20C84B-5507-7104-8B18-963A7D11CC78}"/>
              </a:ext>
            </a:extLst>
          </p:cNvPr>
          <p:cNvSpPr/>
          <p:nvPr/>
        </p:nvSpPr>
        <p:spPr>
          <a:xfrm rot="10800000">
            <a:off x="8010187" y="3651769"/>
            <a:ext cx="1754663" cy="302117"/>
          </a:xfrm>
          <a:prstGeom prst="triangle">
            <a:avLst/>
          </a:prstGeom>
          <a:solidFill>
            <a:schemeClr val="bg2">
              <a:lumMod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894833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FBD56-E05B-FBC6-4293-4CB4A0378B0D}"/>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A6AF7B7D-19D2-7EEC-96D6-9A72DA1A7E48}"/>
              </a:ext>
            </a:extLst>
          </p:cNvPr>
          <p:cNvSpPr/>
          <p:nvPr/>
        </p:nvSpPr>
        <p:spPr>
          <a:xfrm>
            <a:off x="8868158" y="1837826"/>
            <a:ext cx="1690440" cy="1544336"/>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0" name="正方形/長方形 89">
            <a:extLst>
              <a:ext uri="{FF2B5EF4-FFF2-40B4-BE49-F238E27FC236}">
                <a16:creationId xmlns:a16="http://schemas.microsoft.com/office/drawing/2014/main" id="{95010DC3-B8A0-9240-7114-49F64D71FF15}"/>
              </a:ext>
            </a:extLst>
          </p:cNvPr>
          <p:cNvSpPr/>
          <p:nvPr/>
        </p:nvSpPr>
        <p:spPr>
          <a:xfrm>
            <a:off x="591164" y="2045115"/>
            <a:ext cx="1690440" cy="284253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95E33E08-4DB6-51B1-BE4F-A5194BEB1F42}"/>
              </a:ext>
            </a:extLst>
          </p:cNvPr>
          <p:cNvSpPr txBox="1">
            <a:spLocks noGrp="1" noRot="1" noMove="1" noResize="1" noEditPoints="1" noAdjustHandles="1" noChangeArrowheads="1" noChangeShapeType="1"/>
          </p:cNvSpPr>
          <p:nvPr/>
        </p:nvSpPr>
        <p:spPr>
          <a:xfrm>
            <a:off x="360000" y="216000"/>
            <a:ext cx="6984604"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偽相関の問題を防ぐための方法</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1BDFCFD3-3D62-4459-9D79-E1465E87150D}"/>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A728848B-4991-C107-85CA-C7BD2F98D097}"/>
              </a:ext>
            </a:extLst>
          </p:cNvPr>
          <p:cNvSpPr txBox="1"/>
          <p:nvPr/>
        </p:nvSpPr>
        <p:spPr>
          <a:xfrm>
            <a:off x="645609" y="4259963"/>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メタデータ</a:t>
            </a:r>
          </a:p>
        </p:txBody>
      </p:sp>
      <p:pic>
        <p:nvPicPr>
          <p:cNvPr id="38" name="グラフィックス 37" descr="戻る 単色塗りつぶし">
            <a:extLst>
              <a:ext uri="{FF2B5EF4-FFF2-40B4-BE49-F238E27FC236}">
                <a16:creationId xmlns:a16="http://schemas.microsoft.com/office/drawing/2014/main" id="{A1419213-8F26-263A-F575-2D373D1C76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1671174" flipV="1">
            <a:off x="2744432" y="2194133"/>
            <a:ext cx="1295912" cy="1164244"/>
          </a:xfrm>
          <a:prstGeom prst="rect">
            <a:avLst/>
          </a:prstGeom>
        </p:spPr>
      </p:pic>
      <p:pic>
        <p:nvPicPr>
          <p:cNvPr id="68" name="図 67">
            <a:extLst>
              <a:ext uri="{FF2B5EF4-FFF2-40B4-BE49-F238E27FC236}">
                <a16:creationId xmlns:a16="http://schemas.microsoft.com/office/drawing/2014/main" id="{644CBB4C-8064-CD17-2D1A-95012398427B}"/>
              </a:ext>
            </a:extLst>
          </p:cNvPr>
          <p:cNvPicPr>
            <a:picLocks noChangeAspect="1"/>
          </p:cNvPicPr>
          <p:nvPr/>
        </p:nvPicPr>
        <p:blipFill>
          <a:blip r:embed="rId5"/>
          <a:stretch>
            <a:fillRect/>
          </a:stretch>
        </p:blipFill>
        <p:spPr>
          <a:xfrm>
            <a:off x="765640" y="2337907"/>
            <a:ext cx="1341489" cy="1341489"/>
          </a:xfrm>
          <a:prstGeom prst="rect">
            <a:avLst/>
          </a:prstGeom>
        </p:spPr>
      </p:pic>
      <p:sp>
        <p:nvSpPr>
          <p:cNvPr id="70" name="テキスト ボックス 69">
            <a:extLst>
              <a:ext uri="{FF2B5EF4-FFF2-40B4-BE49-F238E27FC236}">
                <a16:creationId xmlns:a16="http://schemas.microsoft.com/office/drawing/2014/main" id="{5AB1F5EC-04CB-3835-0C49-4A6E8C04C3D5}"/>
              </a:ext>
            </a:extLst>
          </p:cNvPr>
          <p:cNvSpPr txBox="1"/>
          <p:nvPr/>
        </p:nvSpPr>
        <p:spPr>
          <a:xfrm>
            <a:off x="645609" y="3767786"/>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a:t>
            </a:r>
          </a:p>
        </p:txBody>
      </p:sp>
      <p:sp>
        <p:nvSpPr>
          <p:cNvPr id="71" name="テキスト ボックス 70">
            <a:extLst>
              <a:ext uri="{FF2B5EF4-FFF2-40B4-BE49-F238E27FC236}">
                <a16:creationId xmlns:a16="http://schemas.microsoft.com/office/drawing/2014/main" id="{E17CC039-6C1D-9C3A-5154-ADBBCED49216}"/>
              </a:ext>
            </a:extLst>
          </p:cNvPr>
          <p:cNvSpPr txBox="1"/>
          <p:nvPr/>
        </p:nvSpPr>
        <p:spPr>
          <a:xfrm>
            <a:off x="2756642" y="1770295"/>
            <a:ext cx="169044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エンコード</a:t>
            </a:r>
          </a:p>
        </p:txBody>
      </p:sp>
      <p:pic>
        <p:nvPicPr>
          <p:cNvPr id="72" name="グラフィックス 71" descr="戻る 単色塗りつぶし">
            <a:extLst>
              <a:ext uri="{FF2B5EF4-FFF2-40B4-BE49-F238E27FC236}">
                <a16:creationId xmlns:a16="http://schemas.microsoft.com/office/drawing/2014/main" id="{3FD19B27-C338-7035-F38D-8E96E5BD67F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6680528" flipV="1">
            <a:off x="6292723" y="3222317"/>
            <a:ext cx="1295912" cy="1164244"/>
          </a:xfrm>
          <a:prstGeom prst="rect">
            <a:avLst/>
          </a:prstGeom>
        </p:spPr>
      </p:pic>
      <p:pic>
        <p:nvPicPr>
          <p:cNvPr id="48" name="図 47">
            <a:extLst>
              <a:ext uri="{FF2B5EF4-FFF2-40B4-BE49-F238E27FC236}">
                <a16:creationId xmlns:a16="http://schemas.microsoft.com/office/drawing/2014/main" id="{61D16C9B-A0D0-94EE-FE29-91B46170243A}"/>
              </a:ext>
            </a:extLst>
          </p:cNvPr>
          <p:cNvPicPr>
            <a:picLocks noChangeAspect="1"/>
          </p:cNvPicPr>
          <p:nvPr/>
        </p:nvPicPr>
        <p:blipFill>
          <a:blip r:embed="rId8"/>
          <a:stretch>
            <a:fillRect/>
          </a:stretch>
        </p:blipFill>
        <p:spPr>
          <a:xfrm>
            <a:off x="5406014" y="4466496"/>
            <a:ext cx="2261116" cy="2023935"/>
          </a:xfrm>
          <a:prstGeom prst="rect">
            <a:avLst/>
          </a:prstGeom>
        </p:spPr>
      </p:pic>
      <p:pic>
        <p:nvPicPr>
          <p:cNvPr id="77" name="図 76">
            <a:extLst>
              <a:ext uri="{FF2B5EF4-FFF2-40B4-BE49-F238E27FC236}">
                <a16:creationId xmlns:a16="http://schemas.microsoft.com/office/drawing/2014/main" id="{D6ADC7F5-533E-77C7-0BDC-DB464F4425CC}"/>
              </a:ext>
            </a:extLst>
          </p:cNvPr>
          <p:cNvPicPr>
            <a:picLocks noChangeAspect="1"/>
          </p:cNvPicPr>
          <p:nvPr/>
        </p:nvPicPr>
        <p:blipFill>
          <a:blip r:embed="rId8"/>
          <a:stretch>
            <a:fillRect/>
          </a:stretch>
        </p:blipFill>
        <p:spPr>
          <a:xfrm>
            <a:off x="2619182" y="4473382"/>
            <a:ext cx="2261116" cy="2023935"/>
          </a:xfrm>
          <a:prstGeom prst="rect">
            <a:avLst/>
          </a:prstGeom>
        </p:spPr>
      </p:pic>
      <p:pic>
        <p:nvPicPr>
          <p:cNvPr id="82" name="図 81">
            <a:extLst>
              <a:ext uri="{FF2B5EF4-FFF2-40B4-BE49-F238E27FC236}">
                <a16:creationId xmlns:a16="http://schemas.microsoft.com/office/drawing/2014/main" id="{1ED541C1-9583-9B04-BF4E-C3F2A6590FB4}"/>
              </a:ext>
            </a:extLst>
          </p:cNvPr>
          <p:cNvPicPr>
            <a:picLocks noChangeAspect="1"/>
          </p:cNvPicPr>
          <p:nvPr/>
        </p:nvPicPr>
        <p:blipFill>
          <a:blip r:embed="rId8"/>
          <a:stretch>
            <a:fillRect/>
          </a:stretch>
        </p:blipFill>
        <p:spPr>
          <a:xfrm>
            <a:off x="8244646" y="4466495"/>
            <a:ext cx="2261116" cy="2023935"/>
          </a:xfrm>
          <a:prstGeom prst="rect">
            <a:avLst/>
          </a:prstGeom>
        </p:spPr>
      </p:pic>
      <p:sp>
        <p:nvSpPr>
          <p:cNvPr id="87" name="テキスト ボックス 86">
            <a:extLst>
              <a:ext uri="{FF2B5EF4-FFF2-40B4-BE49-F238E27FC236}">
                <a16:creationId xmlns:a16="http://schemas.microsoft.com/office/drawing/2014/main" id="{D057CDA3-E68C-F890-A20D-266FC4EEDE7F}"/>
              </a:ext>
            </a:extLst>
          </p:cNvPr>
          <p:cNvSpPr txBox="1"/>
          <p:nvPr/>
        </p:nvSpPr>
        <p:spPr>
          <a:xfrm>
            <a:off x="4360115" y="3764013"/>
            <a:ext cx="2136736"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潜在空間</a:t>
            </a:r>
            <a:endParaRPr lang="ja-JP" altLang="en-US" sz="2000" dirty="0"/>
          </a:p>
        </p:txBody>
      </p:sp>
      <p:sp>
        <p:nvSpPr>
          <p:cNvPr id="91" name="テキスト ボックス 90">
            <a:extLst>
              <a:ext uri="{FF2B5EF4-FFF2-40B4-BE49-F238E27FC236}">
                <a16:creationId xmlns:a16="http://schemas.microsoft.com/office/drawing/2014/main" id="{5794BC3B-1A44-F153-3EBF-07709A081BAE}"/>
              </a:ext>
            </a:extLst>
          </p:cNvPr>
          <p:cNvSpPr txBox="1"/>
          <p:nvPr/>
        </p:nvSpPr>
        <p:spPr>
          <a:xfrm>
            <a:off x="645609" y="1783600"/>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データセット</a:t>
            </a:r>
          </a:p>
        </p:txBody>
      </p:sp>
      <p:sp>
        <p:nvSpPr>
          <p:cNvPr id="93" name="テキスト ボックス 92">
            <a:extLst>
              <a:ext uri="{FF2B5EF4-FFF2-40B4-BE49-F238E27FC236}">
                <a16:creationId xmlns:a16="http://schemas.microsoft.com/office/drawing/2014/main" id="{0DEDEC41-FA07-B88C-399F-4E3AB311A499}"/>
              </a:ext>
            </a:extLst>
          </p:cNvPr>
          <p:cNvSpPr txBox="1"/>
          <p:nvPr/>
        </p:nvSpPr>
        <p:spPr>
          <a:xfrm>
            <a:off x="324102" y="1062541"/>
            <a:ext cx="3142998" cy="461665"/>
          </a:xfrm>
          <a:prstGeom prst="rect">
            <a:avLst/>
          </a:prstGeom>
          <a:noFill/>
        </p:spPr>
        <p:txBody>
          <a:bodyPr wrap="square">
            <a:spAutoFit/>
          </a:bodyPr>
          <a:lstStyle/>
          <a:p>
            <a:pPr marL="285750" indent="-285750">
              <a:buFont typeface="Wingdings" panose="05000000000000000000" pitchFamily="2" charset="2"/>
              <a:buChar char="p"/>
            </a:pPr>
            <a:r>
              <a:rPr lang="ja-JP" altLang="en-US" sz="2400" dirty="0">
                <a:latin typeface="ＭＳ Ｐゴシック" panose="020B0600070205080204" pitchFamily="50" charset="-128"/>
                <a:ea typeface="ＭＳ Ｐゴシック" panose="020B0600070205080204" pitchFamily="50" charset="-128"/>
              </a:rPr>
              <a:t>潜在空間の分離</a:t>
            </a:r>
            <a:endParaRPr lang="en-US" altLang="ja-JP" sz="2400" dirty="0">
              <a:latin typeface="ＭＳ Ｐゴシック" panose="020B0600070205080204" pitchFamily="50" charset="-128"/>
              <a:ea typeface="ＭＳ Ｐゴシック" panose="020B0600070205080204" pitchFamily="50" charset="-128"/>
            </a:endParaRPr>
          </a:p>
        </p:txBody>
      </p:sp>
      <p:pic>
        <p:nvPicPr>
          <p:cNvPr id="2" name="グラフィックス 1" descr="戻る 単色塗りつぶし">
            <a:extLst>
              <a:ext uri="{FF2B5EF4-FFF2-40B4-BE49-F238E27FC236}">
                <a16:creationId xmlns:a16="http://schemas.microsoft.com/office/drawing/2014/main" id="{14C3CC81-B729-7270-848D-3926AC7ED4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1671174" flipV="1">
            <a:off x="7001044" y="1761063"/>
            <a:ext cx="1295912" cy="1164244"/>
          </a:xfrm>
          <a:prstGeom prst="rect">
            <a:avLst/>
          </a:prstGeom>
        </p:spPr>
      </p:pic>
      <p:sp>
        <p:nvSpPr>
          <p:cNvPr id="3" name="テキスト ボックス 2">
            <a:extLst>
              <a:ext uri="{FF2B5EF4-FFF2-40B4-BE49-F238E27FC236}">
                <a16:creationId xmlns:a16="http://schemas.microsoft.com/office/drawing/2014/main" id="{D37E1339-D486-B66A-D616-F245F949C271}"/>
              </a:ext>
            </a:extLst>
          </p:cNvPr>
          <p:cNvSpPr txBox="1"/>
          <p:nvPr/>
        </p:nvSpPr>
        <p:spPr>
          <a:xfrm>
            <a:off x="6917166" y="1570240"/>
            <a:ext cx="169044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デコード</a:t>
            </a:r>
          </a:p>
        </p:txBody>
      </p:sp>
      <p:pic>
        <p:nvPicPr>
          <p:cNvPr id="6" name="図 5">
            <a:extLst>
              <a:ext uri="{FF2B5EF4-FFF2-40B4-BE49-F238E27FC236}">
                <a16:creationId xmlns:a16="http://schemas.microsoft.com/office/drawing/2014/main" id="{44D52D21-F908-13B9-F0BF-8E2DFB4D3400}"/>
              </a:ext>
            </a:extLst>
          </p:cNvPr>
          <p:cNvPicPr>
            <a:picLocks noChangeAspect="1"/>
          </p:cNvPicPr>
          <p:nvPr/>
        </p:nvPicPr>
        <p:blipFill>
          <a:blip r:embed="rId5"/>
          <a:stretch>
            <a:fillRect/>
          </a:stretch>
        </p:blipFill>
        <p:spPr>
          <a:xfrm>
            <a:off x="9042634" y="1922978"/>
            <a:ext cx="1341489" cy="1341489"/>
          </a:xfrm>
          <a:prstGeom prst="rect">
            <a:avLst/>
          </a:prstGeom>
        </p:spPr>
      </p:pic>
      <p:sp>
        <p:nvSpPr>
          <p:cNvPr id="8" name="テキスト ボックス 7">
            <a:extLst>
              <a:ext uri="{FF2B5EF4-FFF2-40B4-BE49-F238E27FC236}">
                <a16:creationId xmlns:a16="http://schemas.microsoft.com/office/drawing/2014/main" id="{15C43D65-83CB-09D7-0C80-2D7E175CEB3C}"/>
              </a:ext>
            </a:extLst>
          </p:cNvPr>
          <p:cNvSpPr txBox="1"/>
          <p:nvPr/>
        </p:nvSpPr>
        <p:spPr>
          <a:xfrm>
            <a:off x="8607606" y="1525660"/>
            <a:ext cx="2136736"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合成画像</a:t>
            </a:r>
          </a:p>
        </p:txBody>
      </p:sp>
      <p:sp>
        <p:nvSpPr>
          <p:cNvPr id="65" name="テキスト ボックス 64">
            <a:extLst>
              <a:ext uri="{FF2B5EF4-FFF2-40B4-BE49-F238E27FC236}">
                <a16:creationId xmlns:a16="http://schemas.microsoft.com/office/drawing/2014/main" id="{19BD06D7-E8F0-F034-2694-FE0FB6F0E0B4}"/>
              </a:ext>
            </a:extLst>
          </p:cNvPr>
          <p:cNvSpPr txBox="1"/>
          <p:nvPr/>
        </p:nvSpPr>
        <p:spPr>
          <a:xfrm>
            <a:off x="6392559" y="3630640"/>
            <a:ext cx="3667914" cy="400110"/>
          </a:xfrm>
          <a:prstGeom prst="rect">
            <a:avLst/>
          </a:prstGeom>
          <a:noFill/>
        </p:spPr>
        <p:txBody>
          <a:bodyPr wrap="square">
            <a:spAutoFit/>
          </a:bodyPr>
          <a:lstStyle/>
          <a:p>
            <a:pPr algn="ctr"/>
            <a:r>
              <a:rPr lang="ja-JP" altLang="en-US" sz="2000" dirty="0">
                <a:solidFill>
                  <a:srgbClr val="FF0000"/>
                </a:solidFill>
                <a:latin typeface="ＭＳ Ｐゴシック" panose="020B0600070205080204" pitchFamily="50" charset="-128"/>
                <a:ea typeface="ＭＳ Ｐゴシック" panose="020B0600070205080204" pitchFamily="50" charset="-128"/>
              </a:rPr>
              <a:t>潜在空間の分離</a:t>
            </a:r>
            <a:endParaRPr lang="en-US" altLang="ja-JP" sz="2000" dirty="0">
              <a:solidFill>
                <a:srgbClr val="FF0000"/>
              </a:solidFill>
              <a:latin typeface="ＭＳ Ｐゴシック" panose="020B0600070205080204" pitchFamily="50" charset="-128"/>
              <a:ea typeface="ＭＳ Ｐゴシック" panose="020B0600070205080204" pitchFamily="50" charset="-128"/>
            </a:endParaRPr>
          </a:p>
        </p:txBody>
      </p:sp>
      <p:pic>
        <p:nvPicPr>
          <p:cNvPr id="10" name="図 9">
            <a:extLst>
              <a:ext uri="{FF2B5EF4-FFF2-40B4-BE49-F238E27FC236}">
                <a16:creationId xmlns:a16="http://schemas.microsoft.com/office/drawing/2014/main" id="{7F443A40-95A9-5BA2-D997-E8A2F3CC22A8}"/>
              </a:ext>
            </a:extLst>
          </p:cNvPr>
          <p:cNvPicPr>
            <a:picLocks noChangeAspect="1"/>
          </p:cNvPicPr>
          <p:nvPr/>
        </p:nvPicPr>
        <p:blipFill>
          <a:blip r:embed="rId9"/>
          <a:stretch>
            <a:fillRect/>
          </a:stretch>
        </p:blipFill>
        <p:spPr>
          <a:xfrm>
            <a:off x="4217589" y="1381982"/>
            <a:ext cx="2439025" cy="2215153"/>
          </a:xfrm>
          <a:prstGeom prst="rect">
            <a:avLst/>
          </a:prstGeom>
        </p:spPr>
      </p:pic>
      <p:sp>
        <p:nvSpPr>
          <p:cNvPr id="11" name="正方形/長方形 10">
            <a:extLst>
              <a:ext uri="{FF2B5EF4-FFF2-40B4-BE49-F238E27FC236}">
                <a16:creationId xmlns:a16="http://schemas.microsoft.com/office/drawing/2014/main" id="{D29007C8-BE24-CE74-8A8A-40F7A40BA9CA}"/>
              </a:ext>
            </a:extLst>
          </p:cNvPr>
          <p:cNvSpPr/>
          <p:nvPr/>
        </p:nvSpPr>
        <p:spPr>
          <a:xfrm>
            <a:off x="3064072" y="5452156"/>
            <a:ext cx="788802" cy="54401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A</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2" name="正方形/長方形 11">
            <a:extLst>
              <a:ext uri="{FF2B5EF4-FFF2-40B4-BE49-F238E27FC236}">
                <a16:creationId xmlns:a16="http://schemas.microsoft.com/office/drawing/2014/main" id="{9EC9A596-C315-EE58-312F-282B433B3411}"/>
              </a:ext>
            </a:extLst>
          </p:cNvPr>
          <p:cNvSpPr/>
          <p:nvPr/>
        </p:nvSpPr>
        <p:spPr>
          <a:xfrm>
            <a:off x="5882703" y="5478462"/>
            <a:ext cx="792041" cy="623677"/>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B</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3" name="正方形/長方形 12">
            <a:extLst>
              <a:ext uri="{FF2B5EF4-FFF2-40B4-BE49-F238E27FC236}">
                <a16:creationId xmlns:a16="http://schemas.microsoft.com/office/drawing/2014/main" id="{3DD898CF-3CE4-1C31-311D-19E36ED4E928}"/>
              </a:ext>
            </a:extLst>
          </p:cNvPr>
          <p:cNvSpPr/>
          <p:nvPr/>
        </p:nvSpPr>
        <p:spPr>
          <a:xfrm>
            <a:off x="8666363" y="5452156"/>
            <a:ext cx="788802" cy="623677"/>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C</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477010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CABB8-2D49-A4B6-E8D9-99AC509E8ED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343B165-F757-9266-B644-2C40D99CBBED}"/>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kumimoji="1"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目的</a:t>
            </a:r>
            <a:endParaRPr kumimoji="1" lang="en-US" altLang="ja-JP" sz="36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90401C95-61E8-909B-93A4-6CE71BDB482C}"/>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C305F435-DDA9-8EBF-E785-D25A1FA373D3}"/>
              </a:ext>
            </a:extLst>
          </p:cNvPr>
          <p:cNvSpPr txBox="1"/>
          <p:nvPr/>
        </p:nvSpPr>
        <p:spPr>
          <a:xfrm>
            <a:off x="360000" y="2659827"/>
            <a:ext cx="10921025" cy="1384995"/>
          </a:xfrm>
          <a:prstGeom prst="rect">
            <a:avLst/>
          </a:prstGeom>
          <a:noFill/>
        </p:spPr>
        <p:txBody>
          <a:bodyPr wrap="square">
            <a:spAutoFit/>
          </a:bodyPr>
          <a:lstStyle/>
          <a:p>
            <a:r>
              <a:rPr lang="ja-JP" altLang="en-US" sz="2800" dirty="0">
                <a:latin typeface="ＭＳ Ｐゴシック" panose="020B0600070205080204" pitchFamily="50" charset="-128"/>
                <a:ea typeface="ＭＳ Ｐゴシック" panose="020B0600070205080204" pitchFamily="50" charset="-128"/>
              </a:rPr>
              <a:t>網膜画像における生成要因（患者属性・撮影機器・スタイル）を統計的に独立な潜在空間に分離し、偽相関を排除した制御可能な高品質の画像生成を実現すること</a:t>
            </a:r>
          </a:p>
        </p:txBody>
      </p:sp>
    </p:spTree>
    <p:extLst>
      <p:ext uri="{BB962C8B-B14F-4D97-AF65-F5344CB8AC3E}">
        <p14:creationId xmlns:p14="http://schemas.microsoft.com/office/powerpoint/2010/main" val="2102519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C8D2B-BB31-426D-B5A6-1990C74B91DF}"/>
            </a:ext>
          </a:extLst>
        </p:cNvPr>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40CBC4E4-ADD8-64B8-C450-54930A8E8509}"/>
              </a:ext>
            </a:extLst>
          </p:cNvPr>
          <p:cNvSpPr/>
          <p:nvPr/>
        </p:nvSpPr>
        <p:spPr>
          <a:xfrm>
            <a:off x="447152" y="1954992"/>
            <a:ext cx="10607468" cy="199751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a:extLst>
              <a:ext uri="{FF2B5EF4-FFF2-40B4-BE49-F238E27FC236}">
                <a16:creationId xmlns:a16="http://schemas.microsoft.com/office/drawing/2014/main" id="{B33F1DD2-AB79-905D-5D5E-321987C99DDC}"/>
              </a:ext>
            </a:extLst>
          </p:cNvPr>
          <p:cNvSpPr/>
          <p:nvPr/>
        </p:nvSpPr>
        <p:spPr>
          <a:xfrm>
            <a:off x="447153" y="4659163"/>
            <a:ext cx="8659123" cy="1872893"/>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5FDD057B-1591-976D-500D-D90C2683FE08}"/>
              </a:ext>
            </a:extLst>
          </p:cNvPr>
          <p:cNvSpPr txBox="1">
            <a:spLocks noGrp="1" noRot="1" noMove="1" noResize="1" noEditPoints="1" noAdjustHandles="1" noChangeArrowheads="1" noChangeShapeType="1"/>
          </p:cNvSpPr>
          <p:nvPr/>
        </p:nvSpPr>
        <p:spPr>
          <a:xfrm>
            <a:off x="360000" y="216000"/>
            <a:ext cx="3459601"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方法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データセット</a:t>
            </a:r>
            <a:endParaRPr kumimoji="1"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1CF704DB-CAD8-2635-9CD1-72D2933171FA}"/>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9377C7C2-5A34-7682-EF35-66CE3046F720}"/>
              </a:ext>
            </a:extLst>
          </p:cNvPr>
          <p:cNvSpPr txBox="1"/>
          <p:nvPr/>
        </p:nvSpPr>
        <p:spPr>
          <a:xfrm>
            <a:off x="360000" y="1127152"/>
            <a:ext cx="8458200" cy="461665"/>
          </a:xfrm>
          <a:prstGeom prst="rect">
            <a:avLst/>
          </a:prstGeom>
          <a:noFill/>
        </p:spPr>
        <p:txBody>
          <a:bodyPr wrap="square">
            <a:spAutoFit/>
          </a:bodyPr>
          <a:lstStyle/>
          <a:p>
            <a:pPr marL="342900" indent="-342900">
              <a:buFont typeface="Wingdings" panose="05000000000000000000" pitchFamily="2" charset="2"/>
              <a:buChar char="p"/>
            </a:pPr>
            <a:r>
              <a:rPr lang="en-US" altLang="ja-JP" sz="2400" dirty="0" err="1">
                <a:latin typeface="ＭＳ Ｐゴシック" panose="020B0600070205080204" pitchFamily="50" charset="-128"/>
                <a:ea typeface="ＭＳ Ｐゴシック" panose="020B0600070205080204" pitchFamily="50" charset="-128"/>
              </a:rPr>
              <a:t>EyePACS</a:t>
            </a:r>
            <a:r>
              <a:rPr lang="en-US" altLang="ja-JP" sz="2400" dirty="0">
                <a:latin typeface="ＭＳ Ｐゴシック" panose="020B0600070205080204" pitchFamily="50" charset="-128"/>
                <a:ea typeface="ＭＳ Ｐゴシック" panose="020B0600070205080204" pitchFamily="50" charset="-128"/>
              </a:rPr>
              <a:t> dataset(</a:t>
            </a:r>
            <a:r>
              <a:rPr lang="en-US" altLang="ja-JP" sz="2400" dirty="0" err="1">
                <a:latin typeface="ＭＳ Ｐゴシック" panose="020B0600070205080204" pitchFamily="50" charset="-128"/>
                <a:ea typeface="ＭＳ Ｐゴシック" panose="020B0600070205080204" pitchFamily="50" charset="-128"/>
              </a:rPr>
              <a:t>EyePACS</a:t>
            </a:r>
            <a:r>
              <a:rPr lang="en-US" altLang="ja-JP" sz="2400" dirty="0">
                <a:latin typeface="ＭＳ Ｐゴシック" panose="020B0600070205080204" pitchFamily="50" charset="-128"/>
                <a:ea typeface="ＭＳ Ｐゴシック" panose="020B0600070205080204" pitchFamily="50" charset="-128"/>
              </a:rPr>
              <a:t> Inc</a:t>
            </a:r>
            <a:r>
              <a:rPr lang="ja-JP" altLang="en-US" sz="2400" dirty="0">
                <a:latin typeface="ＭＳ Ｐゴシック" panose="020B0600070205080204" pitchFamily="50" charset="-128"/>
                <a:ea typeface="ＭＳ Ｐゴシック" panose="020B0600070205080204" pitchFamily="50" charset="-128"/>
              </a:rPr>
              <a:t>が提供する網膜眼底画像</a:t>
            </a:r>
            <a:r>
              <a:rPr lang="en-US" altLang="ja-JP" sz="2400" dirty="0">
                <a:latin typeface="ＭＳ Ｐゴシック" panose="020B0600070205080204" pitchFamily="50" charset="-128"/>
                <a:ea typeface="ＭＳ Ｐゴシック" panose="020B0600070205080204" pitchFamily="50" charset="-128"/>
              </a:rPr>
              <a:t>)</a:t>
            </a:r>
            <a:endParaRPr lang="ja-JP" altLang="en-US" sz="2400" dirty="0">
              <a:latin typeface="ＭＳ Ｐゴシック" panose="020B0600070205080204" pitchFamily="50" charset="-128"/>
              <a:ea typeface="ＭＳ Ｐゴシック" panose="020B0600070205080204" pitchFamily="50" charset="-128"/>
            </a:endParaRPr>
          </a:p>
        </p:txBody>
      </p:sp>
      <p:sp>
        <p:nvSpPr>
          <p:cNvPr id="10" name="テキスト ボックス 9">
            <a:extLst>
              <a:ext uri="{FF2B5EF4-FFF2-40B4-BE49-F238E27FC236}">
                <a16:creationId xmlns:a16="http://schemas.microsoft.com/office/drawing/2014/main" id="{98C8BA19-A19F-89F1-102E-40E285FAB47F}"/>
              </a:ext>
            </a:extLst>
          </p:cNvPr>
          <p:cNvSpPr txBox="1"/>
          <p:nvPr/>
        </p:nvSpPr>
        <p:spPr>
          <a:xfrm>
            <a:off x="6618073" y="4916024"/>
            <a:ext cx="2322665" cy="400110"/>
          </a:xfrm>
          <a:prstGeom prst="rect">
            <a:avLst/>
          </a:prstGeom>
          <a:noFill/>
        </p:spPr>
        <p:txBody>
          <a:bodyPr wrap="square">
            <a:spAutoFit/>
          </a:bodyPr>
          <a:lstStyle/>
          <a:p>
            <a:pPr algn="ctr"/>
            <a:r>
              <a:rPr lang="ja-JP" altLang="en-US" sz="2000" b="1" dirty="0">
                <a:latin typeface="ＭＳ Ｐゴシック" panose="020B0600070205080204" pitchFamily="50" charset="-128"/>
                <a:ea typeface="ＭＳ Ｐゴシック" panose="020B0600070205080204" pitchFamily="50" charset="-128"/>
              </a:rPr>
              <a:t>ラベル</a:t>
            </a:r>
            <a:endParaRPr lang="en-US" altLang="ja-JP" sz="2000" b="1" dirty="0">
              <a:latin typeface="ＭＳ Ｐゴシック" panose="020B0600070205080204" pitchFamily="50" charset="-128"/>
              <a:ea typeface="ＭＳ Ｐゴシック" panose="020B0600070205080204" pitchFamily="50" charset="-128"/>
            </a:endParaRPr>
          </a:p>
        </p:txBody>
      </p:sp>
      <p:sp>
        <p:nvSpPr>
          <p:cNvPr id="13" name="テキスト ボックス 12">
            <a:extLst>
              <a:ext uri="{FF2B5EF4-FFF2-40B4-BE49-F238E27FC236}">
                <a16:creationId xmlns:a16="http://schemas.microsoft.com/office/drawing/2014/main" id="{6FF5DE96-9DB2-18E5-28D6-661CEC53E69C}"/>
              </a:ext>
            </a:extLst>
          </p:cNvPr>
          <p:cNvSpPr txBox="1"/>
          <p:nvPr/>
        </p:nvSpPr>
        <p:spPr>
          <a:xfrm>
            <a:off x="617123" y="1779968"/>
            <a:ext cx="4537973" cy="400110"/>
          </a:xfrm>
          <a:prstGeom prst="rect">
            <a:avLst/>
          </a:prstGeom>
          <a:solidFill>
            <a:schemeClr val="bg1"/>
          </a:solidFill>
        </p:spPr>
        <p:txBody>
          <a:bodyPr wrap="square">
            <a:spAutoFit/>
          </a:bodyPr>
          <a:lstStyle/>
          <a:p>
            <a:r>
              <a:rPr lang="en-US" altLang="ja-JP" sz="2000" dirty="0">
                <a:effectLst/>
                <a:latin typeface="ＭＳ Ｐゴシック" panose="020B0600070205080204" pitchFamily="50" charset="-128"/>
                <a:ea typeface="ＭＳ Ｐゴシック" panose="020B0600070205080204" pitchFamily="50" charset="-128"/>
              </a:rPr>
              <a:t>24,336</a:t>
            </a:r>
            <a:r>
              <a:rPr lang="ja-JP" altLang="en-US" sz="2000" dirty="0">
                <a:effectLst/>
                <a:latin typeface="ＭＳ Ｐゴシック" panose="020B0600070205080204" pitchFamily="50" charset="-128"/>
                <a:ea typeface="ＭＳ Ｐゴシック" panose="020B0600070205080204" pitchFamily="50" charset="-128"/>
              </a:rPr>
              <a:t>人の患者から得られた計</a:t>
            </a:r>
            <a:r>
              <a:rPr lang="en-US" altLang="ja-JP" sz="2000" dirty="0">
                <a:effectLst/>
                <a:latin typeface="ＭＳ Ｐゴシック" panose="020B0600070205080204" pitchFamily="50" charset="-128"/>
                <a:ea typeface="ＭＳ Ｐゴシック" panose="020B0600070205080204" pitchFamily="50" charset="-128"/>
              </a:rPr>
              <a:t>75,989</a:t>
            </a:r>
            <a:r>
              <a:rPr lang="ja-JP" altLang="en-US" sz="2000" dirty="0">
                <a:effectLst/>
                <a:latin typeface="ＭＳ Ｐゴシック" panose="020B0600070205080204" pitchFamily="50" charset="-128"/>
                <a:ea typeface="ＭＳ Ｐゴシック" panose="020B0600070205080204" pitchFamily="50" charset="-128"/>
              </a:rPr>
              <a:t>枚</a:t>
            </a:r>
            <a:endParaRPr lang="ja-JP" altLang="en-US" sz="2000" dirty="0"/>
          </a:p>
        </p:txBody>
      </p:sp>
      <p:pic>
        <p:nvPicPr>
          <p:cNvPr id="17" name="グラフィックス 16" descr="クリップボード 枠線">
            <a:extLst>
              <a:ext uri="{FF2B5EF4-FFF2-40B4-BE49-F238E27FC236}">
                <a16:creationId xmlns:a16="http://schemas.microsoft.com/office/drawing/2014/main" id="{82C9D1BA-93AF-FB80-D93D-10C30B1951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59718" y="2690896"/>
            <a:ext cx="1103055" cy="1103055"/>
          </a:xfrm>
          <a:prstGeom prst="rect">
            <a:avLst/>
          </a:prstGeom>
        </p:spPr>
      </p:pic>
      <p:sp>
        <p:nvSpPr>
          <p:cNvPr id="19" name="テキスト ボックス 18">
            <a:extLst>
              <a:ext uri="{FF2B5EF4-FFF2-40B4-BE49-F238E27FC236}">
                <a16:creationId xmlns:a16="http://schemas.microsoft.com/office/drawing/2014/main" id="{9CFB4EFE-A7F6-2AA7-6BA3-CC97573EEAE7}"/>
              </a:ext>
            </a:extLst>
          </p:cNvPr>
          <p:cNvSpPr txBox="1"/>
          <p:nvPr/>
        </p:nvSpPr>
        <p:spPr>
          <a:xfrm>
            <a:off x="6890242" y="2180078"/>
            <a:ext cx="3642009"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撮影情報や患者属性情報</a:t>
            </a:r>
          </a:p>
        </p:txBody>
      </p:sp>
      <p:pic>
        <p:nvPicPr>
          <p:cNvPr id="23" name="図 22">
            <a:extLst>
              <a:ext uri="{FF2B5EF4-FFF2-40B4-BE49-F238E27FC236}">
                <a16:creationId xmlns:a16="http://schemas.microsoft.com/office/drawing/2014/main" id="{F57D76EF-6F20-1C48-B51B-4538544AAEC4}"/>
              </a:ext>
            </a:extLst>
          </p:cNvPr>
          <p:cNvPicPr>
            <a:picLocks noChangeAspect="1"/>
          </p:cNvPicPr>
          <p:nvPr/>
        </p:nvPicPr>
        <p:blipFill>
          <a:blip r:embed="rId5"/>
          <a:stretch>
            <a:fillRect/>
          </a:stretch>
        </p:blipFill>
        <p:spPr>
          <a:xfrm>
            <a:off x="789541" y="2438985"/>
            <a:ext cx="1275471" cy="1341825"/>
          </a:xfrm>
          <a:prstGeom prst="rect">
            <a:avLst/>
          </a:prstGeom>
        </p:spPr>
      </p:pic>
      <p:pic>
        <p:nvPicPr>
          <p:cNvPr id="25" name="図 24">
            <a:extLst>
              <a:ext uri="{FF2B5EF4-FFF2-40B4-BE49-F238E27FC236}">
                <a16:creationId xmlns:a16="http://schemas.microsoft.com/office/drawing/2014/main" id="{49C4CCD2-8138-03AB-AC77-9BC6073ED692}"/>
              </a:ext>
            </a:extLst>
          </p:cNvPr>
          <p:cNvPicPr>
            <a:picLocks noChangeAspect="1"/>
          </p:cNvPicPr>
          <p:nvPr/>
        </p:nvPicPr>
        <p:blipFill>
          <a:blip r:embed="rId6"/>
          <a:stretch>
            <a:fillRect/>
          </a:stretch>
        </p:blipFill>
        <p:spPr>
          <a:xfrm>
            <a:off x="2469485" y="2438985"/>
            <a:ext cx="1333742" cy="1341826"/>
          </a:xfrm>
          <a:prstGeom prst="rect">
            <a:avLst/>
          </a:prstGeom>
        </p:spPr>
      </p:pic>
      <p:pic>
        <p:nvPicPr>
          <p:cNvPr id="27" name="図 26">
            <a:extLst>
              <a:ext uri="{FF2B5EF4-FFF2-40B4-BE49-F238E27FC236}">
                <a16:creationId xmlns:a16="http://schemas.microsoft.com/office/drawing/2014/main" id="{D1D0AC62-575F-1902-1E14-A5DCEF0856B1}"/>
              </a:ext>
            </a:extLst>
          </p:cNvPr>
          <p:cNvPicPr>
            <a:picLocks noChangeAspect="1"/>
          </p:cNvPicPr>
          <p:nvPr/>
        </p:nvPicPr>
        <p:blipFill>
          <a:blip r:embed="rId7"/>
          <a:stretch>
            <a:fillRect/>
          </a:stretch>
        </p:blipFill>
        <p:spPr>
          <a:xfrm>
            <a:off x="4182266" y="2438985"/>
            <a:ext cx="1416372" cy="1341826"/>
          </a:xfrm>
          <a:prstGeom prst="rect">
            <a:avLst/>
          </a:prstGeom>
        </p:spPr>
      </p:pic>
      <p:pic>
        <p:nvPicPr>
          <p:cNvPr id="29" name="図 28">
            <a:extLst>
              <a:ext uri="{FF2B5EF4-FFF2-40B4-BE49-F238E27FC236}">
                <a16:creationId xmlns:a16="http://schemas.microsoft.com/office/drawing/2014/main" id="{E9C3D423-27C5-A621-12D5-FE6CC3D4E8BB}"/>
              </a:ext>
            </a:extLst>
          </p:cNvPr>
          <p:cNvPicPr>
            <a:picLocks noChangeAspect="1"/>
          </p:cNvPicPr>
          <p:nvPr/>
        </p:nvPicPr>
        <p:blipFill>
          <a:blip r:embed="rId8"/>
          <a:srcRect b="66412"/>
          <a:stretch>
            <a:fillRect/>
          </a:stretch>
        </p:blipFill>
        <p:spPr>
          <a:xfrm>
            <a:off x="789541" y="5021130"/>
            <a:ext cx="1275471" cy="1202314"/>
          </a:xfrm>
          <a:prstGeom prst="rect">
            <a:avLst/>
          </a:prstGeom>
        </p:spPr>
      </p:pic>
      <p:pic>
        <p:nvPicPr>
          <p:cNvPr id="30" name="図 29">
            <a:extLst>
              <a:ext uri="{FF2B5EF4-FFF2-40B4-BE49-F238E27FC236}">
                <a16:creationId xmlns:a16="http://schemas.microsoft.com/office/drawing/2014/main" id="{B9EFF838-0611-66D9-11D9-BF5EAED09311}"/>
              </a:ext>
            </a:extLst>
          </p:cNvPr>
          <p:cNvPicPr>
            <a:picLocks noChangeAspect="1"/>
          </p:cNvPicPr>
          <p:nvPr/>
        </p:nvPicPr>
        <p:blipFill>
          <a:blip r:embed="rId8"/>
          <a:srcRect t="32944" b="32737"/>
          <a:stretch>
            <a:fillRect/>
          </a:stretch>
        </p:blipFill>
        <p:spPr>
          <a:xfrm>
            <a:off x="2395498" y="5008461"/>
            <a:ext cx="1275471" cy="1231002"/>
          </a:xfrm>
          <a:prstGeom prst="rect">
            <a:avLst/>
          </a:prstGeom>
        </p:spPr>
      </p:pic>
      <p:pic>
        <p:nvPicPr>
          <p:cNvPr id="31" name="図 30">
            <a:extLst>
              <a:ext uri="{FF2B5EF4-FFF2-40B4-BE49-F238E27FC236}">
                <a16:creationId xmlns:a16="http://schemas.microsoft.com/office/drawing/2014/main" id="{2BCC620B-00B1-0611-7728-B97CF088B978}"/>
              </a:ext>
            </a:extLst>
          </p:cNvPr>
          <p:cNvPicPr>
            <a:picLocks noChangeAspect="1"/>
          </p:cNvPicPr>
          <p:nvPr/>
        </p:nvPicPr>
        <p:blipFill>
          <a:blip r:embed="rId8"/>
          <a:srcRect t="66641"/>
          <a:stretch>
            <a:fillRect/>
          </a:stretch>
        </p:blipFill>
        <p:spPr>
          <a:xfrm>
            <a:off x="4013358" y="5021130"/>
            <a:ext cx="1301341" cy="1218333"/>
          </a:xfrm>
          <a:prstGeom prst="rect">
            <a:avLst/>
          </a:prstGeom>
        </p:spPr>
      </p:pic>
      <p:pic>
        <p:nvPicPr>
          <p:cNvPr id="33" name="グラフィックス 32" descr="追加 単色塗りつぶし">
            <a:extLst>
              <a:ext uri="{FF2B5EF4-FFF2-40B4-BE49-F238E27FC236}">
                <a16:creationId xmlns:a16="http://schemas.microsoft.com/office/drawing/2014/main" id="{C4227E99-185A-CFF0-2B76-433742BFF12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46674" y="2857481"/>
            <a:ext cx="735496" cy="735496"/>
          </a:xfrm>
          <a:prstGeom prst="rect">
            <a:avLst/>
          </a:prstGeom>
        </p:spPr>
      </p:pic>
      <p:pic>
        <p:nvPicPr>
          <p:cNvPr id="35" name="グラフィックス 34" descr="追加 単色塗りつぶし">
            <a:extLst>
              <a:ext uri="{FF2B5EF4-FFF2-40B4-BE49-F238E27FC236}">
                <a16:creationId xmlns:a16="http://schemas.microsoft.com/office/drawing/2014/main" id="{FAACE53B-1196-CF25-BD1A-20417427336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98638" y="5186504"/>
            <a:ext cx="735496" cy="735496"/>
          </a:xfrm>
          <a:prstGeom prst="rect">
            <a:avLst/>
          </a:prstGeom>
        </p:spPr>
      </p:pic>
      <p:sp>
        <p:nvSpPr>
          <p:cNvPr id="36" name="二等辺三角形 35">
            <a:extLst>
              <a:ext uri="{FF2B5EF4-FFF2-40B4-BE49-F238E27FC236}">
                <a16:creationId xmlns:a16="http://schemas.microsoft.com/office/drawing/2014/main" id="{945C8074-C049-6ED5-C21B-4FA650E55598}"/>
              </a:ext>
            </a:extLst>
          </p:cNvPr>
          <p:cNvSpPr/>
          <p:nvPr/>
        </p:nvSpPr>
        <p:spPr>
          <a:xfrm rot="10800000">
            <a:off x="4677897" y="4097581"/>
            <a:ext cx="3273047" cy="461664"/>
          </a:xfrm>
          <a:prstGeom prst="triangl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テキスト ボックス 37">
            <a:extLst>
              <a:ext uri="{FF2B5EF4-FFF2-40B4-BE49-F238E27FC236}">
                <a16:creationId xmlns:a16="http://schemas.microsoft.com/office/drawing/2014/main" id="{CF259DFD-73C3-952E-5B08-4F45FA8719AB}"/>
              </a:ext>
            </a:extLst>
          </p:cNvPr>
          <p:cNvSpPr txBox="1"/>
          <p:nvPr/>
        </p:nvSpPr>
        <p:spPr>
          <a:xfrm>
            <a:off x="5107381" y="4127526"/>
            <a:ext cx="3021384" cy="400110"/>
          </a:xfrm>
          <a:prstGeom prst="rect">
            <a:avLst/>
          </a:prstGeom>
          <a:noFill/>
        </p:spPr>
        <p:txBody>
          <a:bodyPr wrap="square">
            <a:spAutoFit/>
          </a:bodyPr>
          <a:lstStyle/>
          <a:p>
            <a:r>
              <a:rPr lang="ja-JP" altLang="en-US" sz="2000" dirty="0">
                <a:solidFill>
                  <a:srgbClr val="FF0000"/>
                </a:solidFill>
                <a:latin typeface="Arial" panose="020B0604020202020204" pitchFamily="34" charset="0"/>
                <a:ea typeface="MS PGothic" panose="020B0600070205080204" pitchFamily="34" charset="-128"/>
                <a:cs typeface="Arial" panose="020B0604020202020204" pitchFamily="34" charset="0"/>
              </a:rPr>
              <a:t>前処理とメタデータ整備</a:t>
            </a:r>
            <a:endParaRPr lang="en-US" altLang="ja-JP" sz="2000" dirty="0">
              <a:solidFill>
                <a:srgbClr val="FF0000"/>
              </a:solidFill>
              <a:latin typeface="Arial" panose="020B0604020202020204" pitchFamily="34" charset="0"/>
              <a:ea typeface="MS PGothic" panose="020B0600070205080204" pitchFamily="34" charset="-128"/>
              <a:cs typeface="Arial" panose="020B0604020202020204" pitchFamily="34" charset="0"/>
            </a:endParaRPr>
          </a:p>
        </p:txBody>
      </p:sp>
      <p:sp>
        <p:nvSpPr>
          <p:cNvPr id="39" name="二等辺三角形 38">
            <a:extLst>
              <a:ext uri="{FF2B5EF4-FFF2-40B4-BE49-F238E27FC236}">
                <a16:creationId xmlns:a16="http://schemas.microsoft.com/office/drawing/2014/main" id="{C357D076-3379-4C8A-AA23-DAE6F9D0B1D3}"/>
              </a:ext>
            </a:extLst>
          </p:cNvPr>
          <p:cNvSpPr/>
          <p:nvPr/>
        </p:nvSpPr>
        <p:spPr>
          <a:xfrm rot="5400000">
            <a:off x="8713396" y="5391455"/>
            <a:ext cx="1677816" cy="461664"/>
          </a:xfrm>
          <a:prstGeom prst="triangl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テキスト ボックス 39">
            <a:extLst>
              <a:ext uri="{FF2B5EF4-FFF2-40B4-BE49-F238E27FC236}">
                <a16:creationId xmlns:a16="http://schemas.microsoft.com/office/drawing/2014/main" id="{EA997B42-8134-790D-BE6E-1B44499BE1C9}"/>
              </a:ext>
            </a:extLst>
          </p:cNvPr>
          <p:cNvSpPr txBox="1"/>
          <p:nvPr/>
        </p:nvSpPr>
        <p:spPr>
          <a:xfrm>
            <a:off x="9998332" y="5122464"/>
            <a:ext cx="1478192" cy="1015663"/>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訓練</a:t>
            </a:r>
            <a:r>
              <a:rPr lang="en-US" altLang="ja-JP" sz="2000" dirty="0">
                <a:latin typeface="ＭＳ Ｐゴシック" panose="020B0600070205080204" pitchFamily="50" charset="-128"/>
                <a:ea typeface="ＭＳ Ｐゴシック" panose="020B0600070205080204" pitchFamily="50" charset="-128"/>
              </a:rPr>
              <a:t>(60%)</a:t>
            </a:r>
          </a:p>
          <a:p>
            <a:pPr algn="ctr"/>
            <a:r>
              <a:rPr lang="ja-JP" altLang="en-US" sz="2000" dirty="0">
                <a:latin typeface="ＭＳ Ｐゴシック" panose="020B0600070205080204" pitchFamily="50" charset="-128"/>
                <a:ea typeface="ＭＳ Ｐゴシック" panose="020B0600070205080204" pitchFamily="50" charset="-128"/>
              </a:rPr>
              <a:t>検証</a:t>
            </a:r>
            <a:r>
              <a:rPr lang="en-US" altLang="ja-JP" sz="2000" dirty="0">
                <a:latin typeface="ＭＳ Ｐゴシック" panose="020B0600070205080204" pitchFamily="50" charset="-128"/>
                <a:ea typeface="ＭＳ Ｐゴシック" panose="020B0600070205080204" pitchFamily="50" charset="-128"/>
              </a:rPr>
              <a:t>(20%)</a:t>
            </a:r>
          </a:p>
          <a:p>
            <a:pPr algn="ctr"/>
            <a:r>
              <a:rPr lang="ja-JP" altLang="en-US" sz="2000" dirty="0">
                <a:latin typeface="ＭＳ Ｐゴシック" panose="020B0600070205080204" pitchFamily="50" charset="-128"/>
                <a:ea typeface="ＭＳ Ｐゴシック" panose="020B0600070205080204" pitchFamily="50" charset="-128"/>
              </a:rPr>
              <a:t>テスト</a:t>
            </a:r>
            <a:r>
              <a:rPr lang="en-US" altLang="ja-JP" sz="2000" dirty="0">
                <a:latin typeface="ＭＳ Ｐゴシック" panose="020B0600070205080204" pitchFamily="50" charset="-128"/>
                <a:ea typeface="ＭＳ Ｐゴシック" panose="020B0600070205080204" pitchFamily="50" charset="-128"/>
              </a:rPr>
              <a:t>(20%)</a:t>
            </a:r>
          </a:p>
        </p:txBody>
      </p:sp>
      <p:sp>
        <p:nvSpPr>
          <p:cNvPr id="3" name="テキスト ボックス 2">
            <a:extLst>
              <a:ext uri="{FF2B5EF4-FFF2-40B4-BE49-F238E27FC236}">
                <a16:creationId xmlns:a16="http://schemas.microsoft.com/office/drawing/2014/main" id="{5981CD75-8B68-C3D4-593A-3355D6FFB05E}"/>
              </a:ext>
            </a:extLst>
          </p:cNvPr>
          <p:cNvSpPr txBox="1"/>
          <p:nvPr/>
        </p:nvSpPr>
        <p:spPr>
          <a:xfrm>
            <a:off x="6524346" y="5300114"/>
            <a:ext cx="2391718" cy="1200329"/>
          </a:xfrm>
          <a:prstGeom prst="rect">
            <a:avLst/>
          </a:prstGeom>
          <a:noFill/>
        </p:spPr>
        <p:txBody>
          <a:bodyPr wrap="square">
            <a:spAutoFit/>
          </a:bodyPr>
          <a:lstStyle/>
          <a:p>
            <a:pPr algn="ctr"/>
            <a:r>
              <a:rPr lang="en-US" altLang="ja-JP" sz="1800" dirty="0">
                <a:latin typeface="ＭＳ Ｐゴシック" panose="020B0600070205080204" pitchFamily="50" charset="-128"/>
                <a:ea typeface="ＭＳ Ｐゴシック" panose="020B0600070205080204" pitchFamily="50" charset="-128"/>
              </a:rPr>
              <a:t>Age</a:t>
            </a:r>
            <a:r>
              <a:rPr lang="ja-JP" altLang="en-US" sz="1800" dirty="0">
                <a:latin typeface="ＭＳ Ｐゴシック" panose="020B0600070205080204" pitchFamily="50" charset="-128"/>
                <a:ea typeface="ＭＳ Ｐゴシック" panose="020B0600070205080204" pitchFamily="50" charset="-128"/>
              </a:rPr>
              <a:t>：年齢</a:t>
            </a:r>
            <a:endParaRPr lang="en-US" altLang="ja-JP" dirty="0">
              <a:latin typeface="ＭＳ Ｐゴシック" panose="020B0600070205080204" pitchFamily="50" charset="-128"/>
              <a:ea typeface="ＭＳ Ｐゴシック" panose="020B0600070205080204" pitchFamily="50" charset="-128"/>
            </a:endParaRPr>
          </a:p>
          <a:p>
            <a:pPr algn="ctr"/>
            <a:r>
              <a:rPr lang="en-US" altLang="ja-JP" sz="1800" dirty="0">
                <a:latin typeface="ＭＳ Ｐゴシック" panose="020B0600070205080204" pitchFamily="50" charset="-128"/>
                <a:ea typeface="ＭＳ Ｐゴシック" panose="020B0600070205080204" pitchFamily="50" charset="-128"/>
              </a:rPr>
              <a:t>Eth:</a:t>
            </a:r>
            <a:r>
              <a:rPr lang="ja-JP" altLang="en-US" sz="1800" dirty="0">
                <a:latin typeface="ＭＳ Ｐゴシック" panose="020B0600070205080204" pitchFamily="50" charset="-128"/>
                <a:ea typeface="ＭＳ Ｐゴシック" panose="020B0600070205080204" pitchFamily="50" charset="-128"/>
              </a:rPr>
              <a:t>人種</a:t>
            </a:r>
            <a:r>
              <a:rPr lang="en-US" altLang="ja-JP" sz="1800" dirty="0">
                <a:latin typeface="ＭＳ Ｐゴシック" panose="020B0600070205080204" pitchFamily="50" charset="-128"/>
                <a:ea typeface="ＭＳ Ｐゴシック" panose="020B0600070205080204" pitchFamily="50" charset="-128"/>
              </a:rPr>
              <a:t>(</a:t>
            </a:r>
            <a:r>
              <a:rPr lang="en-US" altLang="ja-JP" sz="1800" dirty="0">
                <a:solidFill>
                  <a:srgbClr val="FF0000"/>
                </a:solidFill>
                <a:latin typeface="ＭＳ Ｐゴシック" panose="020B0600070205080204" pitchFamily="50" charset="-128"/>
                <a:ea typeface="ＭＳ Ｐゴシック" panose="020B0600070205080204" pitchFamily="50" charset="-128"/>
              </a:rPr>
              <a:t>7</a:t>
            </a:r>
            <a:r>
              <a:rPr lang="ja-JP" altLang="en-US" sz="1800" dirty="0">
                <a:solidFill>
                  <a:srgbClr val="FF0000"/>
                </a:solidFill>
                <a:latin typeface="ＭＳ Ｐゴシック" panose="020B0600070205080204" pitchFamily="50" charset="-128"/>
                <a:ea typeface="ＭＳ Ｐゴシック" panose="020B0600070205080204" pitchFamily="50" charset="-128"/>
              </a:rPr>
              <a:t>クラス</a:t>
            </a:r>
            <a:r>
              <a:rPr lang="en-US" altLang="ja-JP" sz="1800" dirty="0">
                <a:solidFill>
                  <a:srgbClr val="FF0000"/>
                </a:solidFill>
                <a:latin typeface="ＭＳ Ｐゴシック" panose="020B0600070205080204" pitchFamily="50" charset="-128"/>
                <a:ea typeface="ＭＳ Ｐゴシック" panose="020B0600070205080204" pitchFamily="50" charset="-128"/>
              </a:rPr>
              <a:t>)</a:t>
            </a:r>
          </a:p>
          <a:p>
            <a:pPr algn="ctr"/>
            <a:r>
              <a:rPr lang="en-US" altLang="ja-JP" sz="1800" dirty="0">
                <a:latin typeface="ＭＳ Ｐゴシック" panose="020B0600070205080204" pitchFamily="50" charset="-128"/>
                <a:ea typeface="ＭＳ Ｐゴシック" panose="020B0600070205080204" pitchFamily="50" charset="-128"/>
              </a:rPr>
              <a:t>Cam:</a:t>
            </a:r>
            <a:r>
              <a:rPr lang="ja-JP" altLang="en-US" sz="1800" dirty="0">
                <a:latin typeface="ＭＳ Ｐゴシック" panose="020B0600070205080204" pitchFamily="50" charset="-128"/>
                <a:ea typeface="ＭＳ Ｐゴシック" panose="020B0600070205080204" pitchFamily="50" charset="-128"/>
              </a:rPr>
              <a:t>撮影機器</a:t>
            </a:r>
            <a:r>
              <a:rPr lang="en-US" altLang="ja-JP" sz="1800" dirty="0">
                <a:latin typeface="ＭＳ Ｐゴシック" panose="020B0600070205080204" pitchFamily="50" charset="-128"/>
                <a:ea typeface="ＭＳ Ｐゴシック" panose="020B0600070205080204" pitchFamily="50" charset="-128"/>
              </a:rPr>
              <a:t>(</a:t>
            </a:r>
            <a:r>
              <a:rPr lang="en-US" altLang="ja-JP" sz="1800" dirty="0">
                <a:solidFill>
                  <a:srgbClr val="FF0000"/>
                </a:solidFill>
                <a:latin typeface="ＭＳ Ｐゴシック" panose="020B0600070205080204" pitchFamily="50" charset="-128"/>
                <a:ea typeface="ＭＳ Ｐゴシック" panose="020B0600070205080204" pitchFamily="50" charset="-128"/>
              </a:rPr>
              <a:t>14</a:t>
            </a:r>
            <a:r>
              <a:rPr lang="ja-JP" altLang="en-US" sz="1800" dirty="0">
                <a:solidFill>
                  <a:srgbClr val="FF0000"/>
                </a:solidFill>
                <a:latin typeface="ＭＳ Ｐゴシック" panose="020B0600070205080204" pitchFamily="50" charset="-128"/>
                <a:ea typeface="ＭＳ Ｐゴシック" panose="020B0600070205080204" pitchFamily="50" charset="-128"/>
              </a:rPr>
              <a:t>クラス</a:t>
            </a:r>
            <a:r>
              <a:rPr lang="en-US" altLang="ja-JP" sz="1800" dirty="0">
                <a:latin typeface="ＭＳ Ｐゴシック" panose="020B0600070205080204" pitchFamily="50" charset="-128"/>
                <a:ea typeface="ＭＳ Ｐゴシック" panose="020B0600070205080204" pitchFamily="50" charset="-128"/>
              </a:rPr>
              <a:t>)</a:t>
            </a:r>
          </a:p>
        </p:txBody>
      </p:sp>
    </p:spTree>
    <p:extLst>
      <p:ext uri="{BB962C8B-B14F-4D97-AF65-F5344CB8AC3E}">
        <p14:creationId xmlns:p14="http://schemas.microsoft.com/office/powerpoint/2010/main" val="3714915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8FDCF-6E18-97D0-BA3A-B1F0AE15AC75}"/>
            </a:ext>
          </a:extLst>
        </p:cNvPr>
        <p:cNvGrpSpPr/>
        <p:nvPr/>
      </p:nvGrpSpPr>
      <p:grpSpPr>
        <a:xfrm>
          <a:off x="0" y="0"/>
          <a:ext cx="0" cy="0"/>
          <a:chOff x="0" y="0"/>
          <a:chExt cx="0" cy="0"/>
        </a:xfrm>
      </p:grpSpPr>
      <p:sp>
        <p:nvSpPr>
          <p:cNvPr id="123" name="四角形: 角を丸くする 122">
            <a:extLst>
              <a:ext uri="{FF2B5EF4-FFF2-40B4-BE49-F238E27FC236}">
                <a16:creationId xmlns:a16="http://schemas.microsoft.com/office/drawing/2014/main" id="{BC549FCA-0323-53C7-8245-0F6EE39193D3}"/>
              </a:ext>
            </a:extLst>
          </p:cNvPr>
          <p:cNvSpPr/>
          <p:nvPr/>
        </p:nvSpPr>
        <p:spPr>
          <a:xfrm>
            <a:off x="3843140" y="2708915"/>
            <a:ext cx="4201839" cy="3672662"/>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D2F8BD61-770A-DF5F-295E-1CEAF7F04B7F}"/>
              </a:ext>
            </a:extLst>
          </p:cNvPr>
          <p:cNvSpPr txBox="1">
            <a:spLocks noGrp="1" noRot="1" noMove="1" noResize="1" noEditPoints="1" noAdjustHandles="1" noChangeArrowheads="1" noChangeShapeType="1"/>
          </p:cNvSpPr>
          <p:nvPr/>
        </p:nvSpPr>
        <p:spPr>
          <a:xfrm>
            <a:off x="360000" y="216000"/>
            <a:ext cx="6838732"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方法　</a:t>
            </a:r>
            <a:r>
              <a:rPr lang="en-US" altLang="ja-JP" sz="3200" dirty="0">
                <a:solidFill>
                  <a:schemeClr val="tx1">
                    <a:lumMod val="75000"/>
                    <a:lumOff val="25000"/>
                  </a:schemeClr>
                </a:solidFill>
                <a:latin typeface="MS PGothic" panose="020B0600070205080204" pitchFamily="34" charset="-128"/>
                <a:ea typeface="MS PGothic" panose="020B0600070205080204" pitchFamily="34" charset="-128"/>
              </a:rPr>
              <a:t>StyleGAN2</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の拡張とモデル概要</a:t>
            </a:r>
            <a:endParaRPr kumimoji="1"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8E03C1D1-B0AC-4737-2CA5-F6E64D608A2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3" name="楕円 2">
            <a:extLst>
              <a:ext uri="{FF2B5EF4-FFF2-40B4-BE49-F238E27FC236}">
                <a16:creationId xmlns:a16="http://schemas.microsoft.com/office/drawing/2014/main" id="{7824D90F-695A-A45A-D98B-A11125604C1E}"/>
              </a:ext>
            </a:extLst>
          </p:cNvPr>
          <p:cNvSpPr/>
          <p:nvPr/>
        </p:nvSpPr>
        <p:spPr>
          <a:xfrm>
            <a:off x="1084305" y="1975218"/>
            <a:ext cx="1381712" cy="638882"/>
          </a:xfrm>
          <a:prstGeom prst="ellipse">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Z</a:t>
            </a:r>
          </a:p>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a:t>
            </a:r>
            <a:r>
              <a:rPr kumimoji="1" lang="ja-JP" altLang="en-US" dirty="0">
                <a:solidFill>
                  <a:schemeClr val="tx1"/>
                </a:solidFill>
                <a:latin typeface="ＭＳ Ｐゴシック" panose="020B0600070205080204" pitchFamily="50" charset="-128"/>
                <a:ea typeface="ＭＳ Ｐゴシック" panose="020B0600070205080204" pitchFamily="50" charset="-128"/>
              </a:rPr>
              <a:t>ノイズ</a:t>
            </a:r>
            <a:r>
              <a:rPr kumimoji="1" lang="ja-JP" altLang="en-US" sz="1400" dirty="0">
                <a:solidFill>
                  <a:schemeClr val="tx1"/>
                </a:solidFill>
                <a:latin typeface="ＭＳ Ｐゴシック" panose="020B0600070205080204" pitchFamily="50" charset="-128"/>
                <a:ea typeface="ＭＳ Ｐゴシック" panose="020B0600070205080204" pitchFamily="50" charset="-128"/>
              </a:rPr>
              <a:t>）</a:t>
            </a:r>
          </a:p>
        </p:txBody>
      </p:sp>
      <p:sp>
        <p:nvSpPr>
          <p:cNvPr id="6" name="台形 5">
            <a:extLst>
              <a:ext uri="{FF2B5EF4-FFF2-40B4-BE49-F238E27FC236}">
                <a16:creationId xmlns:a16="http://schemas.microsoft.com/office/drawing/2014/main" id="{B63B14AA-AB5C-1B4A-70F3-0487004123D8}"/>
              </a:ext>
            </a:extLst>
          </p:cNvPr>
          <p:cNvSpPr/>
          <p:nvPr/>
        </p:nvSpPr>
        <p:spPr>
          <a:xfrm rot="5400000">
            <a:off x="6585152" y="1098253"/>
            <a:ext cx="928581" cy="990642"/>
          </a:xfrm>
          <a:prstGeom prst="trapezoid">
            <a:avLst/>
          </a:prstGeom>
          <a:solidFill>
            <a:schemeClr val="accent2">
              <a:lumMod val="60000"/>
              <a:lumOff val="40000"/>
              <a:alpha val="97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endParaRPr kumimoji="1" lang="ja-JP" altLang="en-US" sz="1400" dirty="0"/>
          </a:p>
        </p:txBody>
      </p:sp>
      <p:cxnSp>
        <p:nvCxnSpPr>
          <p:cNvPr id="8" name="直線矢印コネクタ 7">
            <a:extLst>
              <a:ext uri="{FF2B5EF4-FFF2-40B4-BE49-F238E27FC236}">
                <a16:creationId xmlns:a16="http://schemas.microsoft.com/office/drawing/2014/main" id="{509C0EA0-4E7A-D0F9-400A-965A6DA7F070}"/>
              </a:ext>
            </a:extLst>
          </p:cNvPr>
          <p:cNvCxnSpPr>
            <a:cxnSpLocks/>
          </p:cNvCxnSpPr>
          <p:nvPr/>
        </p:nvCxnSpPr>
        <p:spPr>
          <a:xfrm>
            <a:off x="10030492" y="4357662"/>
            <a:ext cx="0" cy="5058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FF7FE52D-D8F4-FCDC-6F7C-F60ADC9366C6}"/>
              </a:ext>
            </a:extLst>
          </p:cNvPr>
          <p:cNvSpPr txBox="1"/>
          <p:nvPr/>
        </p:nvSpPr>
        <p:spPr>
          <a:xfrm>
            <a:off x="6579119" y="1402385"/>
            <a:ext cx="913425" cy="369332"/>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生成器</a:t>
            </a:r>
          </a:p>
        </p:txBody>
      </p:sp>
      <p:sp>
        <p:nvSpPr>
          <p:cNvPr id="10" name="四角形: 角を丸くする 9">
            <a:extLst>
              <a:ext uri="{FF2B5EF4-FFF2-40B4-BE49-F238E27FC236}">
                <a16:creationId xmlns:a16="http://schemas.microsoft.com/office/drawing/2014/main" id="{D0E9CCAB-E1DF-2995-F912-A6D953AFA31C}"/>
              </a:ext>
            </a:extLst>
          </p:cNvPr>
          <p:cNvSpPr/>
          <p:nvPr/>
        </p:nvSpPr>
        <p:spPr>
          <a:xfrm>
            <a:off x="10030492" y="1271354"/>
            <a:ext cx="1464250" cy="656358"/>
          </a:xfrm>
          <a:prstGeom prst="roundRect">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本物</a:t>
            </a:r>
            <a:r>
              <a:rPr lang="ja-JP" altLang="en-US" dirty="0">
                <a:solidFill>
                  <a:schemeClr val="tx1"/>
                </a:solidFill>
                <a:latin typeface="ＭＳ Ｐゴシック" panose="020B0600070205080204" pitchFamily="50" charset="-128"/>
                <a:ea typeface="ＭＳ Ｐゴシック" panose="020B0600070205080204" pitchFamily="50" charset="-128"/>
              </a:rPr>
              <a:t>の画像</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1" name="台形 10">
            <a:extLst>
              <a:ext uri="{FF2B5EF4-FFF2-40B4-BE49-F238E27FC236}">
                <a16:creationId xmlns:a16="http://schemas.microsoft.com/office/drawing/2014/main" id="{1FDB7D72-13E4-4E96-AE78-938F74C6A0AD}"/>
              </a:ext>
            </a:extLst>
          </p:cNvPr>
          <p:cNvSpPr/>
          <p:nvPr/>
        </p:nvSpPr>
        <p:spPr>
          <a:xfrm rot="10800000">
            <a:off x="9323474" y="3061293"/>
            <a:ext cx="1312271" cy="1350279"/>
          </a:xfrm>
          <a:prstGeom prst="trapezoid">
            <a:avLst/>
          </a:prstGeom>
          <a:solidFill>
            <a:schemeClr val="accent2">
              <a:lumMod val="60000"/>
              <a:lumOff val="40000"/>
              <a:alpha val="97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endParaRPr kumimoji="1" lang="ja-JP" altLang="en-US" sz="1400" dirty="0"/>
          </a:p>
        </p:txBody>
      </p:sp>
      <p:sp>
        <p:nvSpPr>
          <p:cNvPr id="16" name="テキスト ボックス 15">
            <a:extLst>
              <a:ext uri="{FF2B5EF4-FFF2-40B4-BE49-F238E27FC236}">
                <a16:creationId xmlns:a16="http://schemas.microsoft.com/office/drawing/2014/main" id="{AD6ACBC0-C226-933B-F77D-DFC913F98B29}"/>
              </a:ext>
            </a:extLst>
          </p:cNvPr>
          <p:cNvSpPr txBox="1"/>
          <p:nvPr/>
        </p:nvSpPr>
        <p:spPr>
          <a:xfrm>
            <a:off x="9555658" y="3520687"/>
            <a:ext cx="949669" cy="369332"/>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識別器</a:t>
            </a:r>
          </a:p>
        </p:txBody>
      </p:sp>
      <p:cxnSp>
        <p:nvCxnSpPr>
          <p:cNvPr id="17" name="直線矢印コネクタ 16">
            <a:extLst>
              <a:ext uri="{FF2B5EF4-FFF2-40B4-BE49-F238E27FC236}">
                <a16:creationId xmlns:a16="http://schemas.microsoft.com/office/drawing/2014/main" id="{F0E6F4EF-99F8-EAC6-F339-A48003071336}"/>
              </a:ext>
            </a:extLst>
          </p:cNvPr>
          <p:cNvCxnSpPr>
            <a:cxnSpLocks/>
          </p:cNvCxnSpPr>
          <p:nvPr/>
        </p:nvCxnSpPr>
        <p:spPr>
          <a:xfrm>
            <a:off x="7569762" y="1587051"/>
            <a:ext cx="758419" cy="652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四角形: 角を丸くする 17">
            <a:extLst>
              <a:ext uri="{FF2B5EF4-FFF2-40B4-BE49-F238E27FC236}">
                <a16:creationId xmlns:a16="http://schemas.microsoft.com/office/drawing/2014/main" id="{942C8CD9-2436-0F4A-0790-D31C821A3631}"/>
              </a:ext>
            </a:extLst>
          </p:cNvPr>
          <p:cNvSpPr/>
          <p:nvPr/>
        </p:nvSpPr>
        <p:spPr>
          <a:xfrm>
            <a:off x="8353179" y="1245715"/>
            <a:ext cx="1452712" cy="656358"/>
          </a:xfrm>
          <a:prstGeom prst="roundRect">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合成画像</a:t>
            </a:r>
          </a:p>
        </p:txBody>
      </p:sp>
      <p:sp>
        <p:nvSpPr>
          <p:cNvPr id="22" name="テキスト ボックス 21">
            <a:extLst>
              <a:ext uri="{FF2B5EF4-FFF2-40B4-BE49-F238E27FC236}">
                <a16:creationId xmlns:a16="http://schemas.microsoft.com/office/drawing/2014/main" id="{B8FD4453-F546-6E95-3DE3-A23465F71405}"/>
              </a:ext>
            </a:extLst>
          </p:cNvPr>
          <p:cNvSpPr txBox="1"/>
          <p:nvPr/>
        </p:nvSpPr>
        <p:spPr>
          <a:xfrm>
            <a:off x="8064909" y="6030399"/>
            <a:ext cx="3931166" cy="646331"/>
          </a:xfrm>
          <a:prstGeom prst="rect">
            <a:avLst/>
          </a:prstGeom>
          <a:noFill/>
        </p:spPr>
        <p:txBody>
          <a:bodyPr wrap="square" rtlCol="0">
            <a:spAutoFit/>
          </a:bodyPr>
          <a:lstStyle/>
          <a:p>
            <a:pPr algn="ctr"/>
            <a:r>
              <a:rPr lang="ja-JP" altLang="en-US" dirty="0">
                <a:latin typeface="ＭＳ Ｐゴシック" panose="020B0600070205080204" pitchFamily="50" charset="-128"/>
                <a:ea typeface="ＭＳ Ｐゴシック" panose="020B0600070205080204" pitchFamily="50" charset="-128"/>
              </a:rPr>
              <a:t>合成画像 </a:t>
            </a:r>
            <a:r>
              <a:rPr lang="en-US" altLang="ja-JP" dirty="0">
                <a:latin typeface="ＭＳ Ｐゴシック" panose="020B0600070205080204" pitchFamily="50" charset="-128"/>
                <a:ea typeface="ＭＳ Ｐゴシック" panose="020B0600070205080204" pitchFamily="50" charset="-128"/>
              </a:rPr>
              <a:t>= 0</a:t>
            </a:r>
          </a:p>
          <a:p>
            <a:pPr algn="ctr"/>
            <a:r>
              <a:rPr lang="ja-JP" altLang="en-US" dirty="0">
                <a:latin typeface="ＭＳ Ｐゴシック" panose="020B0600070205080204" pitchFamily="50" charset="-128"/>
                <a:ea typeface="ＭＳ Ｐゴシック" panose="020B0600070205080204" pitchFamily="50" charset="-128"/>
              </a:rPr>
              <a:t>本物の画像</a:t>
            </a:r>
            <a:r>
              <a:rPr lang="en-US" altLang="ja-JP" dirty="0">
                <a:latin typeface="ＭＳ Ｐゴシック" panose="020B0600070205080204" pitchFamily="50" charset="-128"/>
                <a:ea typeface="ＭＳ Ｐゴシック" panose="020B0600070205080204" pitchFamily="50" charset="-128"/>
              </a:rPr>
              <a:t>= </a:t>
            </a:r>
            <a:r>
              <a:rPr lang="ja-JP" altLang="en-US" dirty="0">
                <a:latin typeface="ＭＳ Ｐゴシック" panose="020B0600070205080204" pitchFamily="50" charset="-128"/>
                <a:ea typeface="ＭＳ Ｐゴシック" panose="020B0600070205080204" pitchFamily="50" charset="-128"/>
              </a:rPr>
              <a:t>１</a:t>
            </a:r>
          </a:p>
        </p:txBody>
      </p:sp>
      <p:sp>
        <p:nvSpPr>
          <p:cNvPr id="23" name="テキスト ボックス 22">
            <a:extLst>
              <a:ext uri="{FF2B5EF4-FFF2-40B4-BE49-F238E27FC236}">
                <a16:creationId xmlns:a16="http://schemas.microsoft.com/office/drawing/2014/main" id="{64E3047B-E23E-FA20-370D-3DAB7208E838}"/>
              </a:ext>
            </a:extLst>
          </p:cNvPr>
          <p:cNvSpPr txBox="1"/>
          <p:nvPr/>
        </p:nvSpPr>
        <p:spPr>
          <a:xfrm>
            <a:off x="8878549" y="4852884"/>
            <a:ext cx="2303886" cy="369332"/>
          </a:xfrm>
          <a:prstGeom prst="rect">
            <a:avLst/>
          </a:prstGeom>
          <a:noFill/>
        </p:spPr>
        <p:txBody>
          <a:bodyPr wrap="square" rtlCol="0">
            <a:spAutoFit/>
          </a:bodyPr>
          <a:lstStyle/>
          <a:p>
            <a:pPr algn="ctr"/>
            <a:r>
              <a:rPr kumimoji="1" lang="en-US" altLang="ja-JP" dirty="0">
                <a:latin typeface="ＭＳ Ｐゴシック" panose="020B0600070205080204" pitchFamily="50" charset="-128"/>
                <a:ea typeface="ＭＳ Ｐゴシック" panose="020B0600070205080204" pitchFamily="50" charset="-128"/>
              </a:rPr>
              <a:t>0</a:t>
            </a:r>
            <a:r>
              <a:rPr kumimoji="1" lang="ja-JP" altLang="en-US" dirty="0">
                <a:latin typeface="ＭＳ Ｐゴシック" panose="020B0600070205080204" pitchFamily="50" charset="-128"/>
                <a:ea typeface="ＭＳ Ｐゴシック" panose="020B0600070205080204" pitchFamily="50" charset="-128"/>
              </a:rPr>
              <a:t>～</a:t>
            </a:r>
            <a:r>
              <a:rPr kumimoji="1" lang="en-US" altLang="ja-JP" dirty="0">
                <a:latin typeface="ＭＳ Ｐゴシック" panose="020B0600070205080204" pitchFamily="50" charset="-128"/>
                <a:ea typeface="ＭＳ Ｐゴシック" panose="020B0600070205080204" pitchFamily="50" charset="-128"/>
              </a:rPr>
              <a:t>1</a:t>
            </a:r>
            <a:r>
              <a:rPr kumimoji="1" lang="ja-JP" altLang="en-US" dirty="0">
                <a:latin typeface="ＭＳ Ｐゴシック" panose="020B0600070205080204" pitchFamily="50" charset="-128"/>
                <a:ea typeface="ＭＳ Ｐゴシック" panose="020B0600070205080204" pitchFamily="50" charset="-128"/>
              </a:rPr>
              <a:t>の値を出力</a:t>
            </a:r>
          </a:p>
        </p:txBody>
      </p:sp>
      <p:sp>
        <p:nvSpPr>
          <p:cNvPr id="33" name="波線 32">
            <a:extLst>
              <a:ext uri="{FF2B5EF4-FFF2-40B4-BE49-F238E27FC236}">
                <a16:creationId xmlns:a16="http://schemas.microsoft.com/office/drawing/2014/main" id="{6BA7B21B-7AAC-4452-4C4F-DA137CE36560}"/>
              </a:ext>
            </a:extLst>
          </p:cNvPr>
          <p:cNvSpPr/>
          <p:nvPr/>
        </p:nvSpPr>
        <p:spPr>
          <a:xfrm>
            <a:off x="1046575" y="3011204"/>
            <a:ext cx="1450771" cy="946740"/>
          </a:xfrm>
          <a:prstGeom prst="wav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Mapping network</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cxnSp>
        <p:nvCxnSpPr>
          <p:cNvPr id="34" name="直線矢印コネクタ 33">
            <a:extLst>
              <a:ext uri="{FF2B5EF4-FFF2-40B4-BE49-F238E27FC236}">
                <a16:creationId xmlns:a16="http://schemas.microsoft.com/office/drawing/2014/main" id="{40D46468-2F3C-59D9-AAE6-965D23922059}"/>
              </a:ext>
            </a:extLst>
          </p:cNvPr>
          <p:cNvCxnSpPr>
            <a:cxnSpLocks/>
            <a:endCxn id="33" idx="0"/>
          </p:cNvCxnSpPr>
          <p:nvPr/>
        </p:nvCxnSpPr>
        <p:spPr>
          <a:xfrm flipH="1">
            <a:off x="1771961" y="2614113"/>
            <a:ext cx="3200" cy="51543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直線矢印コネクタ 42">
            <a:extLst>
              <a:ext uri="{FF2B5EF4-FFF2-40B4-BE49-F238E27FC236}">
                <a16:creationId xmlns:a16="http://schemas.microsoft.com/office/drawing/2014/main" id="{723ED985-9AB1-7BED-EF13-E4DEB1057CD8}"/>
              </a:ext>
            </a:extLst>
          </p:cNvPr>
          <p:cNvCxnSpPr>
            <a:cxnSpLocks/>
          </p:cNvCxnSpPr>
          <p:nvPr/>
        </p:nvCxnSpPr>
        <p:spPr>
          <a:xfrm>
            <a:off x="1771960" y="3841349"/>
            <a:ext cx="0" cy="36346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9" name="四角形: 角を丸くする 48">
            <a:extLst>
              <a:ext uri="{FF2B5EF4-FFF2-40B4-BE49-F238E27FC236}">
                <a16:creationId xmlns:a16="http://schemas.microsoft.com/office/drawing/2014/main" id="{32B4C069-EC71-0D80-BA9E-0FF6BEFB7EC1}"/>
              </a:ext>
            </a:extLst>
          </p:cNvPr>
          <p:cNvSpPr/>
          <p:nvPr/>
        </p:nvSpPr>
        <p:spPr>
          <a:xfrm>
            <a:off x="552327" y="1722591"/>
            <a:ext cx="2469604" cy="477980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5" name="コネクタ: カギ線 54">
            <a:extLst>
              <a:ext uri="{FF2B5EF4-FFF2-40B4-BE49-F238E27FC236}">
                <a16:creationId xmlns:a16="http://schemas.microsoft.com/office/drawing/2014/main" id="{29A949D1-5706-E271-D447-A4B6291ADF2D}"/>
              </a:ext>
            </a:extLst>
          </p:cNvPr>
          <p:cNvCxnSpPr>
            <a:cxnSpLocks/>
            <a:stCxn id="18" idx="2"/>
          </p:cNvCxnSpPr>
          <p:nvPr/>
        </p:nvCxnSpPr>
        <p:spPr>
          <a:xfrm rot="16200000" flipH="1">
            <a:off x="8823150" y="2158458"/>
            <a:ext cx="1159219" cy="646448"/>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58" name="テキスト ボックス 57">
            <a:extLst>
              <a:ext uri="{FF2B5EF4-FFF2-40B4-BE49-F238E27FC236}">
                <a16:creationId xmlns:a16="http://schemas.microsoft.com/office/drawing/2014/main" id="{EE3B1751-379C-BA4E-5054-FCBC6252F7CA}"/>
              </a:ext>
            </a:extLst>
          </p:cNvPr>
          <p:cNvSpPr txBox="1"/>
          <p:nvPr/>
        </p:nvSpPr>
        <p:spPr>
          <a:xfrm>
            <a:off x="512306" y="5731455"/>
            <a:ext cx="2737625" cy="646331"/>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スタイルベクトル（</a:t>
            </a:r>
            <a:r>
              <a:rPr lang="en-US" altLang="ja-JP" dirty="0">
                <a:latin typeface="ＭＳ Ｐゴシック" panose="020B0600070205080204" pitchFamily="50" charset="-128"/>
                <a:ea typeface="ＭＳ Ｐゴシック" panose="020B0600070205080204" pitchFamily="50" charset="-128"/>
              </a:rPr>
              <a:t>w</a:t>
            </a:r>
            <a:r>
              <a:rPr lang="ja-JP" altLang="en-US" dirty="0">
                <a:latin typeface="ＭＳ Ｐゴシック" panose="020B0600070205080204" pitchFamily="50" charset="-128"/>
                <a:ea typeface="ＭＳ Ｐゴシック" panose="020B0600070205080204" pitchFamily="50" charset="-128"/>
              </a:rPr>
              <a:t>）</a:t>
            </a:r>
            <a:endParaRPr lang="en-US" altLang="ja-JP" dirty="0">
              <a:latin typeface="ＭＳ Ｐゴシック" panose="020B0600070205080204" pitchFamily="50" charset="-128"/>
              <a:ea typeface="ＭＳ Ｐゴシック" panose="020B0600070205080204" pitchFamily="50" charset="-128"/>
            </a:endParaRPr>
          </a:p>
          <a:p>
            <a:pPr algn="ctr"/>
            <a:r>
              <a:rPr lang="ja-JP" altLang="en-US" dirty="0">
                <a:latin typeface="ＭＳ Ｐゴシック" panose="020B0600070205080204" pitchFamily="50" charset="-128"/>
                <a:ea typeface="ＭＳ Ｐゴシック" panose="020B0600070205080204" pitchFamily="50" charset="-128"/>
              </a:rPr>
              <a:t>潜在空間</a:t>
            </a:r>
            <a:endParaRPr lang="ja-JP" altLang="en-US" dirty="0"/>
          </a:p>
        </p:txBody>
      </p:sp>
      <p:pic>
        <p:nvPicPr>
          <p:cNvPr id="62" name="図 61">
            <a:extLst>
              <a:ext uri="{FF2B5EF4-FFF2-40B4-BE49-F238E27FC236}">
                <a16:creationId xmlns:a16="http://schemas.microsoft.com/office/drawing/2014/main" id="{5C2FD2F6-21D5-73E4-E1B0-27474AB85FD3}"/>
              </a:ext>
            </a:extLst>
          </p:cNvPr>
          <p:cNvPicPr>
            <a:picLocks noChangeAspect="1"/>
          </p:cNvPicPr>
          <p:nvPr/>
        </p:nvPicPr>
        <p:blipFill>
          <a:blip r:embed="rId3"/>
          <a:stretch>
            <a:fillRect/>
          </a:stretch>
        </p:blipFill>
        <p:spPr>
          <a:xfrm>
            <a:off x="5317686" y="2884783"/>
            <a:ext cx="1252746" cy="1121338"/>
          </a:xfrm>
          <a:prstGeom prst="rect">
            <a:avLst/>
          </a:prstGeom>
        </p:spPr>
      </p:pic>
      <p:pic>
        <p:nvPicPr>
          <p:cNvPr id="64" name="図 63">
            <a:extLst>
              <a:ext uri="{FF2B5EF4-FFF2-40B4-BE49-F238E27FC236}">
                <a16:creationId xmlns:a16="http://schemas.microsoft.com/office/drawing/2014/main" id="{C818AA4B-C9D4-9E04-A3C9-B83587D6E726}"/>
              </a:ext>
            </a:extLst>
          </p:cNvPr>
          <p:cNvPicPr>
            <a:picLocks noChangeAspect="1"/>
          </p:cNvPicPr>
          <p:nvPr/>
        </p:nvPicPr>
        <p:blipFill>
          <a:blip r:embed="rId3"/>
          <a:stretch>
            <a:fillRect/>
          </a:stretch>
        </p:blipFill>
        <p:spPr>
          <a:xfrm>
            <a:off x="4296029" y="4312580"/>
            <a:ext cx="1252746" cy="1121338"/>
          </a:xfrm>
          <a:prstGeom prst="rect">
            <a:avLst/>
          </a:prstGeom>
        </p:spPr>
      </p:pic>
      <p:pic>
        <p:nvPicPr>
          <p:cNvPr id="65" name="図 64">
            <a:extLst>
              <a:ext uri="{FF2B5EF4-FFF2-40B4-BE49-F238E27FC236}">
                <a16:creationId xmlns:a16="http://schemas.microsoft.com/office/drawing/2014/main" id="{CD4D0B32-2DBC-B3F3-86F7-FC73DFB45DC1}"/>
              </a:ext>
            </a:extLst>
          </p:cNvPr>
          <p:cNvPicPr>
            <a:picLocks noChangeAspect="1"/>
          </p:cNvPicPr>
          <p:nvPr/>
        </p:nvPicPr>
        <p:blipFill>
          <a:blip r:embed="rId3"/>
          <a:stretch>
            <a:fillRect/>
          </a:stretch>
        </p:blipFill>
        <p:spPr>
          <a:xfrm>
            <a:off x="6244542" y="4315033"/>
            <a:ext cx="1252746" cy="1121338"/>
          </a:xfrm>
          <a:prstGeom prst="rect">
            <a:avLst/>
          </a:prstGeom>
        </p:spPr>
      </p:pic>
      <p:sp>
        <p:nvSpPr>
          <p:cNvPr id="66" name="テキスト ボックス 65">
            <a:extLst>
              <a:ext uri="{FF2B5EF4-FFF2-40B4-BE49-F238E27FC236}">
                <a16:creationId xmlns:a16="http://schemas.microsoft.com/office/drawing/2014/main" id="{A43F85C6-769D-3C58-2697-05E2430803F1}"/>
              </a:ext>
            </a:extLst>
          </p:cNvPr>
          <p:cNvSpPr txBox="1"/>
          <p:nvPr/>
        </p:nvSpPr>
        <p:spPr>
          <a:xfrm>
            <a:off x="4344131" y="3957944"/>
            <a:ext cx="3400711" cy="369332"/>
          </a:xfrm>
          <a:prstGeom prst="rect">
            <a:avLst/>
          </a:prstGeom>
          <a:noFill/>
        </p:spPr>
        <p:txBody>
          <a:bodyPr wrap="square">
            <a:spAutoFit/>
          </a:bodyPr>
          <a:lstStyle/>
          <a:p>
            <a:pPr algn="ctr"/>
            <a:r>
              <a:rPr lang="ja-JP" altLang="en-US" b="1" dirty="0">
                <a:solidFill>
                  <a:srgbClr val="FF0000"/>
                </a:solidFill>
                <a:latin typeface="ＭＳ Ｐゴシック" panose="020B0600070205080204" pitchFamily="50" charset="-128"/>
                <a:ea typeface="ＭＳ Ｐゴシック" panose="020B0600070205080204" pitchFamily="50" charset="-128"/>
              </a:rPr>
              <a:t>患者属性</a:t>
            </a:r>
            <a:r>
              <a:rPr lang="en-US" altLang="ja-JP" b="1" dirty="0">
                <a:solidFill>
                  <a:srgbClr val="FF0000"/>
                </a:solidFill>
                <a:latin typeface="ＭＳ Ｐゴシック" panose="020B0600070205080204" pitchFamily="50" charset="-128"/>
                <a:ea typeface="ＭＳ Ｐゴシック" panose="020B0600070205080204" pitchFamily="50" charset="-128"/>
              </a:rPr>
              <a:t>(Age:</a:t>
            </a:r>
            <a:r>
              <a:rPr lang="ja-JP" altLang="en-US" b="1" dirty="0">
                <a:solidFill>
                  <a:srgbClr val="FF0000"/>
                </a:solidFill>
                <a:latin typeface="ＭＳ Ｐゴシック" panose="020B0600070205080204" pitchFamily="50" charset="-128"/>
                <a:ea typeface="ＭＳ Ｐゴシック" panose="020B0600070205080204" pitchFamily="50" charset="-128"/>
              </a:rPr>
              <a:t>年齢 </a:t>
            </a:r>
            <a:r>
              <a:rPr lang="en-US" altLang="ja-JP" b="1" dirty="0">
                <a:solidFill>
                  <a:srgbClr val="FF0000"/>
                </a:solidFill>
                <a:latin typeface="ＭＳ Ｐゴシック" panose="020B0600070205080204" pitchFamily="50" charset="-128"/>
                <a:ea typeface="ＭＳ Ｐゴシック" panose="020B0600070205080204" pitchFamily="50" charset="-128"/>
              </a:rPr>
              <a:t>or Eth:</a:t>
            </a:r>
            <a:r>
              <a:rPr lang="ja-JP" altLang="en-US" b="1" dirty="0">
                <a:solidFill>
                  <a:srgbClr val="FF0000"/>
                </a:solidFill>
                <a:latin typeface="ＭＳ Ｐゴシック" panose="020B0600070205080204" pitchFamily="50" charset="-128"/>
                <a:ea typeface="ＭＳ Ｐゴシック" panose="020B0600070205080204" pitchFamily="50" charset="-128"/>
              </a:rPr>
              <a:t>人種</a:t>
            </a:r>
            <a:r>
              <a:rPr lang="en-US" altLang="ja-JP" b="1" dirty="0">
                <a:solidFill>
                  <a:srgbClr val="FF0000"/>
                </a:solidFill>
                <a:latin typeface="ＭＳ Ｐゴシック" panose="020B0600070205080204" pitchFamily="50" charset="-128"/>
                <a:ea typeface="ＭＳ Ｐゴシック" panose="020B0600070205080204" pitchFamily="50" charset="-128"/>
              </a:rPr>
              <a:t>)</a:t>
            </a:r>
            <a:endParaRPr lang="ja-JP" altLang="en-US" b="1" dirty="0">
              <a:solidFill>
                <a:srgbClr val="FF0000"/>
              </a:solidFill>
            </a:endParaRPr>
          </a:p>
        </p:txBody>
      </p:sp>
      <p:sp>
        <p:nvSpPr>
          <p:cNvPr id="68" name="テキスト ボックス 67">
            <a:extLst>
              <a:ext uri="{FF2B5EF4-FFF2-40B4-BE49-F238E27FC236}">
                <a16:creationId xmlns:a16="http://schemas.microsoft.com/office/drawing/2014/main" id="{AAEE4185-8389-7F81-97BF-F995A7F660A4}"/>
              </a:ext>
            </a:extLst>
          </p:cNvPr>
          <p:cNvSpPr txBox="1"/>
          <p:nvPr/>
        </p:nvSpPr>
        <p:spPr>
          <a:xfrm>
            <a:off x="3843140" y="5464930"/>
            <a:ext cx="2012331"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Cam</a:t>
            </a:r>
            <a:r>
              <a:rPr lang="ja-JP" altLang="en-US" b="1" dirty="0">
                <a:solidFill>
                  <a:srgbClr val="FF0000"/>
                </a:solidFill>
                <a:latin typeface="ＭＳ Ｐゴシック" panose="020B0600070205080204" pitchFamily="50" charset="-128"/>
                <a:ea typeface="ＭＳ Ｐゴシック" panose="020B0600070205080204" pitchFamily="50" charset="-128"/>
              </a:rPr>
              <a:t>：撮影機器</a:t>
            </a:r>
          </a:p>
        </p:txBody>
      </p:sp>
      <p:sp>
        <p:nvSpPr>
          <p:cNvPr id="69" name="テキスト ボックス 68">
            <a:extLst>
              <a:ext uri="{FF2B5EF4-FFF2-40B4-BE49-F238E27FC236}">
                <a16:creationId xmlns:a16="http://schemas.microsoft.com/office/drawing/2014/main" id="{4F143807-8420-286D-0720-E82296EF9046}"/>
              </a:ext>
            </a:extLst>
          </p:cNvPr>
          <p:cNvSpPr txBox="1"/>
          <p:nvPr/>
        </p:nvSpPr>
        <p:spPr>
          <a:xfrm>
            <a:off x="5791654" y="5494615"/>
            <a:ext cx="2378139"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Style</a:t>
            </a:r>
            <a:r>
              <a:rPr lang="ja-JP" altLang="en-US" b="1" dirty="0">
                <a:solidFill>
                  <a:srgbClr val="FF0000"/>
                </a:solidFill>
                <a:latin typeface="ＭＳ Ｐゴシック" panose="020B0600070205080204" pitchFamily="50" charset="-128"/>
                <a:ea typeface="ＭＳ Ｐゴシック" panose="020B0600070205080204" pitchFamily="50" charset="-128"/>
              </a:rPr>
              <a:t>：スタイル</a:t>
            </a:r>
          </a:p>
        </p:txBody>
      </p:sp>
      <p:pic>
        <p:nvPicPr>
          <p:cNvPr id="75" name="グラフィックス 74" descr="戻る 単色塗りつぶし">
            <a:extLst>
              <a:ext uri="{FF2B5EF4-FFF2-40B4-BE49-F238E27FC236}">
                <a16:creationId xmlns:a16="http://schemas.microsoft.com/office/drawing/2014/main" id="{E8DC8EAD-976F-0A2F-C1F7-6D18821FC2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161146" flipV="1">
            <a:off x="2549338" y="4115820"/>
            <a:ext cx="1295912" cy="1164244"/>
          </a:xfrm>
          <a:prstGeom prst="rect">
            <a:avLst/>
          </a:prstGeom>
        </p:spPr>
      </p:pic>
      <p:sp>
        <p:nvSpPr>
          <p:cNvPr id="76" name="テキスト ボックス 75">
            <a:extLst>
              <a:ext uri="{FF2B5EF4-FFF2-40B4-BE49-F238E27FC236}">
                <a16:creationId xmlns:a16="http://schemas.microsoft.com/office/drawing/2014/main" id="{8B6DCD9F-1E0E-76AB-68AA-A6DB315C19EB}"/>
              </a:ext>
            </a:extLst>
          </p:cNvPr>
          <p:cNvSpPr txBox="1"/>
          <p:nvPr/>
        </p:nvSpPr>
        <p:spPr>
          <a:xfrm>
            <a:off x="4849305" y="5999621"/>
            <a:ext cx="2469605" cy="707886"/>
          </a:xfrm>
          <a:prstGeom prst="rect">
            <a:avLst/>
          </a:prstGeom>
          <a:solidFill>
            <a:schemeClr val="bg1"/>
          </a:solid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StyleGAN2</a:t>
            </a:r>
            <a:r>
              <a:rPr lang="ja-JP" altLang="en-US" sz="2000" dirty="0">
                <a:latin typeface="ＭＳ Ｐゴシック" panose="020B0600070205080204" pitchFamily="50" charset="-128"/>
                <a:ea typeface="ＭＳ Ｐゴシック" panose="020B0600070205080204" pitchFamily="50" charset="-128"/>
              </a:rPr>
              <a:t>における潜在空間の分離</a:t>
            </a:r>
            <a:endParaRPr lang="en-US" altLang="ja-JP" sz="2000" dirty="0">
              <a:latin typeface="ＭＳ Ｐゴシック" panose="020B0600070205080204" pitchFamily="50" charset="-128"/>
              <a:ea typeface="ＭＳ Ｐゴシック" panose="020B0600070205080204" pitchFamily="50" charset="-128"/>
            </a:endParaRPr>
          </a:p>
        </p:txBody>
      </p:sp>
      <p:cxnSp>
        <p:nvCxnSpPr>
          <p:cNvPr id="86" name="コネクタ: 曲線 85">
            <a:extLst>
              <a:ext uri="{FF2B5EF4-FFF2-40B4-BE49-F238E27FC236}">
                <a16:creationId xmlns:a16="http://schemas.microsoft.com/office/drawing/2014/main" id="{567AFD61-E6E8-A81A-85AB-D5DAEEC53A8F}"/>
              </a:ext>
            </a:extLst>
          </p:cNvPr>
          <p:cNvCxnSpPr>
            <a:cxnSpLocks/>
            <a:stCxn id="3" idx="6"/>
          </p:cNvCxnSpPr>
          <p:nvPr/>
        </p:nvCxnSpPr>
        <p:spPr>
          <a:xfrm flipV="1">
            <a:off x="2466017" y="1546785"/>
            <a:ext cx="4089539" cy="747874"/>
          </a:xfrm>
          <a:prstGeom prst="curvedConnector3">
            <a:avLst>
              <a:gd name="adj1" fmla="val 20761"/>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pic>
        <p:nvPicPr>
          <p:cNvPr id="106" name="グラフィックス 105" descr="戻る 単色塗りつぶし">
            <a:extLst>
              <a:ext uri="{FF2B5EF4-FFF2-40B4-BE49-F238E27FC236}">
                <a16:creationId xmlns:a16="http://schemas.microsoft.com/office/drawing/2014/main" id="{DB7BC93C-6B72-BBDE-D996-B2F791FD61B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8461301" flipV="1">
            <a:off x="5108873" y="1961030"/>
            <a:ext cx="1621718" cy="943949"/>
          </a:xfrm>
          <a:prstGeom prst="rect">
            <a:avLst/>
          </a:prstGeom>
        </p:spPr>
      </p:pic>
      <p:cxnSp>
        <p:nvCxnSpPr>
          <p:cNvPr id="120" name="コネクタ: カギ線 119">
            <a:extLst>
              <a:ext uri="{FF2B5EF4-FFF2-40B4-BE49-F238E27FC236}">
                <a16:creationId xmlns:a16="http://schemas.microsoft.com/office/drawing/2014/main" id="{C4EA7DCA-235E-2958-65DD-1446E53D55E0}"/>
              </a:ext>
            </a:extLst>
          </p:cNvPr>
          <p:cNvCxnSpPr>
            <a:cxnSpLocks/>
            <a:stCxn id="10" idx="2"/>
          </p:cNvCxnSpPr>
          <p:nvPr/>
        </p:nvCxnSpPr>
        <p:spPr>
          <a:xfrm rot="5400000">
            <a:off x="9938527" y="2244624"/>
            <a:ext cx="1141002" cy="507179"/>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124" name="直線矢印コネクタ 123">
            <a:extLst>
              <a:ext uri="{FF2B5EF4-FFF2-40B4-BE49-F238E27FC236}">
                <a16:creationId xmlns:a16="http://schemas.microsoft.com/office/drawing/2014/main" id="{05265C70-5F3C-DC41-4C92-43FF524B20F1}"/>
              </a:ext>
            </a:extLst>
          </p:cNvPr>
          <p:cNvCxnSpPr>
            <a:cxnSpLocks/>
          </p:cNvCxnSpPr>
          <p:nvPr/>
        </p:nvCxnSpPr>
        <p:spPr>
          <a:xfrm>
            <a:off x="10057652" y="5339436"/>
            <a:ext cx="0" cy="702826"/>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7" name="図 6">
            <a:extLst>
              <a:ext uri="{FF2B5EF4-FFF2-40B4-BE49-F238E27FC236}">
                <a16:creationId xmlns:a16="http://schemas.microsoft.com/office/drawing/2014/main" id="{481571D9-C398-5193-4B34-2750EFDB1424}"/>
              </a:ext>
            </a:extLst>
          </p:cNvPr>
          <p:cNvPicPr>
            <a:picLocks noChangeAspect="1"/>
          </p:cNvPicPr>
          <p:nvPr/>
        </p:nvPicPr>
        <p:blipFill>
          <a:blip r:embed="rId8"/>
          <a:stretch>
            <a:fillRect/>
          </a:stretch>
        </p:blipFill>
        <p:spPr>
          <a:xfrm>
            <a:off x="902900" y="4197053"/>
            <a:ext cx="1738120" cy="1537876"/>
          </a:xfrm>
          <a:prstGeom prst="rect">
            <a:avLst/>
          </a:prstGeom>
        </p:spPr>
      </p:pic>
      <p:pic>
        <p:nvPicPr>
          <p:cNvPr id="14" name="図 13">
            <a:extLst>
              <a:ext uri="{FF2B5EF4-FFF2-40B4-BE49-F238E27FC236}">
                <a16:creationId xmlns:a16="http://schemas.microsoft.com/office/drawing/2014/main" id="{E05E2068-04C0-3AC9-24DC-1107AF7FA35F}"/>
              </a:ext>
            </a:extLst>
          </p:cNvPr>
          <p:cNvPicPr>
            <a:picLocks noChangeAspect="1"/>
          </p:cNvPicPr>
          <p:nvPr/>
        </p:nvPicPr>
        <p:blipFill>
          <a:blip r:embed="rId9"/>
          <a:stretch>
            <a:fillRect/>
          </a:stretch>
        </p:blipFill>
        <p:spPr>
          <a:xfrm>
            <a:off x="4516450" y="4681912"/>
            <a:ext cx="735336" cy="490224"/>
          </a:xfrm>
          <a:prstGeom prst="rect">
            <a:avLst/>
          </a:prstGeom>
        </p:spPr>
      </p:pic>
      <p:pic>
        <p:nvPicPr>
          <p:cNvPr id="15" name="図 14">
            <a:extLst>
              <a:ext uri="{FF2B5EF4-FFF2-40B4-BE49-F238E27FC236}">
                <a16:creationId xmlns:a16="http://schemas.microsoft.com/office/drawing/2014/main" id="{AC3277D2-A358-FFB4-A106-50187C0BC1C6}"/>
              </a:ext>
            </a:extLst>
          </p:cNvPr>
          <p:cNvPicPr>
            <a:picLocks noChangeAspect="1"/>
          </p:cNvPicPr>
          <p:nvPr/>
        </p:nvPicPr>
        <p:blipFill>
          <a:blip r:embed="rId10"/>
          <a:stretch>
            <a:fillRect/>
          </a:stretch>
        </p:blipFill>
        <p:spPr>
          <a:xfrm>
            <a:off x="6460447" y="4716736"/>
            <a:ext cx="655681" cy="484634"/>
          </a:xfrm>
          <a:prstGeom prst="rect">
            <a:avLst/>
          </a:prstGeom>
        </p:spPr>
      </p:pic>
      <p:pic>
        <p:nvPicPr>
          <p:cNvPr id="20" name="図 19">
            <a:extLst>
              <a:ext uri="{FF2B5EF4-FFF2-40B4-BE49-F238E27FC236}">
                <a16:creationId xmlns:a16="http://schemas.microsoft.com/office/drawing/2014/main" id="{55E31522-B5E1-4A85-4715-E5902B2EE862}"/>
              </a:ext>
            </a:extLst>
          </p:cNvPr>
          <p:cNvPicPr>
            <a:picLocks noChangeAspect="1"/>
          </p:cNvPicPr>
          <p:nvPr/>
        </p:nvPicPr>
        <p:blipFill>
          <a:blip r:embed="rId11"/>
          <a:stretch>
            <a:fillRect/>
          </a:stretch>
        </p:blipFill>
        <p:spPr>
          <a:xfrm>
            <a:off x="5548412" y="3272594"/>
            <a:ext cx="714475" cy="543001"/>
          </a:xfrm>
          <a:prstGeom prst="rect">
            <a:avLst/>
          </a:prstGeom>
        </p:spPr>
      </p:pic>
    </p:spTree>
    <p:extLst>
      <p:ext uri="{BB962C8B-B14F-4D97-AF65-F5344CB8AC3E}">
        <p14:creationId xmlns:p14="http://schemas.microsoft.com/office/powerpoint/2010/main" val="2037550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90FC4-20A7-C752-EA8C-0C7F1B014B6D}"/>
            </a:ext>
          </a:extLst>
        </p:cNvPr>
        <p:cNvGrpSpPr/>
        <p:nvPr/>
      </p:nvGrpSpPr>
      <p:grpSpPr>
        <a:xfrm>
          <a:off x="0" y="0"/>
          <a:ext cx="0" cy="0"/>
          <a:chOff x="0" y="0"/>
          <a:chExt cx="0" cy="0"/>
        </a:xfrm>
      </p:grpSpPr>
      <p:sp>
        <p:nvSpPr>
          <p:cNvPr id="52" name="四角形: 角を丸くする 51">
            <a:extLst>
              <a:ext uri="{FF2B5EF4-FFF2-40B4-BE49-F238E27FC236}">
                <a16:creationId xmlns:a16="http://schemas.microsoft.com/office/drawing/2014/main" id="{0DCCDD6D-3926-4D3B-AAD1-85D7E6AED249}"/>
              </a:ext>
            </a:extLst>
          </p:cNvPr>
          <p:cNvSpPr/>
          <p:nvPr/>
        </p:nvSpPr>
        <p:spPr>
          <a:xfrm>
            <a:off x="6869271" y="1407636"/>
            <a:ext cx="5089333" cy="501331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四角形: 角を丸くする 50">
            <a:extLst>
              <a:ext uri="{FF2B5EF4-FFF2-40B4-BE49-F238E27FC236}">
                <a16:creationId xmlns:a16="http://schemas.microsoft.com/office/drawing/2014/main" id="{E649C54B-87C7-069C-DAC7-93C610CFA471}"/>
              </a:ext>
            </a:extLst>
          </p:cNvPr>
          <p:cNvSpPr/>
          <p:nvPr/>
        </p:nvSpPr>
        <p:spPr>
          <a:xfrm>
            <a:off x="527936" y="4536654"/>
            <a:ext cx="5816654" cy="1134482"/>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DFB33317-FDFB-47BF-1BDB-DD037431C256}"/>
              </a:ext>
            </a:extLst>
          </p:cNvPr>
          <p:cNvSpPr txBox="1">
            <a:spLocks noGrp="1" noRot="1" noMove="1" noResize="1" noEditPoints="1" noAdjustHandles="1" noChangeArrowheads="1" noChangeShapeType="1"/>
          </p:cNvSpPr>
          <p:nvPr/>
        </p:nvSpPr>
        <p:spPr>
          <a:xfrm>
            <a:off x="360000" y="216000"/>
            <a:ext cx="592822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方法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潜在空間の独立性の担保</a:t>
            </a:r>
            <a:endParaRPr kumimoji="1"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B657CCE7-23FA-8735-3AD0-CA44C2D16EA4}"/>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62" name="図 61">
            <a:extLst>
              <a:ext uri="{FF2B5EF4-FFF2-40B4-BE49-F238E27FC236}">
                <a16:creationId xmlns:a16="http://schemas.microsoft.com/office/drawing/2014/main" id="{452B08D9-CE4B-E126-EE87-9C3617971D0C}"/>
              </a:ext>
            </a:extLst>
          </p:cNvPr>
          <p:cNvPicPr>
            <a:picLocks noChangeAspect="1"/>
          </p:cNvPicPr>
          <p:nvPr/>
        </p:nvPicPr>
        <p:blipFill>
          <a:blip r:embed="rId3"/>
          <a:stretch>
            <a:fillRect/>
          </a:stretch>
        </p:blipFill>
        <p:spPr>
          <a:xfrm>
            <a:off x="8442196" y="1807746"/>
            <a:ext cx="1776482" cy="1590136"/>
          </a:xfrm>
          <a:prstGeom prst="rect">
            <a:avLst/>
          </a:prstGeom>
        </p:spPr>
      </p:pic>
      <p:pic>
        <p:nvPicPr>
          <p:cNvPr id="64" name="図 63">
            <a:extLst>
              <a:ext uri="{FF2B5EF4-FFF2-40B4-BE49-F238E27FC236}">
                <a16:creationId xmlns:a16="http://schemas.microsoft.com/office/drawing/2014/main" id="{71BADA4C-8DC6-06BB-DC88-1FC195245F50}"/>
              </a:ext>
            </a:extLst>
          </p:cNvPr>
          <p:cNvPicPr>
            <a:picLocks noChangeAspect="1"/>
          </p:cNvPicPr>
          <p:nvPr/>
        </p:nvPicPr>
        <p:blipFill>
          <a:blip r:embed="rId3"/>
          <a:stretch>
            <a:fillRect/>
          </a:stretch>
        </p:blipFill>
        <p:spPr>
          <a:xfrm>
            <a:off x="7101404" y="4185502"/>
            <a:ext cx="1776482" cy="1590136"/>
          </a:xfrm>
          <a:prstGeom prst="rect">
            <a:avLst/>
          </a:prstGeom>
        </p:spPr>
      </p:pic>
      <p:pic>
        <p:nvPicPr>
          <p:cNvPr id="65" name="図 64">
            <a:extLst>
              <a:ext uri="{FF2B5EF4-FFF2-40B4-BE49-F238E27FC236}">
                <a16:creationId xmlns:a16="http://schemas.microsoft.com/office/drawing/2014/main" id="{3ABD43AA-5E46-F04C-7FA9-73F6397024C1}"/>
              </a:ext>
            </a:extLst>
          </p:cNvPr>
          <p:cNvPicPr>
            <a:picLocks noChangeAspect="1"/>
          </p:cNvPicPr>
          <p:nvPr/>
        </p:nvPicPr>
        <p:blipFill>
          <a:blip r:embed="rId3"/>
          <a:stretch>
            <a:fillRect/>
          </a:stretch>
        </p:blipFill>
        <p:spPr>
          <a:xfrm>
            <a:off x="9631060" y="4081000"/>
            <a:ext cx="1776482" cy="1590136"/>
          </a:xfrm>
          <a:prstGeom prst="rect">
            <a:avLst/>
          </a:prstGeom>
        </p:spPr>
      </p:pic>
      <p:sp>
        <p:nvSpPr>
          <p:cNvPr id="66" name="テキスト ボックス 65">
            <a:extLst>
              <a:ext uri="{FF2B5EF4-FFF2-40B4-BE49-F238E27FC236}">
                <a16:creationId xmlns:a16="http://schemas.microsoft.com/office/drawing/2014/main" id="{D52C6FDD-251B-7C4C-27B1-91E487EEC73D}"/>
              </a:ext>
            </a:extLst>
          </p:cNvPr>
          <p:cNvSpPr txBox="1"/>
          <p:nvPr/>
        </p:nvSpPr>
        <p:spPr>
          <a:xfrm>
            <a:off x="8263408" y="3248739"/>
            <a:ext cx="1850800"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Age</a:t>
            </a:r>
            <a:r>
              <a:rPr lang="ja-JP" altLang="en-US" b="1" dirty="0">
                <a:solidFill>
                  <a:srgbClr val="FF0000"/>
                </a:solidFill>
                <a:latin typeface="ＭＳ Ｐゴシック" panose="020B0600070205080204" pitchFamily="50" charset="-128"/>
                <a:ea typeface="ＭＳ Ｐゴシック" panose="020B0600070205080204" pitchFamily="50" charset="-128"/>
              </a:rPr>
              <a:t>：年齢</a:t>
            </a:r>
            <a:endParaRPr lang="ja-JP" altLang="en-US" b="1" dirty="0">
              <a:solidFill>
                <a:srgbClr val="FF0000"/>
              </a:solidFill>
            </a:endParaRPr>
          </a:p>
        </p:txBody>
      </p:sp>
      <p:sp>
        <p:nvSpPr>
          <p:cNvPr id="68" name="テキスト ボックス 67">
            <a:extLst>
              <a:ext uri="{FF2B5EF4-FFF2-40B4-BE49-F238E27FC236}">
                <a16:creationId xmlns:a16="http://schemas.microsoft.com/office/drawing/2014/main" id="{C918780D-9743-AAC4-0D17-EE21634F7624}"/>
              </a:ext>
            </a:extLst>
          </p:cNvPr>
          <p:cNvSpPr txBox="1"/>
          <p:nvPr/>
        </p:nvSpPr>
        <p:spPr>
          <a:xfrm>
            <a:off x="6801289" y="5744656"/>
            <a:ext cx="2710190"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Cam</a:t>
            </a:r>
            <a:r>
              <a:rPr lang="ja-JP" altLang="en-US" b="1" dirty="0">
                <a:solidFill>
                  <a:srgbClr val="FF0000"/>
                </a:solidFill>
                <a:latin typeface="ＭＳ Ｐゴシック" panose="020B0600070205080204" pitchFamily="50" charset="-128"/>
                <a:ea typeface="ＭＳ Ｐゴシック" panose="020B0600070205080204" pitchFamily="50" charset="-128"/>
              </a:rPr>
              <a:t>：撮影機器</a:t>
            </a:r>
          </a:p>
        </p:txBody>
      </p:sp>
      <p:sp>
        <p:nvSpPr>
          <p:cNvPr id="69" name="テキスト ボックス 68">
            <a:extLst>
              <a:ext uri="{FF2B5EF4-FFF2-40B4-BE49-F238E27FC236}">
                <a16:creationId xmlns:a16="http://schemas.microsoft.com/office/drawing/2014/main" id="{BE6D3D4C-554B-0C60-E633-052037252FC1}"/>
              </a:ext>
            </a:extLst>
          </p:cNvPr>
          <p:cNvSpPr txBox="1"/>
          <p:nvPr/>
        </p:nvSpPr>
        <p:spPr>
          <a:xfrm>
            <a:off x="9049391" y="5729132"/>
            <a:ext cx="3202857"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Style</a:t>
            </a:r>
            <a:r>
              <a:rPr lang="ja-JP" altLang="en-US" b="1" dirty="0">
                <a:solidFill>
                  <a:srgbClr val="FF0000"/>
                </a:solidFill>
                <a:latin typeface="ＭＳ Ｐゴシック" panose="020B0600070205080204" pitchFamily="50" charset="-128"/>
                <a:ea typeface="ＭＳ Ｐゴシック" panose="020B0600070205080204" pitchFamily="50" charset="-128"/>
              </a:rPr>
              <a:t>：スタイル</a:t>
            </a:r>
          </a:p>
        </p:txBody>
      </p:sp>
      <p:sp>
        <p:nvSpPr>
          <p:cNvPr id="76" name="テキスト ボックス 75">
            <a:extLst>
              <a:ext uri="{FF2B5EF4-FFF2-40B4-BE49-F238E27FC236}">
                <a16:creationId xmlns:a16="http://schemas.microsoft.com/office/drawing/2014/main" id="{5EC8881A-E4F9-690D-2A36-05031DF5E6C1}"/>
              </a:ext>
            </a:extLst>
          </p:cNvPr>
          <p:cNvSpPr txBox="1"/>
          <p:nvPr/>
        </p:nvSpPr>
        <p:spPr>
          <a:xfrm>
            <a:off x="7549760" y="1190566"/>
            <a:ext cx="3758108" cy="400110"/>
          </a:xfrm>
          <a:prstGeom prst="rect">
            <a:avLst/>
          </a:prstGeom>
          <a:solidFill>
            <a:schemeClr val="bg1"/>
          </a:solid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各因子に分離させた潜在空間</a:t>
            </a:r>
            <a:endParaRPr lang="en-US" altLang="ja-JP" sz="2000" dirty="0">
              <a:latin typeface="ＭＳ Ｐゴシック" panose="020B0600070205080204" pitchFamily="50" charset="-128"/>
              <a:ea typeface="ＭＳ Ｐゴシック" panose="020B0600070205080204" pitchFamily="50" charset="-128"/>
            </a:endParaRPr>
          </a:p>
        </p:txBody>
      </p:sp>
      <p:sp>
        <p:nvSpPr>
          <p:cNvPr id="19" name="テキスト ボックス 18">
            <a:extLst>
              <a:ext uri="{FF2B5EF4-FFF2-40B4-BE49-F238E27FC236}">
                <a16:creationId xmlns:a16="http://schemas.microsoft.com/office/drawing/2014/main" id="{0491E73A-9DC3-B365-8A59-07FC8D2673A1}"/>
              </a:ext>
            </a:extLst>
          </p:cNvPr>
          <p:cNvSpPr txBox="1"/>
          <p:nvPr/>
        </p:nvSpPr>
        <p:spPr>
          <a:xfrm>
            <a:off x="748395" y="4708411"/>
            <a:ext cx="5419967" cy="923330"/>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潜在空間のような非線形な依存関係も検出できる指標</a:t>
            </a:r>
            <a:endParaRPr lang="en-US" altLang="ja-JP" dirty="0">
              <a:latin typeface="ＭＳ Ｐゴシック" panose="020B0600070205080204" pitchFamily="50" charset="-128"/>
              <a:ea typeface="ＭＳ Ｐゴシック" panose="020B0600070205080204" pitchFamily="50" charset="-128"/>
            </a:endParaRPr>
          </a:p>
          <a:p>
            <a:pPr algn="ctr"/>
            <a:r>
              <a:rPr lang="en-US" altLang="ja-JP" dirty="0">
                <a:latin typeface="ＭＳ Ｐゴシック" panose="020B0600070205080204" pitchFamily="50" charset="-128"/>
                <a:ea typeface="ＭＳ Ｐゴシック" panose="020B0600070205080204" pitchFamily="50" charset="-128"/>
              </a:rPr>
              <a:t>||</a:t>
            </a:r>
          </a:p>
          <a:p>
            <a:pPr algn="ctr"/>
            <a:r>
              <a:rPr lang="ja-JP" altLang="en-US" dirty="0">
                <a:latin typeface="ＭＳ Ｐゴシック" panose="020B0600070205080204" pitchFamily="50" charset="-128"/>
                <a:ea typeface="ＭＳ Ｐゴシック" panose="020B0600070205080204" pitchFamily="50" charset="-128"/>
              </a:rPr>
              <a:t>距離相関</a:t>
            </a:r>
            <a:endParaRPr lang="en-US" altLang="ja-JP" dirty="0">
              <a:latin typeface="ＭＳ Ｐゴシック" panose="020B0600070205080204" pitchFamily="50" charset="-128"/>
              <a:ea typeface="ＭＳ Ｐゴシック" panose="020B0600070205080204" pitchFamily="50" charset="-128"/>
            </a:endParaRPr>
          </a:p>
        </p:txBody>
      </p:sp>
      <p:cxnSp>
        <p:nvCxnSpPr>
          <p:cNvPr id="20" name="直線矢印コネクタ 19">
            <a:extLst>
              <a:ext uri="{FF2B5EF4-FFF2-40B4-BE49-F238E27FC236}">
                <a16:creationId xmlns:a16="http://schemas.microsoft.com/office/drawing/2014/main" id="{E3F4C245-D844-91AC-407D-4EE4D06506A5}"/>
              </a:ext>
            </a:extLst>
          </p:cNvPr>
          <p:cNvCxnSpPr>
            <a:cxnSpLocks/>
          </p:cNvCxnSpPr>
          <p:nvPr/>
        </p:nvCxnSpPr>
        <p:spPr>
          <a:xfrm flipV="1">
            <a:off x="7968055" y="2681307"/>
            <a:ext cx="696072" cy="195984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F80478D5-6AE2-E29D-9916-E3A4D1E71262}"/>
              </a:ext>
            </a:extLst>
          </p:cNvPr>
          <p:cNvCxnSpPr>
            <a:cxnSpLocks/>
          </p:cNvCxnSpPr>
          <p:nvPr/>
        </p:nvCxnSpPr>
        <p:spPr>
          <a:xfrm flipH="1" flipV="1">
            <a:off x="9658493" y="2759230"/>
            <a:ext cx="969641" cy="161125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43481338-35BE-0081-FA0E-EE1B422169FE}"/>
              </a:ext>
            </a:extLst>
          </p:cNvPr>
          <p:cNvSpPr txBox="1"/>
          <p:nvPr/>
        </p:nvSpPr>
        <p:spPr>
          <a:xfrm>
            <a:off x="324102" y="1207581"/>
            <a:ext cx="6574922" cy="461665"/>
          </a:xfrm>
          <a:prstGeom prst="rect">
            <a:avLst/>
          </a:prstGeom>
          <a:noFill/>
        </p:spPr>
        <p:txBody>
          <a:bodyPr wrap="square">
            <a:spAutoFit/>
          </a:bodyPr>
          <a:lstStyle/>
          <a:p>
            <a:pPr marL="285750" indent="-285750">
              <a:buFont typeface="Wingdings" panose="05000000000000000000" pitchFamily="2" charset="2"/>
              <a:buChar char="p"/>
            </a:pPr>
            <a:r>
              <a:rPr lang="ja-JP" altLang="en-US" sz="2400" dirty="0">
                <a:latin typeface="ＭＳ Ｐゴシック" panose="020B0600070205080204" pitchFamily="50" charset="-128"/>
                <a:ea typeface="ＭＳ Ｐゴシック" panose="020B0600070205080204" pitchFamily="50" charset="-128"/>
              </a:rPr>
              <a:t>距離相関損失</a:t>
            </a:r>
            <a:r>
              <a:rPr lang="en-US" altLang="ja-JP" sz="2400" dirty="0">
                <a:latin typeface="ＭＳ Ｐゴシック" panose="020B0600070205080204" pitchFamily="50" charset="-128"/>
                <a:ea typeface="ＭＳ Ｐゴシック" panose="020B0600070205080204" pitchFamily="50" charset="-128"/>
              </a:rPr>
              <a:t>(</a:t>
            </a:r>
            <a:r>
              <a:rPr lang="en-US" altLang="ja-JP" sz="2400" dirty="0" err="1">
                <a:latin typeface="ＭＳ Ｐゴシック" panose="020B0600070205080204" pitchFamily="50" charset="-128"/>
                <a:ea typeface="ＭＳ Ｐゴシック" panose="020B0600070205080204" pitchFamily="50" charset="-128"/>
              </a:rPr>
              <a:t>LdCor</a:t>
            </a:r>
            <a:r>
              <a:rPr lang="en-US" altLang="ja-JP" sz="2400" dirty="0">
                <a:latin typeface="ＭＳ Ｐゴシック" panose="020B0600070205080204" pitchFamily="50" charset="-128"/>
                <a:ea typeface="ＭＳ Ｐゴシック" panose="020B0600070205080204" pitchFamily="50" charset="-128"/>
              </a:rPr>
              <a:t>)</a:t>
            </a:r>
            <a:r>
              <a:rPr lang="ja-JP" altLang="en-US" sz="2400" dirty="0">
                <a:latin typeface="ＭＳ Ｐゴシック" panose="020B0600070205080204" pitchFamily="50" charset="-128"/>
                <a:ea typeface="ＭＳ Ｐゴシック" panose="020B0600070205080204" pitchFamily="50" charset="-128"/>
              </a:rPr>
              <a:t>を学習に導入</a:t>
            </a:r>
            <a:endParaRPr lang="en-US" altLang="ja-JP" sz="2400" dirty="0">
              <a:latin typeface="ＭＳ Ｐゴシック" panose="020B0600070205080204" pitchFamily="50" charset="-128"/>
              <a:ea typeface="ＭＳ Ｐゴシック" panose="020B0600070205080204" pitchFamily="50" charset="-128"/>
            </a:endParaRPr>
          </a:p>
        </p:txBody>
      </p:sp>
      <p:sp>
        <p:nvSpPr>
          <p:cNvPr id="45" name="テキスト ボックス 44">
            <a:extLst>
              <a:ext uri="{FF2B5EF4-FFF2-40B4-BE49-F238E27FC236}">
                <a16:creationId xmlns:a16="http://schemas.microsoft.com/office/drawing/2014/main" id="{07102C5C-9D11-8836-2CA2-CCD934F7D6A7}"/>
              </a:ext>
            </a:extLst>
          </p:cNvPr>
          <p:cNvSpPr txBox="1"/>
          <p:nvPr/>
        </p:nvSpPr>
        <p:spPr>
          <a:xfrm>
            <a:off x="347936" y="2014496"/>
            <a:ext cx="6465450" cy="369332"/>
          </a:xfrm>
          <a:prstGeom prst="rect">
            <a:avLst/>
          </a:prstGeom>
          <a:noFill/>
        </p:spPr>
        <p:txBody>
          <a:bodyPr wrap="square">
            <a:spAutoFit/>
          </a:bodyPr>
          <a:lstStyle/>
          <a:p>
            <a:r>
              <a:rPr lang="ja-JP" altLang="en-US" dirty="0">
                <a:latin typeface="ＭＳ Ｐゴシック" panose="020B0600070205080204" pitchFamily="50" charset="-128"/>
                <a:ea typeface="ＭＳ Ｐゴシック" panose="020B0600070205080204" pitchFamily="50" charset="-128"/>
              </a:rPr>
              <a:t>潜在空間を分離しただけでは統計的な依存関係は残ってしまう</a:t>
            </a:r>
          </a:p>
        </p:txBody>
      </p:sp>
      <p:sp>
        <p:nvSpPr>
          <p:cNvPr id="46" name="二等辺三角形 45">
            <a:extLst>
              <a:ext uri="{FF2B5EF4-FFF2-40B4-BE49-F238E27FC236}">
                <a16:creationId xmlns:a16="http://schemas.microsoft.com/office/drawing/2014/main" id="{E62ED711-B409-6882-0DB2-29DE92922379}"/>
              </a:ext>
            </a:extLst>
          </p:cNvPr>
          <p:cNvSpPr/>
          <p:nvPr/>
        </p:nvSpPr>
        <p:spPr>
          <a:xfrm rot="10800000">
            <a:off x="2560131" y="2638238"/>
            <a:ext cx="1695203" cy="461664"/>
          </a:xfrm>
          <a:prstGeom prst="triangl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8" name="テキスト ボックス 47">
            <a:extLst>
              <a:ext uri="{FF2B5EF4-FFF2-40B4-BE49-F238E27FC236}">
                <a16:creationId xmlns:a16="http://schemas.microsoft.com/office/drawing/2014/main" id="{34F34073-D4BB-094E-F322-73A727337562}"/>
              </a:ext>
            </a:extLst>
          </p:cNvPr>
          <p:cNvSpPr txBox="1"/>
          <p:nvPr/>
        </p:nvSpPr>
        <p:spPr>
          <a:xfrm>
            <a:off x="866969" y="3303241"/>
            <a:ext cx="5021390" cy="369332"/>
          </a:xfrm>
          <a:prstGeom prst="rect">
            <a:avLst/>
          </a:prstGeom>
          <a:noFill/>
        </p:spPr>
        <p:txBody>
          <a:bodyPr wrap="square">
            <a:spAutoFit/>
          </a:bodyPr>
          <a:lstStyle/>
          <a:p>
            <a:r>
              <a:rPr lang="ja-JP" altLang="en-US" dirty="0">
                <a:latin typeface="ＭＳ Ｐゴシック" panose="020B0600070205080204" pitchFamily="50" charset="-128"/>
                <a:ea typeface="ＭＳ Ｐゴシック" panose="020B0600070205080204" pitchFamily="50" charset="-128"/>
              </a:rPr>
              <a:t>それぞれの潜在空間を分離した上で独立させたい</a:t>
            </a:r>
            <a:endParaRPr lang="ja-JP" altLang="en-US" dirty="0"/>
          </a:p>
        </p:txBody>
      </p:sp>
      <p:sp>
        <p:nvSpPr>
          <p:cNvPr id="50" name="二等辺三角形 49">
            <a:extLst>
              <a:ext uri="{FF2B5EF4-FFF2-40B4-BE49-F238E27FC236}">
                <a16:creationId xmlns:a16="http://schemas.microsoft.com/office/drawing/2014/main" id="{924425C2-2034-0AD4-1D7E-E7E537BDA556}"/>
              </a:ext>
            </a:extLst>
          </p:cNvPr>
          <p:cNvSpPr/>
          <p:nvPr/>
        </p:nvSpPr>
        <p:spPr>
          <a:xfrm rot="10800000">
            <a:off x="2608834" y="3875686"/>
            <a:ext cx="1695203" cy="461664"/>
          </a:xfrm>
          <a:prstGeom prst="triangl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6" name="テキスト ボックス 55">
            <a:extLst>
              <a:ext uri="{FF2B5EF4-FFF2-40B4-BE49-F238E27FC236}">
                <a16:creationId xmlns:a16="http://schemas.microsoft.com/office/drawing/2014/main" id="{55CEA8F9-7DEF-BE3F-EF55-6F2DD6816797}"/>
              </a:ext>
            </a:extLst>
          </p:cNvPr>
          <p:cNvSpPr txBox="1"/>
          <p:nvPr/>
        </p:nvSpPr>
        <p:spPr>
          <a:xfrm>
            <a:off x="10166744" y="3397882"/>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sp>
        <p:nvSpPr>
          <p:cNvPr id="59" name="テキスト ボックス 58">
            <a:extLst>
              <a:ext uri="{FF2B5EF4-FFF2-40B4-BE49-F238E27FC236}">
                <a16:creationId xmlns:a16="http://schemas.microsoft.com/office/drawing/2014/main" id="{1E69E99E-98A4-BB65-083E-A91DE44E5B38}"/>
              </a:ext>
            </a:extLst>
          </p:cNvPr>
          <p:cNvSpPr txBox="1"/>
          <p:nvPr/>
        </p:nvSpPr>
        <p:spPr>
          <a:xfrm>
            <a:off x="7216972" y="3798949"/>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cxnSp>
        <p:nvCxnSpPr>
          <p:cNvPr id="9" name="直線矢印コネクタ 8">
            <a:extLst>
              <a:ext uri="{FF2B5EF4-FFF2-40B4-BE49-F238E27FC236}">
                <a16:creationId xmlns:a16="http://schemas.microsoft.com/office/drawing/2014/main" id="{2B8EF015-98E9-AEE5-9AC9-A84A1BDA0082}"/>
              </a:ext>
            </a:extLst>
          </p:cNvPr>
          <p:cNvCxnSpPr>
            <a:cxnSpLocks/>
          </p:cNvCxnSpPr>
          <p:nvPr/>
        </p:nvCxnSpPr>
        <p:spPr>
          <a:xfrm flipV="1">
            <a:off x="8507138" y="5053598"/>
            <a:ext cx="1292407" cy="5919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B423A9AA-33F0-44E0-24A2-372A6380DA82}"/>
              </a:ext>
            </a:extLst>
          </p:cNvPr>
          <p:cNvSpPr txBox="1"/>
          <p:nvPr/>
        </p:nvSpPr>
        <p:spPr>
          <a:xfrm>
            <a:off x="8842431" y="4601995"/>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pic>
        <p:nvPicPr>
          <p:cNvPr id="13" name="図 12">
            <a:extLst>
              <a:ext uri="{FF2B5EF4-FFF2-40B4-BE49-F238E27FC236}">
                <a16:creationId xmlns:a16="http://schemas.microsoft.com/office/drawing/2014/main" id="{C9F84367-635D-A89F-06E2-BCC2AD17A8B1}"/>
              </a:ext>
            </a:extLst>
          </p:cNvPr>
          <p:cNvPicPr>
            <a:picLocks noChangeAspect="1"/>
          </p:cNvPicPr>
          <p:nvPr/>
        </p:nvPicPr>
        <p:blipFill>
          <a:blip r:embed="rId4"/>
          <a:stretch>
            <a:fillRect/>
          </a:stretch>
        </p:blipFill>
        <p:spPr>
          <a:xfrm>
            <a:off x="7408607" y="4888742"/>
            <a:ext cx="842433" cy="561622"/>
          </a:xfrm>
          <a:prstGeom prst="rect">
            <a:avLst/>
          </a:prstGeom>
        </p:spPr>
      </p:pic>
      <p:pic>
        <p:nvPicPr>
          <p:cNvPr id="15" name="図 14">
            <a:extLst>
              <a:ext uri="{FF2B5EF4-FFF2-40B4-BE49-F238E27FC236}">
                <a16:creationId xmlns:a16="http://schemas.microsoft.com/office/drawing/2014/main" id="{6FDC97B4-E5F3-A782-73BA-56185A9A8096}"/>
              </a:ext>
            </a:extLst>
          </p:cNvPr>
          <p:cNvPicPr>
            <a:picLocks noChangeAspect="1"/>
          </p:cNvPicPr>
          <p:nvPr/>
        </p:nvPicPr>
        <p:blipFill>
          <a:blip r:embed="rId5"/>
          <a:stretch>
            <a:fillRect/>
          </a:stretch>
        </p:blipFill>
        <p:spPr>
          <a:xfrm>
            <a:off x="9963198" y="4763806"/>
            <a:ext cx="855476" cy="632309"/>
          </a:xfrm>
          <a:prstGeom prst="rect">
            <a:avLst/>
          </a:prstGeom>
        </p:spPr>
      </p:pic>
      <p:pic>
        <p:nvPicPr>
          <p:cNvPr id="22" name="図 21">
            <a:extLst>
              <a:ext uri="{FF2B5EF4-FFF2-40B4-BE49-F238E27FC236}">
                <a16:creationId xmlns:a16="http://schemas.microsoft.com/office/drawing/2014/main" id="{9B26EE79-35F6-ECCB-BC2A-F638ABACBA4F}"/>
              </a:ext>
            </a:extLst>
          </p:cNvPr>
          <p:cNvPicPr>
            <a:picLocks noChangeAspect="1"/>
          </p:cNvPicPr>
          <p:nvPr/>
        </p:nvPicPr>
        <p:blipFill>
          <a:blip r:embed="rId6"/>
          <a:stretch>
            <a:fillRect/>
          </a:stretch>
        </p:blipFill>
        <p:spPr>
          <a:xfrm>
            <a:off x="8775898" y="2482758"/>
            <a:ext cx="825819" cy="627623"/>
          </a:xfrm>
          <a:prstGeom prst="rect">
            <a:avLst/>
          </a:prstGeom>
        </p:spPr>
      </p:pic>
      <p:sp>
        <p:nvSpPr>
          <p:cNvPr id="3" name="テキスト ボックス 2">
            <a:extLst>
              <a:ext uri="{FF2B5EF4-FFF2-40B4-BE49-F238E27FC236}">
                <a16:creationId xmlns:a16="http://schemas.microsoft.com/office/drawing/2014/main" id="{AA80BB84-11B4-6598-646A-044F96BE914A}"/>
              </a:ext>
            </a:extLst>
          </p:cNvPr>
          <p:cNvSpPr txBox="1"/>
          <p:nvPr/>
        </p:nvSpPr>
        <p:spPr>
          <a:xfrm>
            <a:off x="360000" y="5929322"/>
            <a:ext cx="6126480" cy="369332"/>
          </a:xfrm>
          <a:prstGeom prst="rect">
            <a:avLst/>
          </a:prstGeom>
          <a:noFill/>
        </p:spPr>
        <p:txBody>
          <a:bodyPr wrap="square">
            <a:spAutoFit/>
          </a:bodyPr>
          <a:lstStyle/>
          <a:p>
            <a:pPr algn="ctr"/>
            <a:r>
              <a:rPr lang="en-US" altLang="ja-JP" i="1" dirty="0" err="1">
                <a:latin typeface="ＭＳ Ｐゴシック" panose="020B0600070205080204" pitchFamily="50" charset="-128"/>
                <a:ea typeface="ＭＳ Ｐゴシック" panose="020B0600070205080204" pitchFamily="50" charset="-128"/>
              </a:rPr>
              <a:t>Ltotal</a:t>
            </a:r>
            <a:r>
              <a:rPr lang="en-US" altLang="ja-JP" i="1" dirty="0">
                <a:latin typeface="ＭＳ Ｐゴシック" panose="020B0600070205080204" pitchFamily="50" charset="-128"/>
                <a:ea typeface="ＭＳ Ｐゴシック" panose="020B0600070205080204" pitchFamily="50" charset="-128"/>
              </a:rPr>
              <a:t>​</a:t>
            </a:r>
            <a:r>
              <a:rPr lang="ja-JP" altLang="en-US" i="1" dirty="0">
                <a:latin typeface="ＭＳ Ｐゴシック" panose="020B0600070205080204" pitchFamily="50" charset="-128"/>
                <a:ea typeface="ＭＳ Ｐゴシック" panose="020B0600070205080204" pitchFamily="50" charset="-128"/>
              </a:rPr>
              <a:t>　</a:t>
            </a:r>
            <a:r>
              <a:rPr lang="en-US" altLang="ja-JP" i="1" dirty="0">
                <a:latin typeface="ＭＳ Ｐゴシック" panose="020B0600070205080204" pitchFamily="50" charset="-128"/>
                <a:ea typeface="ＭＳ Ｐゴシック" panose="020B0600070205080204" pitchFamily="50" charset="-128"/>
              </a:rPr>
              <a:t>=</a:t>
            </a:r>
            <a:r>
              <a:rPr lang="ja-JP" altLang="en-US" i="1" dirty="0">
                <a:latin typeface="ＭＳ Ｐゴシック" panose="020B0600070205080204" pitchFamily="50" charset="-128"/>
                <a:ea typeface="ＭＳ Ｐゴシック" panose="020B0600070205080204" pitchFamily="50" charset="-128"/>
              </a:rPr>
              <a:t>　</a:t>
            </a:r>
            <a:r>
              <a:rPr lang="en-US" altLang="ja-JP" i="1" dirty="0">
                <a:latin typeface="ＭＳ Ｐゴシック" panose="020B0600070205080204" pitchFamily="50" charset="-128"/>
                <a:ea typeface="ＭＳ Ｐゴシック" panose="020B0600070205080204" pitchFamily="50" charset="-128"/>
              </a:rPr>
              <a:t>LGAN​</a:t>
            </a:r>
            <a:r>
              <a:rPr lang="ja-JP" altLang="en-US" i="1" dirty="0">
                <a:latin typeface="ＭＳ Ｐゴシック" panose="020B0600070205080204" pitchFamily="50" charset="-128"/>
                <a:ea typeface="ＭＳ Ｐゴシック" panose="020B0600070205080204" pitchFamily="50" charset="-128"/>
              </a:rPr>
              <a:t>　</a:t>
            </a:r>
            <a:r>
              <a:rPr lang="en-US" altLang="ja-JP" i="1" dirty="0">
                <a:latin typeface="ＭＳ Ｐゴシック" panose="020B0600070205080204" pitchFamily="50" charset="-128"/>
                <a:ea typeface="ＭＳ Ｐゴシック" panose="020B0600070205080204" pitchFamily="50" charset="-128"/>
              </a:rPr>
              <a:t>+</a:t>
            </a:r>
            <a:r>
              <a:rPr lang="ja-JP" altLang="en-US" i="1" dirty="0">
                <a:latin typeface="ＭＳ Ｐゴシック" panose="020B0600070205080204" pitchFamily="50" charset="-128"/>
                <a:ea typeface="ＭＳ Ｐゴシック" panose="020B0600070205080204" pitchFamily="50" charset="-128"/>
              </a:rPr>
              <a:t>　</a:t>
            </a:r>
            <a:r>
              <a:rPr lang="el-GR" altLang="ja-JP" i="1" dirty="0">
                <a:latin typeface="ＭＳ Ｐゴシック" panose="020B0600070205080204" pitchFamily="50" charset="-128"/>
                <a:ea typeface="ＭＳ Ｐゴシック" panose="020B0600070205080204" pitchFamily="50" charset="-128"/>
              </a:rPr>
              <a:t>λ</a:t>
            </a:r>
            <a:r>
              <a:rPr lang="en-US" altLang="ja-JP" i="1" dirty="0" err="1">
                <a:latin typeface="ＭＳ Ｐゴシック" panose="020B0600070205080204" pitchFamily="50" charset="-128"/>
                <a:ea typeface="ＭＳ Ｐゴシック" panose="020B0600070205080204" pitchFamily="50" charset="-128"/>
              </a:rPr>
              <a:t>LdCor</a:t>
            </a:r>
            <a:r>
              <a:rPr lang="en-US" altLang="ja-JP" dirty="0">
                <a:latin typeface="ＭＳ Ｐゴシック" panose="020B0600070205080204" pitchFamily="50" charset="-128"/>
                <a:ea typeface="ＭＳ Ｐゴシック" panose="020B0600070205080204" pitchFamily="50" charset="-128"/>
              </a:rPr>
              <a:t>​</a:t>
            </a:r>
            <a:endParaRPr lang="ja-JP" altLang="en-US" dirty="0">
              <a:latin typeface="ＭＳ Ｐゴシック" panose="020B0600070205080204" pitchFamily="50" charset="-128"/>
              <a:ea typeface="ＭＳ Ｐゴシック" panose="020B0600070205080204" pitchFamily="50" charset="-128"/>
            </a:endParaRPr>
          </a:p>
        </p:txBody>
      </p:sp>
      <p:sp>
        <p:nvSpPr>
          <p:cNvPr id="7" name="テキスト ボックス 6">
            <a:extLst>
              <a:ext uri="{FF2B5EF4-FFF2-40B4-BE49-F238E27FC236}">
                <a16:creationId xmlns:a16="http://schemas.microsoft.com/office/drawing/2014/main" id="{9EF48515-CE47-4528-2F21-06EB984DCC83}"/>
              </a:ext>
            </a:extLst>
          </p:cNvPr>
          <p:cNvSpPr txBox="1"/>
          <p:nvPr/>
        </p:nvSpPr>
        <p:spPr>
          <a:xfrm>
            <a:off x="3377664" y="6305510"/>
            <a:ext cx="2082678"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距離相関損失</a:t>
            </a:r>
            <a:endParaRPr lang="en-US" altLang="ja-JP" dirty="0">
              <a:latin typeface="ＭＳ Ｐゴシック" panose="020B0600070205080204" pitchFamily="50" charset="-128"/>
              <a:ea typeface="ＭＳ Ｐゴシック" panose="020B0600070205080204" pitchFamily="50" charset="-128"/>
            </a:endParaRPr>
          </a:p>
        </p:txBody>
      </p:sp>
      <p:cxnSp>
        <p:nvCxnSpPr>
          <p:cNvPr id="10" name="直線コネクタ 9">
            <a:extLst>
              <a:ext uri="{FF2B5EF4-FFF2-40B4-BE49-F238E27FC236}">
                <a16:creationId xmlns:a16="http://schemas.microsoft.com/office/drawing/2014/main" id="{BB0061E2-2E53-4551-B396-40F8F518A1E6}"/>
              </a:ext>
            </a:extLst>
          </p:cNvPr>
          <p:cNvCxnSpPr>
            <a:cxnSpLocks/>
          </p:cNvCxnSpPr>
          <p:nvPr/>
        </p:nvCxnSpPr>
        <p:spPr>
          <a:xfrm>
            <a:off x="3869931" y="6224528"/>
            <a:ext cx="101807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602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BF778-ECCE-E07E-CF07-CC203DCFFCA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CB11DF4-BE21-4DD1-B644-0FF706538392}"/>
              </a:ext>
            </a:extLst>
          </p:cNvPr>
          <p:cNvSpPr txBox="1">
            <a:spLocks noGrp="1" noRot="1" noMove="1" noResize="1" noEditPoints="1" noAdjustHandles="1" noChangeArrowheads="1" noChangeShapeType="1"/>
          </p:cNvSpPr>
          <p:nvPr/>
        </p:nvSpPr>
        <p:spPr>
          <a:xfrm>
            <a:off x="360000" y="216000"/>
            <a:ext cx="6748963"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潜在空間の独立性（定量評価）</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2F67790C-5761-D721-ED5D-45A922C55BD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8" name="TextBox 10">
            <a:extLst>
              <a:ext uri="{FF2B5EF4-FFF2-40B4-BE49-F238E27FC236}">
                <a16:creationId xmlns:a16="http://schemas.microsoft.com/office/drawing/2014/main" id="{39FFF33C-5F45-F714-230B-19D614A91A21}"/>
              </a:ext>
            </a:extLst>
          </p:cNvPr>
          <p:cNvSpPr txBox="1"/>
          <p:nvPr/>
        </p:nvSpPr>
        <p:spPr>
          <a:xfrm>
            <a:off x="359999" y="1100548"/>
            <a:ext cx="8887696"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　距離相関損失の導入による潜在空間の独立性の定量的な評価</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3" name="Picture 2">
            <a:extLst>
              <a:ext uri="{FF2B5EF4-FFF2-40B4-BE49-F238E27FC236}">
                <a16:creationId xmlns:a16="http://schemas.microsoft.com/office/drawing/2014/main" id="{E7849C2A-E623-78E7-6308-8CB79B892E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195" t="2858" r="12940" b="71005"/>
          <a:stretch>
            <a:fillRect/>
          </a:stretch>
        </p:blipFill>
        <p:spPr bwMode="auto">
          <a:xfrm>
            <a:off x="1410120" y="1914731"/>
            <a:ext cx="5334000" cy="1939660"/>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31D5EB7F-797B-741A-17DF-FC11C9B1A5FA}"/>
              </a:ext>
            </a:extLst>
          </p:cNvPr>
          <p:cNvPicPr>
            <a:picLocks noChangeAspect="1"/>
          </p:cNvPicPr>
          <p:nvPr/>
        </p:nvPicPr>
        <p:blipFill>
          <a:blip r:embed="rId4"/>
          <a:srcRect l="39037" t="2769" r="13065" b="71233"/>
          <a:stretch>
            <a:fillRect/>
          </a:stretch>
        </p:blipFill>
        <p:spPr>
          <a:xfrm>
            <a:off x="1410120" y="4096640"/>
            <a:ext cx="5334000" cy="1939660"/>
          </a:xfrm>
          <a:prstGeom prst="rect">
            <a:avLst/>
          </a:prstGeom>
        </p:spPr>
      </p:pic>
      <p:sp>
        <p:nvSpPr>
          <p:cNvPr id="9" name="テキスト ボックス 8">
            <a:extLst>
              <a:ext uri="{FF2B5EF4-FFF2-40B4-BE49-F238E27FC236}">
                <a16:creationId xmlns:a16="http://schemas.microsoft.com/office/drawing/2014/main" id="{A3A0F2A6-E19C-394F-2BA9-043F4940F960}"/>
              </a:ext>
            </a:extLst>
          </p:cNvPr>
          <p:cNvSpPr txBox="1"/>
          <p:nvPr/>
        </p:nvSpPr>
        <p:spPr>
          <a:xfrm>
            <a:off x="6599530" y="1945010"/>
            <a:ext cx="2270150" cy="1142620"/>
          </a:xfrm>
          <a:prstGeom prst="rect">
            <a:avLst/>
          </a:prstGeom>
          <a:noFill/>
        </p:spPr>
        <p:txBody>
          <a:bodyPr wrap="square">
            <a:spAutoFit/>
          </a:bodyPr>
          <a:lstStyle/>
          <a:p>
            <a:pPr>
              <a:lnSpc>
                <a:spcPct val="150000"/>
              </a:lnSpc>
            </a:pPr>
            <a:r>
              <a:rPr lang="ja-JP" altLang="en-US" sz="1600" dirty="0">
                <a:solidFill>
                  <a:srgbClr val="FF0000"/>
                </a:solidFill>
                <a:latin typeface="ＭＳ Ｐゴシック" panose="020B0600070205080204" pitchFamily="50" charset="-128"/>
                <a:ea typeface="ＭＳ Ｐゴシック" panose="020B0600070205080204" pitchFamily="50" charset="-128"/>
              </a:rPr>
              <a:t>年齢</a:t>
            </a:r>
            <a:r>
              <a:rPr lang="ja-JP" altLang="en-US" sz="1600" dirty="0">
                <a:latin typeface="ＭＳ Ｐゴシック" panose="020B0600070205080204" pitchFamily="50" charset="-128"/>
                <a:ea typeface="ＭＳ Ｐゴシック" panose="020B0600070205080204" pitchFamily="50" charset="-128"/>
              </a:rPr>
              <a:t>と撮影機器</a:t>
            </a:r>
            <a:endParaRPr lang="en-US" altLang="ja-JP" sz="1600" dirty="0">
              <a:latin typeface="ＭＳ Ｐゴシック" panose="020B0600070205080204" pitchFamily="50" charset="-128"/>
              <a:ea typeface="ＭＳ Ｐゴシック" panose="020B0600070205080204" pitchFamily="50" charset="-128"/>
            </a:endParaRPr>
          </a:p>
          <a:p>
            <a:pPr>
              <a:lnSpc>
                <a:spcPct val="150000"/>
              </a:lnSpc>
            </a:pPr>
            <a:r>
              <a:rPr lang="ja-JP" altLang="en-US" sz="1600" dirty="0">
                <a:solidFill>
                  <a:srgbClr val="FF0000"/>
                </a:solidFill>
                <a:latin typeface="ＭＳ Ｐゴシック" panose="020B0600070205080204" pitchFamily="50" charset="-128"/>
                <a:ea typeface="ＭＳ Ｐゴシック" panose="020B0600070205080204" pitchFamily="50" charset="-128"/>
              </a:rPr>
              <a:t>年齢</a:t>
            </a:r>
            <a:r>
              <a:rPr lang="ja-JP" altLang="en-US" sz="1600" dirty="0">
                <a:latin typeface="ＭＳ Ｐゴシック" panose="020B0600070205080204" pitchFamily="50" charset="-128"/>
                <a:ea typeface="ＭＳ Ｐゴシック" panose="020B0600070205080204" pitchFamily="50" charset="-128"/>
              </a:rPr>
              <a:t>とスタイル</a:t>
            </a:r>
            <a:endParaRPr lang="en-US" altLang="ja-JP" sz="1600" dirty="0">
              <a:latin typeface="ＭＳ Ｐゴシック" panose="020B0600070205080204" pitchFamily="50" charset="-128"/>
              <a:ea typeface="ＭＳ Ｐゴシック" panose="020B0600070205080204" pitchFamily="50" charset="-128"/>
            </a:endParaRPr>
          </a:p>
          <a:p>
            <a:pPr>
              <a:lnSpc>
                <a:spcPct val="150000"/>
              </a:lnSpc>
            </a:pPr>
            <a:r>
              <a:rPr lang="ja-JP" altLang="en-US" sz="1600" dirty="0">
                <a:latin typeface="ＭＳ Ｐゴシック" panose="020B0600070205080204" pitchFamily="50" charset="-128"/>
                <a:ea typeface="ＭＳ Ｐゴシック" panose="020B0600070205080204" pitchFamily="50" charset="-128"/>
              </a:rPr>
              <a:t>撮影機器とスタイル</a:t>
            </a:r>
            <a:endParaRPr lang="en-US" altLang="ja-JP" sz="1600" dirty="0">
              <a:latin typeface="ＭＳ Ｐゴシック" panose="020B0600070205080204" pitchFamily="50" charset="-128"/>
              <a:ea typeface="ＭＳ Ｐゴシック" panose="020B0600070205080204" pitchFamily="50" charset="-128"/>
            </a:endParaRPr>
          </a:p>
        </p:txBody>
      </p:sp>
      <p:sp>
        <p:nvSpPr>
          <p:cNvPr id="10" name="テキスト ボックス 9">
            <a:extLst>
              <a:ext uri="{FF2B5EF4-FFF2-40B4-BE49-F238E27FC236}">
                <a16:creationId xmlns:a16="http://schemas.microsoft.com/office/drawing/2014/main" id="{BA8C5755-BA5D-C29B-6C95-7DA003AE0E68}"/>
              </a:ext>
            </a:extLst>
          </p:cNvPr>
          <p:cNvSpPr txBox="1"/>
          <p:nvPr/>
        </p:nvSpPr>
        <p:spPr>
          <a:xfrm>
            <a:off x="6599530" y="4096639"/>
            <a:ext cx="2270150" cy="1142620"/>
          </a:xfrm>
          <a:prstGeom prst="rect">
            <a:avLst/>
          </a:prstGeom>
          <a:noFill/>
        </p:spPr>
        <p:txBody>
          <a:bodyPr wrap="square">
            <a:spAutoFit/>
          </a:bodyPr>
          <a:lstStyle/>
          <a:p>
            <a:pPr>
              <a:lnSpc>
                <a:spcPct val="150000"/>
              </a:lnSpc>
            </a:pPr>
            <a:r>
              <a:rPr lang="ja-JP" altLang="en-US" sz="1600" dirty="0">
                <a:solidFill>
                  <a:srgbClr val="FF0000"/>
                </a:solidFill>
                <a:latin typeface="ＭＳ Ｐゴシック" panose="020B0600070205080204" pitchFamily="50" charset="-128"/>
                <a:ea typeface="ＭＳ Ｐゴシック" panose="020B0600070205080204" pitchFamily="50" charset="-128"/>
              </a:rPr>
              <a:t>人種</a:t>
            </a:r>
            <a:r>
              <a:rPr lang="ja-JP" altLang="en-US" sz="1600" dirty="0">
                <a:latin typeface="ＭＳ Ｐゴシック" panose="020B0600070205080204" pitchFamily="50" charset="-128"/>
                <a:ea typeface="ＭＳ Ｐゴシック" panose="020B0600070205080204" pitchFamily="50" charset="-128"/>
              </a:rPr>
              <a:t>と撮影機器</a:t>
            </a:r>
            <a:endParaRPr lang="en-US" altLang="ja-JP" sz="1600" dirty="0">
              <a:latin typeface="ＭＳ Ｐゴシック" panose="020B0600070205080204" pitchFamily="50" charset="-128"/>
              <a:ea typeface="ＭＳ Ｐゴシック" panose="020B0600070205080204" pitchFamily="50" charset="-128"/>
            </a:endParaRPr>
          </a:p>
          <a:p>
            <a:pPr>
              <a:lnSpc>
                <a:spcPct val="150000"/>
              </a:lnSpc>
            </a:pPr>
            <a:r>
              <a:rPr lang="ja-JP" altLang="en-US" sz="1600" dirty="0">
                <a:solidFill>
                  <a:srgbClr val="FF0000"/>
                </a:solidFill>
                <a:latin typeface="ＭＳ Ｐゴシック" panose="020B0600070205080204" pitchFamily="50" charset="-128"/>
                <a:ea typeface="ＭＳ Ｐゴシック" panose="020B0600070205080204" pitchFamily="50" charset="-128"/>
              </a:rPr>
              <a:t>人種</a:t>
            </a:r>
            <a:r>
              <a:rPr lang="ja-JP" altLang="en-US" sz="1600" dirty="0">
                <a:latin typeface="ＭＳ Ｐゴシック" panose="020B0600070205080204" pitchFamily="50" charset="-128"/>
                <a:ea typeface="ＭＳ Ｐゴシック" panose="020B0600070205080204" pitchFamily="50" charset="-128"/>
              </a:rPr>
              <a:t>とスタイル</a:t>
            </a:r>
            <a:endParaRPr lang="en-US" altLang="ja-JP" sz="1600" dirty="0">
              <a:latin typeface="ＭＳ Ｐゴシック" panose="020B0600070205080204" pitchFamily="50" charset="-128"/>
              <a:ea typeface="ＭＳ Ｐゴシック" panose="020B0600070205080204" pitchFamily="50" charset="-128"/>
            </a:endParaRPr>
          </a:p>
          <a:p>
            <a:pPr>
              <a:lnSpc>
                <a:spcPct val="150000"/>
              </a:lnSpc>
            </a:pPr>
            <a:r>
              <a:rPr lang="ja-JP" altLang="en-US" sz="1600" dirty="0">
                <a:latin typeface="ＭＳ Ｐゴシック" panose="020B0600070205080204" pitchFamily="50" charset="-128"/>
                <a:ea typeface="ＭＳ Ｐゴシック" panose="020B0600070205080204" pitchFamily="50" charset="-128"/>
              </a:rPr>
              <a:t>撮影機器とスタイル</a:t>
            </a:r>
            <a:endParaRPr lang="en-US" altLang="ja-JP" sz="1600" dirty="0">
              <a:latin typeface="ＭＳ Ｐゴシック" panose="020B0600070205080204" pitchFamily="50" charset="-128"/>
              <a:ea typeface="ＭＳ Ｐゴシック" panose="020B0600070205080204" pitchFamily="50" charset="-128"/>
            </a:endParaRPr>
          </a:p>
        </p:txBody>
      </p:sp>
      <p:sp>
        <p:nvSpPr>
          <p:cNvPr id="2" name="TextBox 10">
            <a:extLst>
              <a:ext uri="{FF2B5EF4-FFF2-40B4-BE49-F238E27FC236}">
                <a16:creationId xmlns:a16="http://schemas.microsoft.com/office/drawing/2014/main" id="{F95810D5-142C-5806-9E11-F9604137D24A}"/>
              </a:ext>
            </a:extLst>
          </p:cNvPr>
          <p:cNvSpPr txBox="1"/>
          <p:nvPr/>
        </p:nvSpPr>
        <p:spPr>
          <a:xfrm>
            <a:off x="1566944" y="6248268"/>
            <a:ext cx="8887696" cy="461665"/>
          </a:xfrm>
          <a:prstGeom prst="rect">
            <a:avLst/>
          </a:prstGeom>
          <a:solidFill>
            <a:schemeClr val="bg1"/>
          </a:solidFill>
          <a:ln>
            <a:noFill/>
          </a:ln>
        </p:spPr>
        <p:txBody>
          <a:bodyPr wrap="square" rtlCol="0">
            <a:spAutoFit/>
          </a:bodyPr>
          <a:lstStyle/>
          <a:p>
            <a:pPr marL="342900" indent="-342900">
              <a:buFont typeface="Wingdings" panose="05000000000000000000" pitchFamily="2" charset="2"/>
              <a:buChar char="ü"/>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　距離相関損失の導入による潜在空間の独立性が向上した</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19" name="図 18">
            <a:extLst>
              <a:ext uri="{FF2B5EF4-FFF2-40B4-BE49-F238E27FC236}">
                <a16:creationId xmlns:a16="http://schemas.microsoft.com/office/drawing/2014/main" id="{BB1A7D6D-0C10-F0DA-EE12-208A0BF56AFC}"/>
              </a:ext>
            </a:extLst>
          </p:cNvPr>
          <p:cNvPicPr>
            <a:picLocks noChangeAspect="1"/>
          </p:cNvPicPr>
          <p:nvPr/>
        </p:nvPicPr>
        <p:blipFill>
          <a:blip r:embed="rId5"/>
          <a:stretch>
            <a:fillRect/>
          </a:stretch>
        </p:blipFill>
        <p:spPr>
          <a:xfrm>
            <a:off x="8737242" y="1699369"/>
            <a:ext cx="2227517" cy="2091980"/>
          </a:xfrm>
          <a:prstGeom prst="rect">
            <a:avLst/>
          </a:prstGeom>
        </p:spPr>
      </p:pic>
      <p:pic>
        <p:nvPicPr>
          <p:cNvPr id="21" name="図 20">
            <a:extLst>
              <a:ext uri="{FF2B5EF4-FFF2-40B4-BE49-F238E27FC236}">
                <a16:creationId xmlns:a16="http://schemas.microsoft.com/office/drawing/2014/main" id="{92E21496-5E41-E16C-4B50-86026B466706}"/>
              </a:ext>
            </a:extLst>
          </p:cNvPr>
          <p:cNvPicPr>
            <a:picLocks noChangeAspect="1"/>
          </p:cNvPicPr>
          <p:nvPr/>
        </p:nvPicPr>
        <p:blipFill>
          <a:blip r:embed="rId6"/>
          <a:stretch>
            <a:fillRect/>
          </a:stretch>
        </p:blipFill>
        <p:spPr>
          <a:xfrm>
            <a:off x="8737242" y="3902344"/>
            <a:ext cx="2227517" cy="2135724"/>
          </a:xfrm>
          <a:prstGeom prst="rect">
            <a:avLst/>
          </a:prstGeom>
        </p:spPr>
      </p:pic>
    </p:spTree>
    <p:extLst>
      <p:ext uri="{BB962C8B-B14F-4D97-AF65-F5344CB8AC3E}">
        <p14:creationId xmlns:p14="http://schemas.microsoft.com/office/powerpoint/2010/main" val="1429962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23E1B-9164-336A-B8FA-600B9704021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92279FC6-930E-9A4D-958A-BC607B77B3CF}"/>
              </a:ext>
            </a:extLst>
          </p:cNvPr>
          <p:cNvSpPr txBox="1">
            <a:spLocks noGrp="1" noRot="1" noMove="1" noResize="1" noEditPoints="1" noAdjustHandles="1" noChangeArrowheads="1" noChangeShapeType="1"/>
          </p:cNvSpPr>
          <p:nvPr/>
        </p:nvSpPr>
        <p:spPr>
          <a:xfrm>
            <a:off x="360000" y="216000"/>
            <a:ext cx="10128094"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生成モデルの合成画像の質と生成性能</a:t>
            </a:r>
            <a:r>
              <a:rPr lang="en-US" altLang="ja-JP" sz="3200" dirty="0">
                <a:solidFill>
                  <a:schemeClr val="tx1">
                    <a:lumMod val="75000"/>
                    <a:lumOff val="25000"/>
                  </a:schemeClr>
                </a:solidFill>
                <a:latin typeface="MS PGothic" panose="020B0600070205080204" pitchFamily="34" charset="-128"/>
                <a:ea typeface="MS PGothic" panose="020B0600070205080204" pitchFamily="34" charset="-128"/>
              </a:rPr>
              <a:t>(</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定量評価</a:t>
            </a:r>
            <a:r>
              <a:rPr lang="en-US" altLang="ja-JP" sz="3200" dirty="0">
                <a:solidFill>
                  <a:schemeClr val="tx1">
                    <a:lumMod val="75000"/>
                    <a:lumOff val="25000"/>
                  </a:schemeClr>
                </a:solidFill>
                <a:latin typeface="MS PGothic" panose="020B0600070205080204" pitchFamily="34" charset="-128"/>
                <a:ea typeface="MS PGothic" panose="020B0600070205080204" pitchFamily="34" charset="-128"/>
              </a:rPr>
              <a:t>)</a:t>
            </a:r>
          </a:p>
        </p:txBody>
      </p:sp>
      <p:cxnSp>
        <p:nvCxnSpPr>
          <p:cNvPr id="5" name="直線コネクタ 4">
            <a:extLst>
              <a:ext uri="{FF2B5EF4-FFF2-40B4-BE49-F238E27FC236}">
                <a16:creationId xmlns:a16="http://schemas.microsoft.com/office/drawing/2014/main" id="{DDC5DEBB-D388-A3DF-137B-DC6B292E0282}"/>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graphicFrame>
        <p:nvGraphicFramePr>
          <p:cNvPr id="9" name="Google Shape;294;p15">
            <a:extLst>
              <a:ext uri="{FF2B5EF4-FFF2-40B4-BE49-F238E27FC236}">
                <a16:creationId xmlns:a16="http://schemas.microsoft.com/office/drawing/2014/main" id="{85EF4AEC-4787-526A-5F59-7B88C4469322}"/>
              </a:ext>
            </a:extLst>
          </p:cNvPr>
          <p:cNvGraphicFramePr/>
          <p:nvPr>
            <p:extLst>
              <p:ext uri="{D42A27DB-BD31-4B8C-83A1-F6EECF244321}">
                <p14:modId xmlns:p14="http://schemas.microsoft.com/office/powerpoint/2010/main" val="2357079799"/>
              </p:ext>
            </p:extLst>
          </p:nvPr>
        </p:nvGraphicFramePr>
        <p:xfrm>
          <a:off x="360000" y="1258851"/>
          <a:ext cx="11405281" cy="4468075"/>
        </p:xfrm>
        <a:graphic>
          <a:graphicData uri="http://schemas.openxmlformats.org/drawingml/2006/table">
            <a:tbl>
              <a:tblPr firstRow="1" bandRow="1">
                <a:noFill/>
              </a:tblPr>
              <a:tblGrid>
                <a:gridCol w="4797992">
                  <a:extLst>
                    <a:ext uri="{9D8B030D-6E8A-4147-A177-3AD203B41FA5}">
                      <a16:colId xmlns:a16="http://schemas.microsoft.com/office/drawing/2014/main" val="20000"/>
                    </a:ext>
                  </a:extLst>
                </a:gridCol>
                <a:gridCol w="2340089">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64080">
                  <a:extLst>
                    <a:ext uri="{9D8B030D-6E8A-4147-A177-3AD203B41FA5}">
                      <a16:colId xmlns:a16="http://schemas.microsoft.com/office/drawing/2014/main" val="20003"/>
                    </a:ext>
                  </a:extLst>
                </a:gridCol>
              </a:tblGrid>
              <a:tr h="933928">
                <a:tc>
                  <a:txBody>
                    <a:bodyPr/>
                    <a:lstStyle/>
                    <a:p>
                      <a:pPr marL="0" marR="0" lvl="0" indent="0" algn="ctr" rtl="0">
                        <a:lnSpc>
                          <a:spcPct val="100000"/>
                        </a:lnSpc>
                        <a:spcBef>
                          <a:spcPts val="0"/>
                        </a:spcBef>
                        <a:spcAft>
                          <a:spcPts val="0"/>
                        </a:spcAft>
                        <a:buClr>
                          <a:schemeClr val="dk1"/>
                        </a:buClr>
                        <a:buSzPts val="2000"/>
                        <a:buFont typeface="Arial"/>
                        <a:buNone/>
                      </a:pPr>
                      <a:r>
                        <a:rPr lang="ja-JP" altLang="en-US" sz="1600" b="0" dirty="0">
                          <a:solidFill>
                            <a:schemeClr val="tx1"/>
                          </a:solidFill>
                          <a:latin typeface="ＭＳ Ｐゴシック" panose="020B0600070205080204" pitchFamily="50" charset="-128"/>
                          <a:ea typeface="ＭＳ Ｐゴシック" panose="020B0600070205080204" pitchFamily="50" charset="-128"/>
                        </a:rPr>
                        <a:t>モデル</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905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rtl="0">
                        <a:spcBef>
                          <a:spcPts val="0"/>
                        </a:spcBef>
                        <a:spcAft>
                          <a:spcPts val="0"/>
                        </a:spcAft>
                        <a:buNone/>
                      </a:pPr>
                      <a:r>
                        <a:rPr lang="en-US" altLang="ja-JP" sz="1600" b="0" dirty="0">
                          <a:solidFill>
                            <a:schemeClr val="tx1"/>
                          </a:solidFill>
                          <a:latin typeface="ＭＳ Ｐゴシック" panose="020B0600070205080204" pitchFamily="50" charset="-128"/>
                          <a:ea typeface="ＭＳ Ｐゴシック" panose="020B0600070205080204" pitchFamily="50" charset="-128"/>
                        </a:rPr>
                        <a:t>FID</a:t>
                      </a:r>
                    </a:p>
                    <a:p>
                      <a:pPr marL="0" marR="0" lvl="0" indent="0" algn="ctr" rtl="0">
                        <a:spcBef>
                          <a:spcPts val="0"/>
                        </a:spcBef>
                        <a:spcAft>
                          <a:spcPts val="0"/>
                        </a:spcAft>
                        <a:buNone/>
                      </a:pPr>
                      <a:r>
                        <a:rPr lang="ja-JP" altLang="en-US" sz="1600" b="0" dirty="0">
                          <a:solidFill>
                            <a:srgbClr val="FF0000"/>
                          </a:solidFill>
                          <a:latin typeface="ＭＳ Ｐゴシック" panose="020B0600070205080204" pitchFamily="50" charset="-128"/>
                          <a:ea typeface="ＭＳ Ｐゴシック" panose="020B0600070205080204" pitchFamily="50" charset="-128"/>
                        </a:rPr>
                        <a:t>合成画像の自然さ</a:t>
                      </a:r>
                      <a:endParaRPr sz="1600" b="0" dirty="0">
                        <a:solidFill>
                          <a:srgbClr val="FF0000"/>
                        </a:solidFill>
                        <a:latin typeface="ＭＳ Ｐゴシック" panose="020B0600070205080204" pitchFamily="50" charset="-128"/>
                        <a:ea typeface="ＭＳ Ｐゴシック" panose="020B0600070205080204" pitchFamily="50" charset="-128"/>
                      </a:endParaRPr>
                    </a:p>
                  </a:txBody>
                  <a:tcPr marL="4200" marR="4200" marT="4200"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905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rtl="0">
                        <a:spcBef>
                          <a:spcPts val="0"/>
                        </a:spcBef>
                        <a:spcAft>
                          <a:spcPts val="0"/>
                        </a:spcAft>
                        <a:buNone/>
                      </a:pPr>
                      <a:r>
                        <a:rPr lang="ja-JP" altLang="en-US"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潜在空間の再構成誤差</a:t>
                      </a:r>
                      <a:endPar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p>
                      <a:pPr marL="0" marR="0" lvl="0" indent="0" algn="ctr" rtl="0">
                        <a:spcBef>
                          <a:spcPts val="0"/>
                        </a:spcBef>
                        <a:spcAft>
                          <a:spcPts val="0"/>
                        </a:spcAft>
                        <a:buNone/>
                      </a:pPr>
                      <a:r>
                        <a:rPr lang="ja-JP" altLang="en-US" sz="1600" b="0" i="0" u="none"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rPr>
                        <a:t>内部のずれ</a:t>
                      </a:r>
                      <a:endParaRPr lang="en-US" sz="1600" b="0" i="0" u="none"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rtl="0">
                        <a:spcBef>
                          <a:spcPts val="0"/>
                        </a:spcBef>
                        <a:spcAft>
                          <a:spcPts val="0"/>
                        </a:spcAft>
                        <a:buNone/>
                      </a:pPr>
                      <a:r>
                        <a:rPr lang="ja-JP" altLang="en-US" sz="1600" b="0" dirty="0">
                          <a:solidFill>
                            <a:schemeClr val="tx1"/>
                          </a:solidFill>
                          <a:latin typeface="ＭＳ Ｐゴシック" panose="020B0600070205080204" pitchFamily="50" charset="-128"/>
                          <a:ea typeface="ＭＳ Ｐゴシック" panose="020B0600070205080204" pitchFamily="50" charset="-128"/>
                        </a:rPr>
                        <a:t>画像空間の再構成誤差</a:t>
                      </a:r>
                      <a:endParaRPr lang="en-US" altLang="ja-JP" sz="1600" b="0" dirty="0">
                        <a:solidFill>
                          <a:schemeClr val="tx1"/>
                        </a:solidFill>
                        <a:latin typeface="ＭＳ Ｐゴシック" panose="020B0600070205080204" pitchFamily="50" charset="-128"/>
                        <a:ea typeface="ＭＳ Ｐゴシック" panose="020B0600070205080204" pitchFamily="50" charset="-128"/>
                      </a:endParaRPr>
                    </a:p>
                    <a:p>
                      <a:pPr marL="0" marR="0" lvl="0" indent="0" algn="ctr" rtl="0">
                        <a:spcBef>
                          <a:spcPts val="0"/>
                        </a:spcBef>
                        <a:spcAft>
                          <a:spcPts val="0"/>
                        </a:spcAft>
                        <a:buNone/>
                      </a:pPr>
                      <a:r>
                        <a:rPr lang="ja-JP" altLang="en-US" sz="1600" b="0" dirty="0">
                          <a:solidFill>
                            <a:srgbClr val="FF0000"/>
                          </a:solidFill>
                          <a:latin typeface="ＭＳ Ｐゴシック" panose="020B0600070205080204" pitchFamily="50" charset="-128"/>
                          <a:ea typeface="ＭＳ Ｐゴシック" panose="020B0600070205080204" pitchFamily="50" charset="-128"/>
                        </a:rPr>
                        <a:t>見た目のずれ</a:t>
                      </a:r>
                      <a:endParaRPr sz="1600" b="0" dirty="0">
                        <a:solidFill>
                          <a:srgbClr val="FF0000"/>
                        </a:solidFill>
                        <a:latin typeface="ＭＳ Ｐゴシック" panose="020B0600070205080204" pitchFamily="50" charset="-128"/>
                        <a:ea typeface="ＭＳ Ｐゴシック" panose="020B0600070205080204" pitchFamily="50" charset="-128"/>
                      </a:endParaRP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82339986"/>
                  </a:ext>
                </a:extLst>
              </a:tr>
              <a:tr h="597439">
                <a:tc>
                  <a:txBody>
                    <a:bodyPr/>
                    <a:lstStyle/>
                    <a:p>
                      <a:pPr marL="0" marR="0" lvl="0" indent="0" algn="ctr" rtl="0">
                        <a:lnSpc>
                          <a:spcPct val="100000"/>
                        </a:lnSpc>
                        <a:spcBef>
                          <a:spcPts val="0"/>
                        </a:spcBef>
                        <a:spcAft>
                          <a:spcPts val="0"/>
                        </a:spcAft>
                        <a:buClr>
                          <a:schemeClr val="dk1"/>
                        </a:buClr>
                        <a:buSzPts val="2000"/>
                        <a:buFont typeface="Arial"/>
                        <a:buNone/>
                      </a:pPr>
                      <a:r>
                        <a:rPr lang="en-US" sz="1600" b="0" dirty="0">
                          <a:solidFill>
                            <a:schemeClr val="tx1"/>
                          </a:solidFill>
                          <a:latin typeface="ＭＳ Ｐゴシック" panose="020B0600070205080204" pitchFamily="50" charset="-128"/>
                          <a:ea typeface="ＭＳ Ｐゴシック" panose="020B0600070205080204" pitchFamily="50" charset="-128"/>
                        </a:rPr>
                        <a:t>StyleGAN2</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14</a:t>
                      </a: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±3</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4200" marR="4200" marT="4200"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0.025 ± 0.01  </a:t>
                      </a: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altLang="ja-JP" sz="1600" b="0" dirty="0">
                          <a:solidFill>
                            <a:schemeClr val="tx1"/>
                          </a:solidFill>
                          <a:latin typeface="ＭＳ Ｐゴシック" panose="020B0600070205080204" pitchFamily="50" charset="-128"/>
                          <a:ea typeface="ＭＳ Ｐゴシック" panose="020B0600070205080204" pitchFamily="50" charset="-128"/>
                        </a:rPr>
                        <a:t>0.010 ± 0.010</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97439">
                <a:tc>
                  <a:txBody>
                    <a:bodyPr/>
                    <a:lstStyle/>
                    <a:p>
                      <a:pPr marL="0" marR="0" lvl="0" indent="0" algn="ctr" rtl="0">
                        <a:lnSpc>
                          <a:spcPct val="100000"/>
                        </a:lnSpc>
                        <a:spcBef>
                          <a:spcPts val="0"/>
                        </a:spcBef>
                        <a:spcAft>
                          <a:spcPts val="0"/>
                        </a:spcAft>
                        <a:buClr>
                          <a:schemeClr val="dk1"/>
                        </a:buClr>
                        <a:buSzPts val="2000"/>
                        <a:buFont typeface="Arial"/>
                        <a:buNone/>
                      </a:pPr>
                      <a:r>
                        <a:rPr 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StyleGAN2 + </a:t>
                      </a:r>
                      <a:r>
                        <a:rPr lang="ja-JP" alt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潜在空間の分離</a:t>
                      </a:r>
                      <a:r>
                        <a:rPr lang="en-US" altLang="ja-JP"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r>
                        <a:rPr lang="ja-JP" altLang="en-US" sz="1600" b="0" u="none"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rPr>
                        <a:t>年齢</a:t>
                      </a:r>
                      <a:r>
                        <a:rPr lang="ja-JP" alt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・カメラ・スタイル</a:t>
                      </a:r>
                      <a:r>
                        <a:rPr lang="en-US" altLang="ja-JP"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endParaRPr 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13±3</a:t>
                      </a:r>
                      <a:endParaRPr lang="en-US" altLang="ja-JP" sz="1600" b="0" dirty="0">
                        <a:solidFill>
                          <a:schemeClr val="tx1"/>
                        </a:solidFill>
                        <a:latin typeface="ＭＳ Ｐゴシック" panose="020B0600070205080204" pitchFamily="50" charset="-128"/>
                        <a:ea typeface="ＭＳ Ｐゴシック" panose="020B0600070205080204" pitchFamily="50" charset="-128"/>
                      </a:endParaRPr>
                    </a:p>
                  </a:txBody>
                  <a:tcPr marL="4200" marR="4200" marT="4200" marB="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0.025 ± 0.01  </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dirty="0">
                          <a:solidFill>
                            <a:schemeClr val="tx1"/>
                          </a:solidFill>
                          <a:latin typeface="ＭＳ Ｐゴシック" panose="020B0600070205080204" pitchFamily="50" charset="-128"/>
                          <a:ea typeface="ＭＳ Ｐゴシック" panose="020B0600070205080204" pitchFamily="50" charset="-128"/>
                        </a:rPr>
                        <a:t>0.002 ± 0.002</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525" marR="9525" marT="9525" marB="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81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StyleGAN2 + </a:t>
                      </a: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潜在空間の分離</a:t>
                      </a: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r>
                        <a:rPr lang="ja-JP" altLang="en-US" sz="1600" b="0" u="sng"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rPr>
                        <a:t>年齢</a:t>
                      </a: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・カメラ・スタイル</a:t>
                      </a: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距離相関</a:t>
                      </a:r>
                      <a:endPar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11±2</a:t>
                      </a:r>
                      <a:endParaRPr lang="en-US" altLang="ja-JP" sz="1600" b="0" dirty="0">
                        <a:solidFill>
                          <a:schemeClr val="tx1"/>
                        </a:solidFill>
                        <a:latin typeface="ＭＳ Ｐゴシック" panose="020B0600070205080204" pitchFamily="50" charset="-128"/>
                        <a:ea typeface="ＭＳ Ｐゴシック" panose="020B0600070205080204" pitchFamily="50" charset="-128"/>
                      </a:endParaRPr>
                    </a:p>
                  </a:txBody>
                  <a:tcPr marL="4200" marR="4200" marT="4200" marB="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0.031 ± 0.01 </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 </a:t>
                      </a:r>
                      <a:r>
                        <a:rPr lang="en-US" altLang="ja-JP" sz="1600" b="0" dirty="0">
                          <a:solidFill>
                            <a:schemeClr val="tx1"/>
                          </a:solidFill>
                          <a:latin typeface="ＭＳ Ｐゴシック" panose="020B0600070205080204" pitchFamily="50" charset="-128"/>
                          <a:ea typeface="ＭＳ Ｐゴシック" panose="020B0600070205080204" pitchFamily="50" charset="-128"/>
                        </a:rPr>
                        <a:t>0.006 ± 0.006</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49489">
                <a:tc>
                  <a:txBody>
                    <a:bodyPr/>
                    <a:lstStyle/>
                    <a:p>
                      <a:pPr marL="0" marR="0" lvl="0" indent="0" algn="ctr" rtl="0">
                        <a:spcBef>
                          <a:spcPts val="0"/>
                        </a:spcBef>
                        <a:spcAft>
                          <a:spcPts val="0"/>
                        </a:spcAft>
                        <a:buNone/>
                      </a:pPr>
                      <a:r>
                        <a:rPr lang="en-US" altLang="ja-JP"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StyleGAN2 + </a:t>
                      </a:r>
                      <a:r>
                        <a:rPr lang="ja-JP" alt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潜在空間の分離</a:t>
                      </a:r>
                      <a:r>
                        <a:rPr lang="en-US" altLang="ja-JP"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r>
                        <a:rPr lang="ja-JP" altLang="en-US" sz="1600" b="0" u="none"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rPr>
                        <a:t>人種</a:t>
                      </a:r>
                      <a:r>
                        <a:rPr lang="ja-JP" alt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・カメラ・スタイル</a:t>
                      </a:r>
                      <a:r>
                        <a:rPr lang="en-US" altLang="ja-JP"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 </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12±2</a:t>
                      </a:r>
                      <a:endParaRPr lang="en-US" altLang="ja-JP" sz="1600" b="0" dirty="0">
                        <a:solidFill>
                          <a:schemeClr val="tx1"/>
                        </a:solidFill>
                        <a:latin typeface="ＭＳ Ｐゴシック" panose="020B0600070205080204" pitchFamily="50" charset="-128"/>
                        <a:ea typeface="ＭＳ Ｐゴシック" panose="020B0600070205080204" pitchFamily="50" charset="-128"/>
                      </a:endParaRPr>
                    </a:p>
                  </a:txBody>
                  <a:tcPr marL="4200" marR="4200" marT="4200" marB="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0.025 ± 0.01</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0.010 ± 0.020</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01266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StyleGAN2 + </a:t>
                      </a: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潜在空間の分離</a:t>
                      </a: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r>
                        <a:rPr lang="ja-JP" altLang="en-US" sz="1600" b="0" u="sng"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rPr>
                        <a:t>人種</a:t>
                      </a: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・カメラ・スタイル</a:t>
                      </a: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距離相関</a:t>
                      </a:r>
                      <a:endParaRPr lang="ja-JP" altLang="en-US" sz="1600" b="0" u="sng" dirty="0">
                        <a:solidFill>
                          <a:schemeClr val="tx1"/>
                        </a:solidFill>
                        <a:latin typeface="ＭＳ Ｐゴシック" panose="020B0600070205080204" pitchFamily="50" charset="-128"/>
                        <a:ea typeface="ＭＳ Ｐゴシック" panose="020B0600070205080204" pitchFamily="50" charset="-128"/>
                      </a:endParaRPr>
                    </a:p>
                    <a:p>
                      <a:pPr marL="0" marR="0" lvl="0" indent="0" algn="ctr" rtl="0">
                        <a:spcBef>
                          <a:spcPts val="0"/>
                        </a:spcBef>
                        <a:spcAft>
                          <a:spcPts val="0"/>
                        </a:spcAft>
                        <a:buNone/>
                      </a:pP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dirty="0">
                          <a:solidFill>
                            <a:schemeClr val="tx1"/>
                          </a:solidFill>
                          <a:latin typeface="ＭＳ Ｐゴシック" panose="020B0600070205080204" pitchFamily="50" charset="-128"/>
                          <a:ea typeface="ＭＳ Ｐゴシック" panose="020B0600070205080204" pitchFamily="50" charset="-128"/>
                        </a:rPr>
                        <a:t>13 ± 2</a:t>
                      </a:r>
                    </a:p>
                  </a:txBody>
                  <a:tcPr marL="4200" marR="4200" marT="4200"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0.027 ± 0.01</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0.002 ± 0.001</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593627596"/>
                  </a:ext>
                </a:extLst>
              </a:tr>
            </a:tbl>
          </a:graphicData>
        </a:graphic>
      </p:graphicFrame>
      <p:sp>
        <p:nvSpPr>
          <p:cNvPr id="3" name="テキスト ボックス 2">
            <a:extLst>
              <a:ext uri="{FF2B5EF4-FFF2-40B4-BE49-F238E27FC236}">
                <a16:creationId xmlns:a16="http://schemas.microsoft.com/office/drawing/2014/main" id="{A4A50082-EA9B-A1EA-58EB-22622A00E7AC}"/>
              </a:ext>
            </a:extLst>
          </p:cNvPr>
          <p:cNvSpPr txBox="1"/>
          <p:nvPr/>
        </p:nvSpPr>
        <p:spPr>
          <a:xfrm>
            <a:off x="443890" y="5922000"/>
            <a:ext cx="12161940" cy="461665"/>
          </a:xfrm>
          <a:prstGeom prst="rect">
            <a:avLst/>
          </a:prstGeom>
          <a:noFill/>
        </p:spPr>
        <p:txBody>
          <a:bodyPr wrap="square">
            <a:spAutoFit/>
          </a:bodyPr>
          <a:lstStyle/>
          <a:p>
            <a:pPr marL="285750" indent="-285750">
              <a:buFont typeface="Wingdings" panose="05000000000000000000" pitchFamily="2" charset="2"/>
              <a:buChar char="ü"/>
            </a:pPr>
            <a:r>
              <a:rPr lang="ja-JP" altLang="en-US" sz="2400" dirty="0">
                <a:latin typeface="ＭＳ Ｐゴシック" panose="020B0600070205080204" pitchFamily="50" charset="-128"/>
                <a:ea typeface="ＭＳ Ｐゴシック" panose="020B0600070205080204" pitchFamily="50" charset="-128"/>
              </a:rPr>
              <a:t>合成画像の質の低下はなく、高精度な生成を維持しながら潜在空間の独立性を向上</a:t>
            </a:r>
          </a:p>
        </p:txBody>
      </p:sp>
      <p:sp>
        <p:nvSpPr>
          <p:cNvPr id="11" name="四角形: 角を丸くする 10">
            <a:extLst>
              <a:ext uri="{FF2B5EF4-FFF2-40B4-BE49-F238E27FC236}">
                <a16:creationId xmlns:a16="http://schemas.microsoft.com/office/drawing/2014/main" id="{BB11F127-1DA6-22BA-7F6A-2DA83E91B246}"/>
              </a:ext>
            </a:extLst>
          </p:cNvPr>
          <p:cNvSpPr/>
          <p:nvPr/>
        </p:nvSpPr>
        <p:spPr>
          <a:xfrm>
            <a:off x="8848725" y="995551"/>
            <a:ext cx="1563169" cy="388974"/>
          </a:xfrm>
          <a:prstGeom prst="roundRect">
            <a:avLst/>
          </a:prstGeom>
          <a:solidFill>
            <a:schemeClr val="accent6">
              <a:lumMod val="20000"/>
              <a:lumOff val="8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2DFFF113-2A57-11FC-4F43-DD3836D4CE1D}"/>
              </a:ext>
            </a:extLst>
          </p:cNvPr>
          <p:cNvSpPr txBox="1"/>
          <p:nvPr/>
        </p:nvSpPr>
        <p:spPr>
          <a:xfrm>
            <a:off x="9024281" y="1000515"/>
            <a:ext cx="1212056" cy="369332"/>
          </a:xfrm>
          <a:prstGeom prst="rect">
            <a:avLst/>
          </a:prstGeom>
          <a:noFill/>
        </p:spPr>
        <p:txBody>
          <a:bodyPr wrap="square">
            <a:spAutoFit/>
          </a:bodyPr>
          <a:lstStyle/>
          <a:p>
            <a:r>
              <a:rPr lang="ja-JP" altLang="en-US" sz="1800" dirty="0">
                <a:solidFill>
                  <a:schemeClr val="tx1">
                    <a:lumMod val="75000"/>
                    <a:lumOff val="25000"/>
                  </a:schemeClr>
                </a:solidFill>
                <a:latin typeface="MS PGothic" panose="020B0600070205080204" pitchFamily="34" charset="-128"/>
                <a:ea typeface="MS PGothic" panose="020B0600070205080204" pitchFamily="34" charset="-128"/>
              </a:rPr>
              <a:t>生成性能</a:t>
            </a:r>
            <a:endParaRPr lang="ja-JP" altLang="en-US" dirty="0"/>
          </a:p>
        </p:txBody>
      </p:sp>
    </p:spTree>
    <p:extLst>
      <p:ext uri="{BB962C8B-B14F-4D97-AF65-F5344CB8AC3E}">
        <p14:creationId xmlns:p14="http://schemas.microsoft.com/office/powerpoint/2010/main" val="2496882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814F8-407D-AC00-8342-234EBB410B8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A53CCAC-D13D-6D0D-6CDF-FC1908D7F3F3}"/>
              </a:ext>
            </a:extLst>
          </p:cNvPr>
          <p:cNvSpPr txBox="1">
            <a:spLocks noGrp="1" noRot="1" noMove="1" noResize="1" noEditPoints="1" noAdjustHandles="1" noChangeArrowheads="1" noChangeShapeType="1"/>
          </p:cNvSpPr>
          <p:nvPr/>
        </p:nvSpPr>
        <p:spPr>
          <a:xfrm>
            <a:off x="360000" y="216000"/>
            <a:ext cx="4600940"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　制御可能な生成</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A7677E37-5876-F66B-0139-93DDA4227037}"/>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8" name="TextBox 10">
            <a:extLst>
              <a:ext uri="{FF2B5EF4-FFF2-40B4-BE49-F238E27FC236}">
                <a16:creationId xmlns:a16="http://schemas.microsoft.com/office/drawing/2014/main" id="{3BE4309D-057E-E247-9B76-16F70F06E829}"/>
              </a:ext>
            </a:extLst>
          </p:cNvPr>
          <p:cNvSpPr txBox="1"/>
          <p:nvPr/>
        </p:nvSpPr>
        <p:spPr>
          <a:xfrm>
            <a:off x="359999" y="1100548"/>
            <a:ext cx="8260126"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年齢</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撮影機器</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スタイルで潜在空間を分離したモデル</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2" name="Picture 2">
            <a:extLst>
              <a:ext uri="{FF2B5EF4-FFF2-40B4-BE49-F238E27FC236}">
                <a16:creationId xmlns:a16="http://schemas.microsoft.com/office/drawing/2014/main" id="{AB84E377-1BB4-7770-8252-8F265D9AD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2201" y="1976017"/>
            <a:ext cx="10120649" cy="3519825"/>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52408D10-4568-65DD-28A7-0DD4C02E280D}"/>
              </a:ext>
            </a:extLst>
          </p:cNvPr>
          <p:cNvSpPr txBox="1"/>
          <p:nvPr/>
        </p:nvSpPr>
        <p:spPr>
          <a:xfrm>
            <a:off x="-95250" y="2686734"/>
            <a:ext cx="2095500" cy="523220"/>
          </a:xfrm>
          <a:prstGeom prst="rect">
            <a:avLst/>
          </a:prstGeom>
          <a:noFill/>
        </p:spPr>
        <p:txBody>
          <a:bodyPr wrap="square">
            <a:spAutoFit/>
          </a:bodyPr>
          <a:lstStyle/>
          <a:p>
            <a:pPr algn="ctr"/>
            <a:r>
              <a:rPr lang="es-ES" altLang="ja-JP" sz="1400" dirty="0">
                <a:latin typeface="ＭＳ Ｐゴシック" panose="020B0600070205080204" pitchFamily="50" charset="-128"/>
                <a:ea typeface="ＭＳ Ｐゴシック" panose="020B0600070205080204" pitchFamily="50" charset="-128"/>
              </a:rPr>
              <a:t>22</a:t>
            </a:r>
            <a:r>
              <a:rPr lang="ja-JP" altLang="es-ES" sz="1400" dirty="0">
                <a:latin typeface="ＭＳ Ｐゴシック" panose="020B0600070205080204" pitchFamily="50" charset="-128"/>
                <a:ea typeface="ＭＳ Ｐゴシック" panose="020B0600070205080204" pitchFamily="50" charset="-128"/>
              </a:rPr>
              <a:t>歳</a:t>
            </a:r>
            <a:endParaRPr lang="es-ES" altLang="ja-JP" sz="1400" dirty="0">
              <a:latin typeface="ＭＳ Ｐゴシック" panose="020B0600070205080204" pitchFamily="50" charset="-128"/>
              <a:ea typeface="ＭＳ Ｐゴシック" panose="020B0600070205080204" pitchFamily="50" charset="-128"/>
            </a:endParaRPr>
          </a:p>
          <a:p>
            <a:pPr algn="ctr"/>
            <a:r>
              <a:rPr lang="es-ES" altLang="ja-JP" sz="1400" dirty="0">
                <a:latin typeface="ＭＳ Ｐゴシック" panose="020B0600070205080204" pitchFamily="50" charset="-128"/>
                <a:ea typeface="ＭＳ Ｐゴシック" panose="020B0600070205080204" pitchFamily="50" charset="-128"/>
              </a:rPr>
              <a:t>Topcon NW 400</a:t>
            </a:r>
            <a:endParaRPr lang="ja-JP" altLang="en-US" sz="1400" dirty="0">
              <a:latin typeface="ＭＳ Ｐゴシック" panose="020B0600070205080204" pitchFamily="50" charset="-128"/>
              <a:ea typeface="ＭＳ Ｐゴシック" panose="020B0600070205080204" pitchFamily="50" charset="-128"/>
            </a:endParaRPr>
          </a:p>
        </p:txBody>
      </p:sp>
      <p:sp>
        <p:nvSpPr>
          <p:cNvPr id="7" name="テキスト ボックス 6">
            <a:extLst>
              <a:ext uri="{FF2B5EF4-FFF2-40B4-BE49-F238E27FC236}">
                <a16:creationId xmlns:a16="http://schemas.microsoft.com/office/drawing/2014/main" id="{E10A2668-6F0C-D71D-F449-12FF541290B1}"/>
              </a:ext>
            </a:extLst>
          </p:cNvPr>
          <p:cNvSpPr txBox="1"/>
          <p:nvPr/>
        </p:nvSpPr>
        <p:spPr>
          <a:xfrm>
            <a:off x="-95250" y="3740351"/>
            <a:ext cx="2095500" cy="523220"/>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52</a:t>
            </a:r>
            <a:r>
              <a:rPr lang="ja-JP" altLang="en-US" sz="1400" dirty="0">
                <a:latin typeface="ＭＳ Ｐゴシック" panose="020B0600070205080204" pitchFamily="50" charset="-128"/>
                <a:ea typeface="ＭＳ Ｐゴシック" panose="020B0600070205080204" pitchFamily="50" charset="-128"/>
              </a:rPr>
              <a:t>歳</a:t>
            </a:r>
            <a:endParaRPr lang="en-US" altLang="ja-JP" sz="1400" dirty="0">
              <a:latin typeface="ＭＳ Ｐゴシック" panose="020B0600070205080204" pitchFamily="50" charset="-128"/>
              <a:ea typeface="ＭＳ Ｐゴシック" panose="020B0600070205080204" pitchFamily="50" charset="-128"/>
            </a:endParaRPr>
          </a:p>
          <a:p>
            <a:pPr algn="ctr"/>
            <a:r>
              <a:rPr lang="en-US" altLang="ja-JP" sz="1400" dirty="0" err="1">
                <a:latin typeface="ＭＳ Ｐゴシック" panose="020B0600070205080204" pitchFamily="50" charset="-128"/>
                <a:ea typeface="ＭＳ Ｐゴシック" panose="020B0600070205080204" pitchFamily="50" charset="-128"/>
              </a:rPr>
              <a:t>Optovue</a:t>
            </a:r>
            <a:r>
              <a:rPr lang="en-US" altLang="ja-JP" sz="1400" dirty="0">
                <a:latin typeface="ＭＳ Ｐゴシック" panose="020B0600070205080204" pitchFamily="50" charset="-128"/>
                <a:ea typeface="ＭＳ Ｐゴシック" panose="020B0600070205080204" pitchFamily="50" charset="-128"/>
              </a:rPr>
              <a:t> </a:t>
            </a:r>
            <a:r>
              <a:rPr lang="en-US" altLang="ja-JP" sz="1400" dirty="0" err="1">
                <a:latin typeface="ＭＳ Ｐゴシック" panose="020B0600070205080204" pitchFamily="50" charset="-128"/>
                <a:ea typeface="ＭＳ Ｐゴシック" panose="020B0600070205080204" pitchFamily="50" charset="-128"/>
              </a:rPr>
              <a:t>iCam</a:t>
            </a:r>
            <a:endParaRPr lang="ja-JP" altLang="en-US" sz="1400" dirty="0">
              <a:latin typeface="ＭＳ Ｐゴシック" panose="020B0600070205080204" pitchFamily="50" charset="-128"/>
              <a:ea typeface="ＭＳ Ｐゴシック" panose="020B0600070205080204" pitchFamily="50" charset="-128"/>
            </a:endParaRPr>
          </a:p>
        </p:txBody>
      </p:sp>
      <p:sp>
        <p:nvSpPr>
          <p:cNvPr id="11" name="テキスト ボックス 10">
            <a:extLst>
              <a:ext uri="{FF2B5EF4-FFF2-40B4-BE49-F238E27FC236}">
                <a16:creationId xmlns:a16="http://schemas.microsoft.com/office/drawing/2014/main" id="{D5ED6CAA-4295-26AC-8D2C-23BEA00E1C89}"/>
              </a:ext>
            </a:extLst>
          </p:cNvPr>
          <p:cNvSpPr txBox="1"/>
          <p:nvPr/>
        </p:nvSpPr>
        <p:spPr>
          <a:xfrm>
            <a:off x="-95250" y="4677375"/>
            <a:ext cx="2095500" cy="523220"/>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76</a:t>
            </a:r>
            <a:r>
              <a:rPr lang="ja-JP" altLang="en-US" sz="1400" dirty="0">
                <a:latin typeface="ＭＳ Ｐゴシック" panose="020B0600070205080204" pitchFamily="50" charset="-128"/>
                <a:ea typeface="ＭＳ Ｐゴシック" panose="020B0600070205080204" pitchFamily="50" charset="-128"/>
              </a:rPr>
              <a:t>歳</a:t>
            </a:r>
            <a:endParaRPr lang="en-US" altLang="ja-JP" sz="1400" dirty="0">
              <a:latin typeface="ＭＳ Ｐゴシック" panose="020B0600070205080204" pitchFamily="50" charset="-128"/>
              <a:ea typeface="ＭＳ Ｐゴシック" panose="020B0600070205080204" pitchFamily="50" charset="-128"/>
            </a:endParaRPr>
          </a:p>
          <a:p>
            <a:pPr algn="ctr"/>
            <a:r>
              <a:rPr lang="en-US" altLang="ja-JP" sz="1400" dirty="0">
                <a:latin typeface="ＭＳ Ｐゴシック" panose="020B0600070205080204" pitchFamily="50" charset="-128"/>
                <a:ea typeface="ＭＳ Ｐゴシック" panose="020B0600070205080204" pitchFamily="50" charset="-128"/>
              </a:rPr>
              <a:t>Canon CR-1</a:t>
            </a:r>
          </a:p>
        </p:txBody>
      </p:sp>
      <p:sp>
        <p:nvSpPr>
          <p:cNvPr id="12" name="テキスト ボックス 11">
            <a:extLst>
              <a:ext uri="{FF2B5EF4-FFF2-40B4-BE49-F238E27FC236}">
                <a16:creationId xmlns:a16="http://schemas.microsoft.com/office/drawing/2014/main" id="{168215FA-AEB3-704E-E435-66D059D30C06}"/>
              </a:ext>
            </a:extLst>
          </p:cNvPr>
          <p:cNvSpPr txBox="1"/>
          <p:nvPr/>
        </p:nvSpPr>
        <p:spPr>
          <a:xfrm>
            <a:off x="1702201" y="5957299"/>
            <a:ext cx="9620250" cy="461665"/>
          </a:xfrm>
          <a:prstGeom prst="rect">
            <a:avLst/>
          </a:prstGeom>
          <a:noFill/>
        </p:spPr>
        <p:txBody>
          <a:bodyPr wrap="square">
            <a:spAutoFit/>
          </a:bodyPr>
          <a:lstStyle/>
          <a:p>
            <a:pPr marL="285750" indent="-285750">
              <a:buFont typeface="Wingdings" panose="05000000000000000000" pitchFamily="2" charset="2"/>
              <a:buChar char="ü"/>
            </a:pPr>
            <a:r>
              <a:rPr lang="ja-JP" altLang="en-US" sz="2400" dirty="0">
                <a:latin typeface="ＭＳ Ｐゴシック" panose="020B0600070205080204" pitchFamily="50" charset="-128"/>
                <a:ea typeface="ＭＳ Ｐゴシック" panose="020B0600070205080204" pitchFamily="50" charset="-128"/>
              </a:rPr>
              <a:t>年齢・撮影機器・スタイルの潜在空間をそれぞれ独立に調整できる</a:t>
            </a:r>
          </a:p>
        </p:txBody>
      </p:sp>
    </p:spTree>
    <p:extLst>
      <p:ext uri="{BB962C8B-B14F-4D97-AF65-F5344CB8AC3E}">
        <p14:creationId xmlns:p14="http://schemas.microsoft.com/office/powerpoint/2010/main" val="2686215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5FEED-5F81-3DD1-011F-08261E376225}"/>
            </a:ext>
          </a:extLst>
        </p:cNvPr>
        <p:cNvGrpSpPr/>
        <p:nvPr/>
      </p:nvGrpSpPr>
      <p:grpSpPr>
        <a:xfrm>
          <a:off x="0" y="0"/>
          <a:ext cx="0" cy="0"/>
          <a:chOff x="0" y="0"/>
          <a:chExt cx="0" cy="0"/>
        </a:xfrm>
      </p:grpSpPr>
      <p:sp>
        <p:nvSpPr>
          <p:cNvPr id="90" name="正方形/長方形 89">
            <a:extLst>
              <a:ext uri="{FF2B5EF4-FFF2-40B4-BE49-F238E27FC236}">
                <a16:creationId xmlns:a16="http://schemas.microsoft.com/office/drawing/2014/main" id="{D862057D-29F7-B790-A131-51B8448849B6}"/>
              </a:ext>
            </a:extLst>
          </p:cNvPr>
          <p:cNvSpPr/>
          <p:nvPr/>
        </p:nvSpPr>
        <p:spPr>
          <a:xfrm>
            <a:off x="175206" y="1067943"/>
            <a:ext cx="1984410" cy="2708912"/>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23D3C914-EBC4-B8DE-A016-9496F60E08E0}"/>
              </a:ext>
            </a:extLst>
          </p:cNvPr>
          <p:cNvSpPr txBox="1">
            <a:spLocks noGrp="1" noRot="1" noMove="1" noResize="1" noEditPoints="1" noAdjustHandles="1" noChangeArrowheads="1" noChangeShapeType="1"/>
          </p:cNvSpPr>
          <p:nvPr/>
        </p:nvSpPr>
        <p:spPr>
          <a:xfrm>
            <a:off x="360000" y="216000"/>
            <a:ext cx="1005403" cy="584775"/>
          </a:xfrm>
          <a:prstGeom prst="rect">
            <a:avLst/>
          </a:prstGeom>
          <a:noFill/>
        </p:spPr>
        <p:txBody>
          <a:bodyPr wrap="none" rtlCol="0">
            <a:spAutoFit/>
          </a:bodyPr>
          <a:lstStyle/>
          <a:p>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補足</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FA7D993C-384E-950A-4CD8-8341DBBC2D2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6D6D5D69-1DB6-3E04-1B54-BA2FEE2016D3}"/>
              </a:ext>
            </a:extLst>
          </p:cNvPr>
          <p:cNvSpPr txBox="1"/>
          <p:nvPr/>
        </p:nvSpPr>
        <p:spPr>
          <a:xfrm>
            <a:off x="-118982" y="2960376"/>
            <a:ext cx="2570059" cy="707886"/>
          </a:xfrm>
          <a:prstGeom prst="rect">
            <a:avLst/>
          </a:prstGeom>
          <a:noFill/>
        </p:spPr>
        <p:txBody>
          <a:bodyPr wrap="square">
            <a:spAutoFit/>
          </a:bodyPr>
          <a:lstStyle/>
          <a:p>
            <a:pPr algn="ctr"/>
            <a:r>
              <a:rPr lang="es-ES" altLang="ja-JP" sz="2000" dirty="0">
                <a:latin typeface="ＭＳ Ｐゴシック" panose="020B0600070205080204" pitchFamily="50" charset="-128"/>
                <a:ea typeface="ＭＳ Ｐゴシック" panose="020B0600070205080204" pitchFamily="50" charset="-128"/>
              </a:rPr>
              <a:t>22</a:t>
            </a:r>
            <a:r>
              <a:rPr lang="ja-JP" altLang="es-ES" sz="2000" dirty="0">
                <a:latin typeface="ＭＳ Ｐゴシック" panose="020B0600070205080204" pitchFamily="50" charset="-128"/>
                <a:ea typeface="ＭＳ Ｐゴシック" panose="020B0600070205080204" pitchFamily="50" charset="-128"/>
              </a:rPr>
              <a:t>歳</a:t>
            </a:r>
            <a:endParaRPr lang="es-ES" altLang="ja-JP" sz="2000" dirty="0">
              <a:latin typeface="ＭＳ Ｐゴシック" panose="020B0600070205080204" pitchFamily="50" charset="-128"/>
              <a:ea typeface="ＭＳ Ｐゴシック" panose="020B0600070205080204" pitchFamily="50" charset="-128"/>
            </a:endParaRPr>
          </a:p>
          <a:p>
            <a:pPr algn="ctr"/>
            <a:r>
              <a:rPr lang="es-ES" altLang="ja-JP" sz="2000" dirty="0">
                <a:latin typeface="ＭＳ Ｐゴシック" panose="020B0600070205080204" pitchFamily="50" charset="-128"/>
                <a:ea typeface="ＭＳ Ｐゴシック" panose="020B0600070205080204" pitchFamily="50" charset="-128"/>
              </a:rPr>
              <a:t>Topcon NW 400</a:t>
            </a:r>
            <a:endParaRPr lang="ja-JP" altLang="en-US" sz="2000" dirty="0">
              <a:latin typeface="ＭＳ Ｐゴシック" panose="020B0600070205080204" pitchFamily="50" charset="-128"/>
              <a:ea typeface="ＭＳ Ｐゴシック" panose="020B0600070205080204" pitchFamily="50" charset="-128"/>
            </a:endParaRPr>
          </a:p>
        </p:txBody>
      </p:sp>
      <p:pic>
        <p:nvPicPr>
          <p:cNvPr id="48" name="図 47">
            <a:extLst>
              <a:ext uri="{FF2B5EF4-FFF2-40B4-BE49-F238E27FC236}">
                <a16:creationId xmlns:a16="http://schemas.microsoft.com/office/drawing/2014/main" id="{CDCCD50B-077E-7A4A-56BC-2D82DE715C73}"/>
              </a:ext>
            </a:extLst>
          </p:cNvPr>
          <p:cNvPicPr>
            <a:picLocks noChangeAspect="1"/>
          </p:cNvPicPr>
          <p:nvPr/>
        </p:nvPicPr>
        <p:blipFill>
          <a:blip r:embed="rId3"/>
          <a:stretch>
            <a:fillRect/>
          </a:stretch>
        </p:blipFill>
        <p:spPr>
          <a:xfrm>
            <a:off x="3157165" y="4956549"/>
            <a:ext cx="1341280" cy="1200586"/>
          </a:xfrm>
          <a:prstGeom prst="rect">
            <a:avLst/>
          </a:prstGeom>
        </p:spPr>
      </p:pic>
      <p:pic>
        <p:nvPicPr>
          <p:cNvPr id="77" name="図 76">
            <a:extLst>
              <a:ext uri="{FF2B5EF4-FFF2-40B4-BE49-F238E27FC236}">
                <a16:creationId xmlns:a16="http://schemas.microsoft.com/office/drawing/2014/main" id="{D8A3CB18-B697-480C-17A8-403AE00CC360}"/>
              </a:ext>
            </a:extLst>
          </p:cNvPr>
          <p:cNvPicPr>
            <a:picLocks noChangeAspect="1"/>
          </p:cNvPicPr>
          <p:nvPr/>
        </p:nvPicPr>
        <p:blipFill>
          <a:blip r:embed="rId3"/>
          <a:stretch>
            <a:fillRect/>
          </a:stretch>
        </p:blipFill>
        <p:spPr>
          <a:xfrm>
            <a:off x="3224987" y="2069167"/>
            <a:ext cx="1140881" cy="1021208"/>
          </a:xfrm>
          <a:prstGeom prst="rect">
            <a:avLst/>
          </a:prstGeom>
        </p:spPr>
      </p:pic>
      <p:sp>
        <p:nvSpPr>
          <p:cNvPr id="87" name="テキスト ボックス 86">
            <a:extLst>
              <a:ext uri="{FF2B5EF4-FFF2-40B4-BE49-F238E27FC236}">
                <a16:creationId xmlns:a16="http://schemas.microsoft.com/office/drawing/2014/main" id="{B139CDDB-576B-FC7B-3EC2-B46C09489F84}"/>
              </a:ext>
            </a:extLst>
          </p:cNvPr>
          <p:cNvSpPr txBox="1"/>
          <p:nvPr/>
        </p:nvSpPr>
        <p:spPr>
          <a:xfrm>
            <a:off x="2763598" y="6127708"/>
            <a:ext cx="2136736"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潜在空間</a:t>
            </a:r>
            <a:endParaRPr lang="ja-JP" altLang="en-US" sz="2000" dirty="0"/>
          </a:p>
        </p:txBody>
      </p:sp>
      <p:sp>
        <p:nvSpPr>
          <p:cNvPr id="3" name="テキスト ボックス 2">
            <a:extLst>
              <a:ext uri="{FF2B5EF4-FFF2-40B4-BE49-F238E27FC236}">
                <a16:creationId xmlns:a16="http://schemas.microsoft.com/office/drawing/2014/main" id="{4D6D13A5-4CDC-E822-B2A8-8DF3EDD875EE}"/>
              </a:ext>
            </a:extLst>
          </p:cNvPr>
          <p:cNvSpPr txBox="1"/>
          <p:nvPr/>
        </p:nvSpPr>
        <p:spPr>
          <a:xfrm>
            <a:off x="8345515" y="1419779"/>
            <a:ext cx="169044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デコード</a:t>
            </a:r>
          </a:p>
        </p:txBody>
      </p:sp>
      <p:sp>
        <p:nvSpPr>
          <p:cNvPr id="65" name="テキスト ボックス 64">
            <a:extLst>
              <a:ext uri="{FF2B5EF4-FFF2-40B4-BE49-F238E27FC236}">
                <a16:creationId xmlns:a16="http://schemas.microsoft.com/office/drawing/2014/main" id="{2F959C39-0B51-D7F1-E4AD-36EDBB71B0C2}"/>
              </a:ext>
            </a:extLst>
          </p:cNvPr>
          <p:cNvSpPr txBox="1"/>
          <p:nvPr/>
        </p:nvSpPr>
        <p:spPr>
          <a:xfrm>
            <a:off x="3073164" y="949217"/>
            <a:ext cx="2569564" cy="400110"/>
          </a:xfrm>
          <a:prstGeom prst="rect">
            <a:avLst/>
          </a:prstGeom>
          <a:noFill/>
        </p:spPr>
        <p:txBody>
          <a:bodyPr wrap="square">
            <a:spAutoFit/>
          </a:bodyPr>
          <a:lstStyle/>
          <a:p>
            <a:pPr algn="ctr"/>
            <a:r>
              <a:rPr lang="ja-JP" altLang="en-US" sz="2000" dirty="0">
                <a:solidFill>
                  <a:srgbClr val="FF0000"/>
                </a:solidFill>
                <a:latin typeface="ＭＳ Ｐゴシック" panose="020B0600070205080204" pitchFamily="50" charset="-128"/>
                <a:ea typeface="ＭＳ Ｐゴシック" panose="020B0600070205080204" pitchFamily="50" charset="-128"/>
              </a:rPr>
              <a:t>潜在空間の分離</a:t>
            </a:r>
            <a:endParaRPr lang="en-US" altLang="ja-JP" sz="2000" dirty="0">
              <a:solidFill>
                <a:srgbClr val="FF0000"/>
              </a:solidFill>
              <a:latin typeface="ＭＳ Ｐゴシック" panose="020B0600070205080204" pitchFamily="50" charset="-128"/>
              <a:ea typeface="ＭＳ Ｐゴシック" panose="020B0600070205080204" pitchFamily="50" charset="-128"/>
            </a:endParaRPr>
          </a:p>
        </p:txBody>
      </p:sp>
      <p:pic>
        <p:nvPicPr>
          <p:cNvPr id="14" name="図 13">
            <a:extLst>
              <a:ext uri="{FF2B5EF4-FFF2-40B4-BE49-F238E27FC236}">
                <a16:creationId xmlns:a16="http://schemas.microsoft.com/office/drawing/2014/main" id="{90E71750-0DAA-657E-85FA-757B7AF0550B}"/>
              </a:ext>
            </a:extLst>
          </p:cNvPr>
          <p:cNvPicPr>
            <a:picLocks noChangeAspect="1"/>
          </p:cNvPicPr>
          <p:nvPr/>
        </p:nvPicPr>
        <p:blipFill>
          <a:blip r:embed="rId4"/>
          <a:stretch>
            <a:fillRect/>
          </a:stretch>
        </p:blipFill>
        <p:spPr>
          <a:xfrm>
            <a:off x="417343" y="1267290"/>
            <a:ext cx="1524725" cy="1524725"/>
          </a:xfrm>
          <a:prstGeom prst="rect">
            <a:avLst/>
          </a:prstGeom>
        </p:spPr>
      </p:pic>
      <p:sp>
        <p:nvSpPr>
          <p:cNvPr id="15" name="正方形/長方形 14">
            <a:extLst>
              <a:ext uri="{FF2B5EF4-FFF2-40B4-BE49-F238E27FC236}">
                <a16:creationId xmlns:a16="http://schemas.microsoft.com/office/drawing/2014/main" id="{466CEC22-177E-0EF0-4334-AE95467B036B}"/>
              </a:ext>
            </a:extLst>
          </p:cNvPr>
          <p:cNvSpPr/>
          <p:nvPr/>
        </p:nvSpPr>
        <p:spPr>
          <a:xfrm>
            <a:off x="186193" y="3945929"/>
            <a:ext cx="1984410" cy="2708912"/>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テキスト ボックス 8">
            <a:extLst>
              <a:ext uri="{FF2B5EF4-FFF2-40B4-BE49-F238E27FC236}">
                <a16:creationId xmlns:a16="http://schemas.microsoft.com/office/drawing/2014/main" id="{90C16CB4-7851-6D10-8684-0A459D904BCD}"/>
              </a:ext>
            </a:extLst>
          </p:cNvPr>
          <p:cNvSpPr txBox="1"/>
          <p:nvPr/>
        </p:nvSpPr>
        <p:spPr>
          <a:xfrm>
            <a:off x="-106632" y="5793085"/>
            <a:ext cx="2570059" cy="707886"/>
          </a:xfrm>
          <a:prstGeom prst="rect">
            <a:avLst/>
          </a:prstGeom>
          <a:no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52</a:t>
            </a:r>
            <a:r>
              <a:rPr lang="ja-JP" altLang="en-US" sz="2000" dirty="0">
                <a:latin typeface="ＭＳ Ｐゴシック" panose="020B0600070205080204" pitchFamily="50" charset="-128"/>
                <a:ea typeface="ＭＳ Ｐゴシック" panose="020B0600070205080204" pitchFamily="50" charset="-128"/>
              </a:rPr>
              <a:t>歳</a:t>
            </a:r>
            <a:endParaRPr lang="en-US" altLang="ja-JP" sz="2000" dirty="0">
              <a:latin typeface="ＭＳ Ｐゴシック" panose="020B0600070205080204" pitchFamily="50" charset="-128"/>
              <a:ea typeface="ＭＳ Ｐゴシック" panose="020B0600070205080204" pitchFamily="50" charset="-128"/>
            </a:endParaRPr>
          </a:p>
          <a:p>
            <a:pPr algn="ctr"/>
            <a:r>
              <a:rPr lang="en-US" altLang="ja-JP" sz="2000" dirty="0" err="1">
                <a:latin typeface="ＭＳ Ｐゴシック" panose="020B0600070205080204" pitchFamily="50" charset="-128"/>
                <a:ea typeface="ＭＳ Ｐゴシック" panose="020B0600070205080204" pitchFamily="50" charset="-128"/>
              </a:rPr>
              <a:t>Optovue</a:t>
            </a:r>
            <a:r>
              <a:rPr lang="en-US" altLang="ja-JP" sz="2000" dirty="0">
                <a:latin typeface="ＭＳ Ｐゴシック" panose="020B0600070205080204" pitchFamily="50" charset="-128"/>
                <a:ea typeface="ＭＳ Ｐゴシック" panose="020B0600070205080204" pitchFamily="50" charset="-128"/>
              </a:rPr>
              <a:t> </a:t>
            </a:r>
            <a:r>
              <a:rPr lang="en-US" altLang="ja-JP" sz="2000" dirty="0" err="1">
                <a:latin typeface="ＭＳ Ｐゴシック" panose="020B0600070205080204" pitchFamily="50" charset="-128"/>
                <a:ea typeface="ＭＳ Ｐゴシック" panose="020B0600070205080204" pitchFamily="50" charset="-128"/>
              </a:rPr>
              <a:t>iCam</a:t>
            </a:r>
            <a:endParaRPr lang="ja-JP" altLang="en-US" sz="2000" dirty="0">
              <a:latin typeface="ＭＳ Ｐゴシック" panose="020B0600070205080204" pitchFamily="50" charset="-128"/>
              <a:ea typeface="ＭＳ Ｐゴシック" panose="020B0600070205080204" pitchFamily="50" charset="-128"/>
            </a:endParaRPr>
          </a:p>
        </p:txBody>
      </p:sp>
      <p:sp>
        <p:nvSpPr>
          <p:cNvPr id="11" name="テキスト ボックス 10">
            <a:extLst>
              <a:ext uri="{FF2B5EF4-FFF2-40B4-BE49-F238E27FC236}">
                <a16:creationId xmlns:a16="http://schemas.microsoft.com/office/drawing/2014/main" id="{CEA6E856-AF93-5837-A788-2DCF3A6B46DB}"/>
              </a:ext>
            </a:extLst>
          </p:cNvPr>
          <p:cNvSpPr txBox="1"/>
          <p:nvPr/>
        </p:nvSpPr>
        <p:spPr>
          <a:xfrm>
            <a:off x="823265" y="3791453"/>
            <a:ext cx="710263" cy="400110"/>
          </a:xfrm>
          <a:prstGeom prst="rect">
            <a:avLst/>
          </a:prstGeom>
          <a:no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W2</a:t>
            </a:r>
            <a:endParaRPr lang="ja-JP" altLang="en-US" sz="2000" dirty="0">
              <a:latin typeface="ＭＳ Ｐゴシック" panose="020B0600070205080204" pitchFamily="50" charset="-128"/>
              <a:ea typeface="ＭＳ Ｐゴシック" panose="020B0600070205080204" pitchFamily="50" charset="-128"/>
            </a:endParaRPr>
          </a:p>
        </p:txBody>
      </p:sp>
      <p:sp>
        <p:nvSpPr>
          <p:cNvPr id="12" name="テキスト ボックス 11">
            <a:extLst>
              <a:ext uri="{FF2B5EF4-FFF2-40B4-BE49-F238E27FC236}">
                <a16:creationId xmlns:a16="http://schemas.microsoft.com/office/drawing/2014/main" id="{7367FA27-963A-A850-111B-DA6F24EA904E}"/>
              </a:ext>
            </a:extLst>
          </p:cNvPr>
          <p:cNvSpPr txBox="1"/>
          <p:nvPr/>
        </p:nvSpPr>
        <p:spPr>
          <a:xfrm>
            <a:off x="810915" y="878387"/>
            <a:ext cx="710263" cy="400110"/>
          </a:xfrm>
          <a:prstGeom prst="rect">
            <a:avLst/>
          </a:prstGeom>
          <a:no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W1</a:t>
            </a:r>
            <a:endParaRPr lang="ja-JP" altLang="en-US" sz="2000" dirty="0">
              <a:latin typeface="ＭＳ Ｐゴシック" panose="020B0600070205080204" pitchFamily="50" charset="-128"/>
              <a:ea typeface="ＭＳ Ｐゴシック" panose="020B0600070205080204" pitchFamily="50" charset="-128"/>
            </a:endParaRPr>
          </a:p>
        </p:txBody>
      </p:sp>
      <p:sp>
        <p:nvSpPr>
          <p:cNvPr id="17" name="矢印: 右 16">
            <a:extLst>
              <a:ext uri="{FF2B5EF4-FFF2-40B4-BE49-F238E27FC236}">
                <a16:creationId xmlns:a16="http://schemas.microsoft.com/office/drawing/2014/main" id="{7574F2EE-E118-A67C-7528-5D256B8CA9A4}"/>
              </a:ext>
            </a:extLst>
          </p:cNvPr>
          <p:cNvSpPr/>
          <p:nvPr/>
        </p:nvSpPr>
        <p:spPr>
          <a:xfrm>
            <a:off x="2463427" y="2259962"/>
            <a:ext cx="457613" cy="623455"/>
          </a:xfrm>
          <a:prstGeom prst="rightArrow">
            <a:avLst/>
          </a:prstGeom>
          <a:solidFill>
            <a:schemeClr val="bg2">
              <a:lumMod val="9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テキスト ボックス 70">
            <a:extLst>
              <a:ext uri="{FF2B5EF4-FFF2-40B4-BE49-F238E27FC236}">
                <a16:creationId xmlns:a16="http://schemas.microsoft.com/office/drawing/2014/main" id="{A0AB1EA4-769F-C206-3713-8386C9354815}"/>
              </a:ext>
            </a:extLst>
          </p:cNvPr>
          <p:cNvSpPr txBox="1"/>
          <p:nvPr/>
        </p:nvSpPr>
        <p:spPr>
          <a:xfrm>
            <a:off x="2037108" y="1705982"/>
            <a:ext cx="1428152"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エンコード</a:t>
            </a:r>
          </a:p>
        </p:txBody>
      </p:sp>
      <p:sp>
        <p:nvSpPr>
          <p:cNvPr id="18" name="矢印: 右 17">
            <a:extLst>
              <a:ext uri="{FF2B5EF4-FFF2-40B4-BE49-F238E27FC236}">
                <a16:creationId xmlns:a16="http://schemas.microsoft.com/office/drawing/2014/main" id="{AC977C6A-E8FC-A2A4-9032-A48B06707977}"/>
              </a:ext>
            </a:extLst>
          </p:cNvPr>
          <p:cNvSpPr/>
          <p:nvPr/>
        </p:nvSpPr>
        <p:spPr>
          <a:xfrm>
            <a:off x="2510961" y="5300385"/>
            <a:ext cx="518953" cy="623455"/>
          </a:xfrm>
          <a:prstGeom prst="rightArrow">
            <a:avLst/>
          </a:prstGeom>
          <a:solidFill>
            <a:schemeClr val="bg2">
              <a:lumMod val="9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矢印: 右 19">
            <a:extLst>
              <a:ext uri="{FF2B5EF4-FFF2-40B4-BE49-F238E27FC236}">
                <a16:creationId xmlns:a16="http://schemas.microsoft.com/office/drawing/2014/main" id="{8099E51A-1334-DB4D-3B5E-72B8656A39F2}"/>
              </a:ext>
            </a:extLst>
          </p:cNvPr>
          <p:cNvSpPr/>
          <p:nvPr/>
        </p:nvSpPr>
        <p:spPr>
          <a:xfrm>
            <a:off x="4495044" y="2214688"/>
            <a:ext cx="457613" cy="623455"/>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矢印: 右 20">
            <a:extLst>
              <a:ext uri="{FF2B5EF4-FFF2-40B4-BE49-F238E27FC236}">
                <a16:creationId xmlns:a16="http://schemas.microsoft.com/office/drawing/2014/main" id="{28E88F34-247C-F31E-6237-3A59AF9CAFF7}"/>
              </a:ext>
            </a:extLst>
          </p:cNvPr>
          <p:cNvSpPr/>
          <p:nvPr/>
        </p:nvSpPr>
        <p:spPr>
          <a:xfrm>
            <a:off x="4495044" y="5436228"/>
            <a:ext cx="457613" cy="623455"/>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C3D90DB7-DBE3-F1BE-7C9E-97B42A38009F}"/>
              </a:ext>
            </a:extLst>
          </p:cNvPr>
          <p:cNvSpPr txBox="1"/>
          <p:nvPr/>
        </p:nvSpPr>
        <p:spPr>
          <a:xfrm>
            <a:off x="2682900" y="3127693"/>
            <a:ext cx="2136736"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潜在空間</a:t>
            </a:r>
            <a:endParaRPr lang="ja-JP" altLang="en-US" sz="2000" dirty="0"/>
          </a:p>
        </p:txBody>
      </p:sp>
      <p:pic>
        <p:nvPicPr>
          <p:cNvPr id="23" name="図 22">
            <a:extLst>
              <a:ext uri="{FF2B5EF4-FFF2-40B4-BE49-F238E27FC236}">
                <a16:creationId xmlns:a16="http://schemas.microsoft.com/office/drawing/2014/main" id="{06FED9E2-7B11-2DA0-AE73-B7A7982D130E}"/>
              </a:ext>
            </a:extLst>
          </p:cNvPr>
          <p:cNvPicPr>
            <a:picLocks noChangeAspect="1"/>
          </p:cNvPicPr>
          <p:nvPr/>
        </p:nvPicPr>
        <p:blipFill>
          <a:blip r:embed="rId3"/>
          <a:stretch>
            <a:fillRect/>
          </a:stretch>
        </p:blipFill>
        <p:spPr>
          <a:xfrm>
            <a:off x="5454255" y="1106157"/>
            <a:ext cx="815451" cy="729914"/>
          </a:xfrm>
          <a:prstGeom prst="rect">
            <a:avLst/>
          </a:prstGeom>
        </p:spPr>
      </p:pic>
      <p:pic>
        <p:nvPicPr>
          <p:cNvPr id="24" name="図 23">
            <a:extLst>
              <a:ext uri="{FF2B5EF4-FFF2-40B4-BE49-F238E27FC236}">
                <a16:creationId xmlns:a16="http://schemas.microsoft.com/office/drawing/2014/main" id="{6CB0ECC9-421D-4369-8256-0659E5D93D72}"/>
              </a:ext>
            </a:extLst>
          </p:cNvPr>
          <p:cNvPicPr>
            <a:picLocks noChangeAspect="1"/>
          </p:cNvPicPr>
          <p:nvPr/>
        </p:nvPicPr>
        <p:blipFill>
          <a:blip r:embed="rId3"/>
          <a:stretch>
            <a:fillRect/>
          </a:stretch>
        </p:blipFill>
        <p:spPr>
          <a:xfrm>
            <a:off x="5471030" y="2027315"/>
            <a:ext cx="770112" cy="689330"/>
          </a:xfrm>
          <a:prstGeom prst="rect">
            <a:avLst/>
          </a:prstGeom>
        </p:spPr>
      </p:pic>
      <p:pic>
        <p:nvPicPr>
          <p:cNvPr id="25" name="図 24">
            <a:extLst>
              <a:ext uri="{FF2B5EF4-FFF2-40B4-BE49-F238E27FC236}">
                <a16:creationId xmlns:a16="http://schemas.microsoft.com/office/drawing/2014/main" id="{2F8B4F02-410A-2B50-1F90-D0355373161D}"/>
              </a:ext>
            </a:extLst>
          </p:cNvPr>
          <p:cNvPicPr>
            <a:picLocks noChangeAspect="1"/>
          </p:cNvPicPr>
          <p:nvPr/>
        </p:nvPicPr>
        <p:blipFill>
          <a:blip r:embed="rId3"/>
          <a:stretch>
            <a:fillRect/>
          </a:stretch>
        </p:blipFill>
        <p:spPr>
          <a:xfrm>
            <a:off x="5489254" y="2876630"/>
            <a:ext cx="733663" cy="656705"/>
          </a:xfrm>
          <a:prstGeom prst="rect">
            <a:avLst/>
          </a:prstGeom>
        </p:spPr>
      </p:pic>
      <p:sp>
        <p:nvSpPr>
          <p:cNvPr id="29" name="正方形/長方形 28">
            <a:extLst>
              <a:ext uri="{FF2B5EF4-FFF2-40B4-BE49-F238E27FC236}">
                <a16:creationId xmlns:a16="http://schemas.microsoft.com/office/drawing/2014/main" id="{E9DBD4B0-FDE9-E0BA-277F-6046CCB7B672}"/>
              </a:ext>
            </a:extLst>
          </p:cNvPr>
          <p:cNvSpPr/>
          <p:nvPr/>
        </p:nvSpPr>
        <p:spPr>
          <a:xfrm>
            <a:off x="9865550" y="1022466"/>
            <a:ext cx="1984410" cy="270891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テキスト ボックス 29">
            <a:extLst>
              <a:ext uri="{FF2B5EF4-FFF2-40B4-BE49-F238E27FC236}">
                <a16:creationId xmlns:a16="http://schemas.microsoft.com/office/drawing/2014/main" id="{AEC8A2D6-68B7-5D68-2808-D14A05908CAD}"/>
              </a:ext>
            </a:extLst>
          </p:cNvPr>
          <p:cNvSpPr txBox="1"/>
          <p:nvPr/>
        </p:nvSpPr>
        <p:spPr>
          <a:xfrm>
            <a:off x="9571362" y="2914899"/>
            <a:ext cx="2570059" cy="707886"/>
          </a:xfrm>
          <a:prstGeom prst="rect">
            <a:avLst/>
          </a:prstGeom>
          <a:noFill/>
        </p:spPr>
        <p:txBody>
          <a:bodyPr wrap="square">
            <a:spAutoFit/>
          </a:bodyPr>
          <a:lstStyle/>
          <a:p>
            <a:pPr algn="ctr"/>
            <a:r>
              <a:rPr lang="es-ES" altLang="ja-JP" sz="2000" dirty="0">
                <a:solidFill>
                  <a:srgbClr val="FF0000"/>
                </a:solidFill>
                <a:latin typeface="ＭＳ Ｐゴシック" panose="020B0600070205080204" pitchFamily="50" charset="-128"/>
                <a:ea typeface="ＭＳ Ｐゴシック" panose="020B0600070205080204" pitchFamily="50" charset="-128"/>
              </a:rPr>
              <a:t>52</a:t>
            </a:r>
            <a:r>
              <a:rPr lang="ja-JP" altLang="es-ES" sz="2000" dirty="0">
                <a:solidFill>
                  <a:srgbClr val="FF0000"/>
                </a:solidFill>
                <a:latin typeface="ＭＳ Ｐゴシック" panose="020B0600070205080204" pitchFamily="50" charset="-128"/>
                <a:ea typeface="ＭＳ Ｐゴシック" panose="020B0600070205080204" pitchFamily="50" charset="-128"/>
              </a:rPr>
              <a:t>歳</a:t>
            </a:r>
            <a:endParaRPr lang="es-ES" altLang="ja-JP" sz="2000" dirty="0">
              <a:solidFill>
                <a:srgbClr val="FF0000"/>
              </a:solidFill>
              <a:latin typeface="ＭＳ Ｐゴシック" panose="020B0600070205080204" pitchFamily="50" charset="-128"/>
              <a:ea typeface="ＭＳ Ｐゴシック" panose="020B0600070205080204" pitchFamily="50" charset="-128"/>
            </a:endParaRPr>
          </a:p>
          <a:p>
            <a:pPr algn="ctr"/>
            <a:r>
              <a:rPr lang="es-ES" altLang="ja-JP" sz="2000" dirty="0">
                <a:latin typeface="ＭＳ Ｐゴシック" panose="020B0600070205080204" pitchFamily="50" charset="-128"/>
                <a:ea typeface="ＭＳ Ｐゴシック" panose="020B0600070205080204" pitchFamily="50" charset="-128"/>
              </a:rPr>
              <a:t>Topcon NW 400</a:t>
            </a:r>
            <a:endParaRPr lang="ja-JP" altLang="en-US" sz="2000" dirty="0">
              <a:latin typeface="ＭＳ Ｐゴシック" panose="020B0600070205080204" pitchFamily="50" charset="-128"/>
              <a:ea typeface="ＭＳ Ｐゴシック" panose="020B0600070205080204" pitchFamily="50" charset="-128"/>
            </a:endParaRPr>
          </a:p>
        </p:txBody>
      </p:sp>
      <p:sp>
        <p:nvSpPr>
          <p:cNvPr id="32" name="正方形/長方形 31">
            <a:extLst>
              <a:ext uri="{FF2B5EF4-FFF2-40B4-BE49-F238E27FC236}">
                <a16:creationId xmlns:a16="http://schemas.microsoft.com/office/drawing/2014/main" id="{D0A01428-E8F9-ADE8-729A-064C8D1E22FC}"/>
              </a:ext>
            </a:extLst>
          </p:cNvPr>
          <p:cNvSpPr/>
          <p:nvPr/>
        </p:nvSpPr>
        <p:spPr>
          <a:xfrm>
            <a:off x="9865550" y="3933088"/>
            <a:ext cx="1984410" cy="270891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テキスト ボックス 33">
            <a:extLst>
              <a:ext uri="{FF2B5EF4-FFF2-40B4-BE49-F238E27FC236}">
                <a16:creationId xmlns:a16="http://schemas.microsoft.com/office/drawing/2014/main" id="{6CB15C51-8738-CCA4-EF5A-96C151281591}"/>
              </a:ext>
            </a:extLst>
          </p:cNvPr>
          <p:cNvSpPr txBox="1"/>
          <p:nvPr/>
        </p:nvSpPr>
        <p:spPr>
          <a:xfrm>
            <a:off x="9571362" y="5795637"/>
            <a:ext cx="2570059" cy="707886"/>
          </a:xfrm>
          <a:prstGeom prst="rect">
            <a:avLst/>
          </a:prstGeom>
          <a:noFill/>
        </p:spPr>
        <p:txBody>
          <a:bodyPr wrap="square">
            <a:spAutoFit/>
          </a:bodyPr>
          <a:lstStyle/>
          <a:p>
            <a:pPr algn="ctr"/>
            <a:r>
              <a:rPr lang="es-ES" altLang="ja-JP" sz="2000" dirty="0">
                <a:solidFill>
                  <a:srgbClr val="FF0000"/>
                </a:solidFill>
                <a:latin typeface="ＭＳ Ｐゴシック" panose="020B0600070205080204" pitchFamily="50" charset="-128"/>
                <a:ea typeface="ＭＳ Ｐゴシック" panose="020B0600070205080204" pitchFamily="50" charset="-128"/>
              </a:rPr>
              <a:t>22</a:t>
            </a:r>
            <a:r>
              <a:rPr lang="ja-JP" altLang="es-ES" sz="2000" dirty="0">
                <a:solidFill>
                  <a:srgbClr val="FF0000"/>
                </a:solidFill>
                <a:latin typeface="ＭＳ Ｐゴシック" panose="020B0600070205080204" pitchFamily="50" charset="-128"/>
                <a:ea typeface="ＭＳ Ｐゴシック" panose="020B0600070205080204" pitchFamily="50" charset="-128"/>
              </a:rPr>
              <a:t>歳</a:t>
            </a:r>
            <a:endParaRPr lang="es-ES" altLang="ja-JP" sz="2000" dirty="0">
              <a:solidFill>
                <a:srgbClr val="FF0000"/>
              </a:solidFill>
              <a:latin typeface="ＭＳ Ｐゴシック" panose="020B0600070205080204" pitchFamily="50" charset="-128"/>
              <a:ea typeface="ＭＳ Ｐゴシック" panose="020B0600070205080204" pitchFamily="50" charset="-128"/>
            </a:endParaRPr>
          </a:p>
          <a:p>
            <a:pPr algn="ctr"/>
            <a:r>
              <a:rPr lang="en-US" altLang="ja-JP" sz="2000" dirty="0" err="1">
                <a:latin typeface="ＭＳ Ｐゴシック" panose="020B0600070205080204" pitchFamily="50" charset="-128"/>
                <a:ea typeface="ＭＳ Ｐゴシック" panose="020B0600070205080204" pitchFamily="50" charset="-128"/>
              </a:rPr>
              <a:t>Optovue</a:t>
            </a:r>
            <a:r>
              <a:rPr lang="en-US" altLang="ja-JP" sz="2000" dirty="0">
                <a:latin typeface="ＭＳ Ｐゴシック" panose="020B0600070205080204" pitchFamily="50" charset="-128"/>
                <a:ea typeface="ＭＳ Ｐゴシック" panose="020B0600070205080204" pitchFamily="50" charset="-128"/>
              </a:rPr>
              <a:t> </a:t>
            </a:r>
            <a:r>
              <a:rPr lang="en-US" altLang="ja-JP" sz="2000" dirty="0" err="1">
                <a:latin typeface="ＭＳ Ｐゴシック" panose="020B0600070205080204" pitchFamily="50" charset="-128"/>
                <a:ea typeface="ＭＳ Ｐゴシック" panose="020B0600070205080204" pitchFamily="50" charset="-128"/>
              </a:rPr>
              <a:t>iCam</a:t>
            </a:r>
            <a:endParaRPr lang="ja-JP" altLang="en-US" sz="2000" dirty="0">
              <a:latin typeface="ＭＳ Ｐゴシック" panose="020B0600070205080204" pitchFamily="50" charset="-128"/>
              <a:ea typeface="ＭＳ Ｐゴシック" panose="020B0600070205080204" pitchFamily="50" charset="-128"/>
            </a:endParaRPr>
          </a:p>
        </p:txBody>
      </p:sp>
      <p:sp>
        <p:nvSpPr>
          <p:cNvPr id="36" name="矢印: 右 35">
            <a:extLst>
              <a:ext uri="{FF2B5EF4-FFF2-40B4-BE49-F238E27FC236}">
                <a16:creationId xmlns:a16="http://schemas.microsoft.com/office/drawing/2014/main" id="{BB889D3D-F968-99B6-D323-AE70EA71A754}"/>
              </a:ext>
            </a:extLst>
          </p:cNvPr>
          <p:cNvSpPr/>
          <p:nvPr/>
        </p:nvSpPr>
        <p:spPr>
          <a:xfrm>
            <a:off x="8992619" y="2145284"/>
            <a:ext cx="457613" cy="623455"/>
          </a:xfrm>
          <a:prstGeom prst="rightArrow">
            <a:avLst/>
          </a:prstGeom>
          <a:solidFill>
            <a:schemeClr val="bg2">
              <a:lumMod val="9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右 36">
            <a:extLst>
              <a:ext uri="{FF2B5EF4-FFF2-40B4-BE49-F238E27FC236}">
                <a16:creationId xmlns:a16="http://schemas.microsoft.com/office/drawing/2014/main" id="{79D58A06-4BCB-85B6-3DD1-234AF366E039}"/>
              </a:ext>
            </a:extLst>
          </p:cNvPr>
          <p:cNvSpPr/>
          <p:nvPr/>
        </p:nvSpPr>
        <p:spPr>
          <a:xfrm>
            <a:off x="8966052" y="5375316"/>
            <a:ext cx="518953" cy="623455"/>
          </a:xfrm>
          <a:prstGeom prst="rightArrow">
            <a:avLst/>
          </a:prstGeom>
          <a:solidFill>
            <a:schemeClr val="bg2">
              <a:lumMod val="9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44E9889D-220C-FA57-1783-DAA4376CDB01}"/>
              </a:ext>
            </a:extLst>
          </p:cNvPr>
          <p:cNvSpPr txBox="1"/>
          <p:nvPr/>
        </p:nvSpPr>
        <p:spPr>
          <a:xfrm>
            <a:off x="5415634" y="1362586"/>
            <a:ext cx="918975"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22</a:t>
            </a:r>
            <a:r>
              <a:rPr lang="ja-JP" altLang="en-US" sz="1600" dirty="0">
                <a:latin typeface="ＭＳ Ｐゴシック" panose="020B0600070205080204" pitchFamily="50" charset="-128"/>
                <a:ea typeface="ＭＳ Ｐゴシック" panose="020B0600070205080204" pitchFamily="50" charset="-128"/>
              </a:rPr>
              <a:t>歳</a:t>
            </a:r>
            <a:endParaRPr lang="ja-JP" altLang="en-US" sz="1600" dirty="0"/>
          </a:p>
        </p:txBody>
      </p:sp>
      <p:sp>
        <p:nvSpPr>
          <p:cNvPr id="41" name="テキスト ボックス 40">
            <a:extLst>
              <a:ext uri="{FF2B5EF4-FFF2-40B4-BE49-F238E27FC236}">
                <a16:creationId xmlns:a16="http://schemas.microsoft.com/office/drawing/2014/main" id="{B1ABFDF5-7135-9F97-C904-3B091320BDA0}"/>
              </a:ext>
            </a:extLst>
          </p:cNvPr>
          <p:cNvSpPr txBox="1"/>
          <p:nvPr/>
        </p:nvSpPr>
        <p:spPr>
          <a:xfrm>
            <a:off x="4994168" y="2239886"/>
            <a:ext cx="1690255" cy="338554"/>
          </a:xfrm>
          <a:prstGeom prst="rect">
            <a:avLst/>
          </a:prstGeom>
          <a:noFill/>
        </p:spPr>
        <p:txBody>
          <a:bodyPr wrap="square">
            <a:spAutoFit/>
          </a:bodyPr>
          <a:lstStyle/>
          <a:p>
            <a:pPr algn="ctr"/>
            <a:r>
              <a:rPr lang="es-ES" altLang="ja-JP" sz="1600" dirty="0">
                <a:latin typeface="ＭＳ Ｐゴシック" panose="020B0600070205080204" pitchFamily="50" charset="-128"/>
                <a:ea typeface="ＭＳ Ｐゴシック" panose="020B0600070205080204" pitchFamily="50" charset="-128"/>
              </a:rPr>
              <a:t>Topcon NW 400</a:t>
            </a:r>
            <a:endParaRPr lang="ja-JP" altLang="en-US" sz="1600" dirty="0">
              <a:latin typeface="ＭＳ Ｐゴシック" panose="020B0600070205080204" pitchFamily="50" charset="-128"/>
              <a:ea typeface="ＭＳ Ｐゴシック" panose="020B0600070205080204" pitchFamily="50" charset="-128"/>
            </a:endParaRPr>
          </a:p>
        </p:txBody>
      </p:sp>
      <p:sp>
        <p:nvSpPr>
          <p:cNvPr id="42" name="テキスト ボックス 41">
            <a:extLst>
              <a:ext uri="{FF2B5EF4-FFF2-40B4-BE49-F238E27FC236}">
                <a16:creationId xmlns:a16="http://schemas.microsoft.com/office/drawing/2014/main" id="{B8968C6F-0C0D-9D93-DEBF-FEFF267127CA}"/>
              </a:ext>
            </a:extLst>
          </p:cNvPr>
          <p:cNvSpPr txBox="1"/>
          <p:nvPr/>
        </p:nvSpPr>
        <p:spPr>
          <a:xfrm>
            <a:off x="5113824" y="3038451"/>
            <a:ext cx="1326313" cy="338554"/>
          </a:xfrm>
          <a:prstGeom prst="rect">
            <a:avLst/>
          </a:prstGeom>
          <a:noFill/>
        </p:spPr>
        <p:txBody>
          <a:bodyPr wrap="square">
            <a:spAutoFit/>
          </a:bodyPr>
          <a:lstStyle/>
          <a:p>
            <a:pPr algn="ctr"/>
            <a:r>
              <a:rPr lang="ja-JP" altLang="en-US" sz="1600" dirty="0">
                <a:latin typeface="ＭＳ Ｐゴシック" panose="020B0600070205080204" pitchFamily="50" charset="-128"/>
                <a:ea typeface="ＭＳ Ｐゴシック" panose="020B0600070205080204" pitchFamily="50" charset="-128"/>
              </a:rPr>
              <a:t>スタイル</a:t>
            </a:r>
            <a:r>
              <a:rPr lang="en-US" altLang="ja-JP" sz="1600" dirty="0">
                <a:latin typeface="ＭＳ Ｐゴシック" panose="020B0600070205080204" pitchFamily="50" charset="-128"/>
                <a:ea typeface="ＭＳ Ｐゴシック" panose="020B0600070205080204" pitchFamily="50" charset="-128"/>
              </a:rPr>
              <a:t>w1</a:t>
            </a:r>
            <a:endParaRPr lang="ja-JP" altLang="en-US" sz="1600" dirty="0">
              <a:latin typeface="ＭＳ Ｐゴシック" panose="020B0600070205080204" pitchFamily="50" charset="-128"/>
              <a:ea typeface="ＭＳ Ｐゴシック" panose="020B0600070205080204" pitchFamily="50" charset="-128"/>
            </a:endParaRPr>
          </a:p>
        </p:txBody>
      </p:sp>
      <p:pic>
        <p:nvPicPr>
          <p:cNvPr id="44" name="図 43">
            <a:extLst>
              <a:ext uri="{FF2B5EF4-FFF2-40B4-BE49-F238E27FC236}">
                <a16:creationId xmlns:a16="http://schemas.microsoft.com/office/drawing/2014/main" id="{82E1BAFD-D0B7-D2B6-BE02-BB09713E7C38}"/>
              </a:ext>
            </a:extLst>
          </p:cNvPr>
          <p:cNvPicPr>
            <a:picLocks noChangeAspect="1"/>
          </p:cNvPicPr>
          <p:nvPr/>
        </p:nvPicPr>
        <p:blipFill>
          <a:blip r:embed="rId5"/>
          <a:stretch>
            <a:fillRect/>
          </a:stretch>
        </p:blipFill>
        <p:spPr>
          <a:xfrm>
            <a:off x="10107687" y="1331941"/>
            <a:ext cx="1444481" cy="1444481"/>
          </a:xfrm>
          <a:prstGeom prst="rect">
            <a:avLst/>
          </a:prstGeom>
        </p:spPr>
      </p:pic>
      <p:pic>
        <p:nvPicPr>
          <p:cNvPr id="46" name="図 45">
            <a:extLst>
              <a:ext uri="{FF2B5EF4-FFF2-40B4-BE49-F238E27FC236}">
                <a16:creationId xmlns:a16="http://schemas.microsoft.com/office/drawing/2014/main" id="{DA072BA1-4F45-C96A-6894-BD455AAF2F22}"/>
              </a:ext>
            </a:extLst>
          </p:cNvPr>
          <p:cNvPicPr>
            <a:picLocks noChangeAspect="1"/>
          </p:cNvPicPr>
          <p:nvPr/>
        </p:nvPicPr>
        <p:blipFill>
          <a:blip r:embed="rId6"/>
          <a:stretch>
            <a:fillRect/>
          </a:stretch>
        </p:blipFill>
        <p:spPr>
          <a:xfrm>
            <a:off x="10107687" y="4212899"/>
            <a:ext cx="1537772" cy="1567345"/>
          </a:xfrm>
          <a:prstGeom prst="rect">
            <a:avLst/>
          </a:prstGeom>
        </p:spPr>
      </p:pic>
      <p:cxnSp>
        <p:nvCxnSpPr>
          <p:cNvPr id="50" name="直線コネクタ 49">
            <a:extLst>
              <a:ext uri="{FF2B5EF4-FFF2-40B4-BE49-F238E27FC236}">
                <a16:creationId xmlns:a16="http://schemas.microsoft.com/office/drawing/2014/main" id="{1FAC7710-8788-16CB-531D-D0DBF3653522}"/>
              </a:ext>
            </a:extLst>
          </p:cNvPr>
          <p:cNvCxnSpPr>
            <a:cxnSpLocks/>
          </p:cNvCxnSpPr>
          <p:nvPr/>
        </p:nvCxnSpPr>
        <p:spPr>
          <a:xfrm>
            <a:off x="96982" y="3831525"/>
            <a:ext cx="11841435"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pic>
        <p:nvPicPr>
          <p:cNvPr id="51" name="図 50">
            <a:extLst>
              <a:ext uri="{FF2B5EF4-FFF2-40B4-BE49-F238E27FC236}">
                <a16:creationId xmlns:a16="http://schemas.microsoft.com/office/drawing/2014/main" id="{CA964613-4928-6939-4BA6-21CF4B33955E}"/>
              </a:ext>
            </a:extLst>
          </p:cNvPr>
          <p:cNvPicPr>
            <a:picLocks noChangeAspect="1"/>
          </p:cNvPicPr>
          <p:nvPr/>
        </p:nvPicPr>
        <p:blipFill>
          <a:blip r:embed="rId3"/>
          <a:stretch>
            <a:fillRect/>
          </a:stretch>
        </p:blipFill>
        <p:spPr>
          <a:xfrm>
            <a:off x="5492876" y="4101011"/>
            <a:ext cx="815451" cy="729914"/>
          </a:xfrm>
          <a:prstGeom prst="rect">
            <a:avLst/>
          </a:prstGeom>
        </p:spPr>
      </p:pic>
      <p:pic>
        <p:nvPicPr>
          <p:cNvPr id="52" name="図 51">
            <a:extLst>
              <a:ext uri="{FF2B5EF4-FFF2-40B4-BE49-F238E27FC236}">
                <a16:creationId xmlns:a16="http://schemas.microsoft.com/office/drawing/2014/main" id="{85F0208E-7CD5-5839-ABE6-52E52E0DBF08}"/>
              </a:ext>
            </a:extLst>
          </p:cNvPr>
          <p:cNvPicPr>
            <a:picLocks noChangeAspect="1"/>
          </p:cNvPicPr>
          <p:nvPr/>
        </p:nvPicPr>
        <p:blipFill>
          <a:blip r:embed="rId3"/>
          <a:stretch>
            <a:fillRect/>
          </a:stretch>
        </p:blipFill>
        <p:spPr>
          <a:xfrm>
            <a:off x="5509651" y="5022169"/>
            <a:ext cx="770112" cy="689330"/>
          </a:xfrm>
          <a:prstGeom prst="rect">
            <a:avLst/>
          </a:prstGeom>
        </p:spPr>
      </p:pic>
      <p:pic>
        <p:nvPicPr>
          <p:cNvPr id="53" name="図 52">
            <a:extLst>
              <a:ext uri="{FF2B5EF4-FFF2-40B4-BE49-F238E27FC236}">
                <a16:creationId xmlns:a16="http://schemas.microsoft.com/office/drawing/2014/main" id="{E60B8295-A9C4-5B5E-1111-E3FD663438E2}"/>
              </a:ext>
            </a:extLst>
          </p:cNvPr>
          <p:cNvPicPr>
            <a:picLocks noChangeAspect="1"/>
          </p:cNvPicPr>
          <p:nvPr/>
        </p:nvPicPr>
        <p:blipFill>
          <a:blip r:embed="rId3"/>
          <a:stretch>
            <a:fillRect/>
          </a:stretch>
        </p:blipFill>
        <p:spPr>
          <a:xfrm>
            <a:off x="5527875" y="5871484"/>
            <a:ext cx="733663" cy="656705"/>
          </a:xfrm>
          <a:prstGeom prst="rect">
            <a:avLst/>
          </a:prstGeom>
        </p:spPr>
      </p:pic>
      <p:sp>
        <p:nvSpPr>
          <p:cNvPr id="54" name="テキスト ボックス 53">
            <a:extLst>
              <a:ext uri="{FF2B5EF4-FFF2-40B4-BE49-F238E27FC236}">
                <a16:creationId xmlns:a16="http://schemas.microsoft.com/office/drawing/2014/main" id="{C356E2F6-C300-398B-6803-DE0922FA5B33}"/>
              </a:ext>
            </a:extLst>
          </p:cNvPr>
          <p:cNvSpPr txBox="1"/>
          <p:nvPr/>
        </p:nvSpPr>
        <p:spPr>
          <a:xfrm>
            <a:off x="5454255" y="4357440"/>
            <a:ext cx="918975"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52</a:t>
            </a:r>
            <a:r>
              <a:rPr lang="ja-JP" altLang="en-US" sz="1600" dirty="0">
                <a:latin typeface="ＭＳ Ｐゴシック" panose="020B0600070205080204" pitchFamily="50" charset="-128"/>
                <a:ea typeface="ＭＳ Ｐゴシック" panose="020B0600070205080204" pitchFamily="50" charset="-128"/>
              </a:rPr>
              <a:t>歳</a:t>
            </a:r>
            <a:endParaRPr lang="ja-JP" altLang="en-US" sz="1600" dirty="0"/>
          </a:p>
        </p:txBody>
      </p:sp>
      <p:sp>
        <p:nvSpPr>
          <p:cNvPr id="55" name="テキスト ボックス 54">
            <a:extLst>
              <a:ext uri="{FF2B5EF4-FFF2-40B4-BE49-F238E27FC236}">
                <a16:creationId xmlns:a16="http://schemas.microsoft.com/office/drawing/2014/main" id="{7EC44DEA-E41E-BD32-1D6A-3CA345BC3033}"/>
              </a:ext>
            </a:extLst>
          </p:cNvPr>
          <p:cNvSpPr txBox="1"/>
          <p:nvPr/>
        </p:nvSpPr>
        <p:spPr>
          <a:xfrm>
            <a:off x="5032789" y="5234740"/>
            <a:ext cx="1690255" cy="338554"/>
          </a:xfrm>
          <a:prstGeom prst="rect">
            <a:avLst/>
          </a:prstGeom>
          <a:noFill/>
        </p:spPr>
        <p:txBody>
          <a:bodyPr wrap="square">
            <a:spAutoFit/>
          </a:bodyPr>
          <a:lstStyle/>
          <a:p>
            <a:pPr algn="ctr"/>
            <a:r>
              <a:rPr lang="en-US" altLang="ja-JP" sz="1600" dirty="0" err="1">
                <a:latin typeface="ＭＳ Ｐゴシック" panose="020B0600070205080204" pitchFamily="50" charset="-128"/>
                <a:ea typeface="ＭＳ Ｐゴシック" panose="020B0600070205080204" pitchFamily="50" charset="-128"/>
              </a:rPr>
              <a:t>Optovue</a:t>
            </a:r>
            <a:r>
              <a:rPr lang="en-US" altLang="ja-JP" sz="1600" dirty="0">
                <a:latin typeface="ＭＳ Ｐゴシック" panose="020B0600070205080204" pitchFamily="50" charset="-128"/>
                <a:ea typeface="ＭＳ Ｐゴシック" panose="020B0600070205080204" pitchFamily="50" charset="-128"/>
              </a:rPr>
              <a:t> </a:t>
            </a:r>
            <a:r>
              <a:rPr lang="en-US" altLang="ja-JP" sz="1600" dirty="0" err="1">
                <a:latin typeface="ＭＳ Ｐゴシック" panose="020B0600070205080204" pitchFamily="50" charset="-128"/>
                <a:ea typeface="ＭＳ Ｐゴシック" panose="020B0600070205080204" pitchFamily="50" charset="-128"/>
              </a:rPr>
              <a:t>iCam</a:t>
            </a:r>
            <a:endParaRPr lang="ja-JP" altLang="en-US" sz="1600" dirty="0">
              <a:latin typeface="ＭＳ Ｐゴシック" panose="020B0600070205080204" pitchFamily="50" charset="-128"/>
              <a:ea typeface="ＭＳ Ｐゴシック" panose="020B0600070205080204" pitchFamily="50" charset="-128"/>
            </a:endParaRPr>
          </a:p>
        </p:txBody>
      </p:sp>
      <p:sp>
        <p:nvSpPr>
          <p:cNvPr id="56" name="テキスト ボックス 55">
            <a:extLst>
              <a:ext uri="{FF2B5EF4-FFF2-40B4-BE49-F238E27FC236}">
                <a16:creationId xmlns:a16="http://schemas.microsoft.com/office/drawing/2014/main" id="{D2197F21-188D-4B62-6B32-5D3A17169A93}"/>
              </a:ext>
            </a:extLst>
          </p:cNvPr>
          <p:cNvSpPr txBox="1"/>
          <p:nvPr/>
        </p:nvSpPr>
        <p:spPr>
          <a:xfrm>
            <a:off x="5152445" y="6033305"/>
            <a:ext cx="1326313" cy="338554"/>
          </a:xfrm>
          <a:prstGeom prst="rect">
            <a:avLst/>
          </a:prstGeom>
          <a:noFill/>
        </p:spPr>
        <p:txBody>
          <a:bodyPr wrap="square">
            <a:spAutoFit/>
          </a:bodyPr>
          <a:lstStyle/>
          <a:p>
            <a:pPr algn="ctr"/>
            <a:r>
              <a:rPr lang="ja-JP" altLang="en-US" sz="1600" dirty="0">
                <a:latin typeface="ＭＳ Ｐゴシック" panose="020B0600070205080204" pitchFamily="50" charset="-128"/>
                <a:ea typeface="ＭＳ Ｐゴシック" panose="020B0600070205080204" pitchFamily="50" charset="-128"/>
              </a:rPr>
              <a:t>スタイル</a:t>
            </a:r>
            <a:r>
              <a:rPr lang="en-US" altLang="ja-JP" sz="1600" dirty="0">
                <a:latin typeface="ＭＳ Ｐゴシック" panose="020B0600070205080204" pitchFamily="50" charset="-128"/>
                <a:ea typeface="ＭＳ Ｐゴシック" panose="020B0600070205080204" pitchFamily="50" charset="-128"/>
              </a:rPr>
              <a:t>w2</a:t>
            </a:r>
            <a:endParaRPr lang="ja-JP" altLang="en-US" sz="1600" dirty="0">
              <a:latin typeface="ＭＳ Ｐゴシック" panose="020B0600070205080204" pitchFamily="50" charset="-128"/>
              <a:ea typeface="ＭＳ Ｐゴシック" panose="020B0600070205080204" pitchFamily="50" charset="-128"/>
            </a:endParaRPr>
          </a:p>
        </p:txBody>
      </p:sp>
      <p:pic>
        <p:nvPicPr>
          <p:cNvPr id="57" name="図 56">
            <a:extLst>
              <a:ext uri="{FF2B5EF4-FFF2-40B4-BE49-F238E27FC236}">
                <a16:creationId xmlns:a16="http://schemas.microsoft.com/office/drawing/2014/main" id="{B111EF20-788A-5FE1-E027-6E8FF72E5B93}"/>
              </a:ext>
            </a:extLst>
          </p:cNvPr>
          <p:cNvPicPr>
            <a:picLocks noChangeAspect="1"/>
          </p:cNvPicPr>
          <p:nvPr/>
        </p:nvPicPr>
        <p:blipFill>
          <a:blip r:embed="rId3"/>
          <a:stretch>
            <a:fillRect/>
          </a:stretch>
        </p:blipFill>
        <p:spPr>
          <a:xfrm>
            <a:off x="7464467" y="1054822"/>
            <a:ext cx="815451" cy="729914"/>
          </a:xfrm>
          <a:prstGeom prst="rect">
            <a:avLst/>
          </a:prstGeom>
        </p:spPr>
      </p:pic>
      <p:pic>
        <p:nvPicPr>
          <p:cNvPr id="58" name="図 57">
            <a:extLst>
              <a:ext uri="{FF2B5EF4-FFF2-40B4-BE49-F238E27FC236}">
                <a16:creationId xmlns:a16="http://schemas.microsoft.com/office/drawing/2014/main" id="{39DB0AF9-45DA-44FB-7F2A-B3A73CF90F2E}"/>
              </a:ext>
            </a:extLst>
          </p:cNvPr>
          <p:cNvPicPr>
            <a:picLocks noChangeAspect="1"/>
          </p:cNvPicPr>
          <p:nvPr/>
        </p:nvPicPr>
        <p:blipFill>
          <a:blip r:embed="rId3"/>
          <a:stretch>
            <a:fillRect/>
          </a:stretch>
        </p:blipFill>
        <p:spPr>
          <a:xfrm>
            <a:off x="7481242" y="1975980"/>
            <a:ext cx="770112" cy="689330"/>
          </a:xfrm>
          <a:prstGeom prst="rect">
            <a:avLst/>
          </a:prstGeom>
        </p:spPr>
      </p:pic>
      <p:pic>
        <p:nvPicPr>
          <p:cNvPr id="59" name="図 58">
            <a:extLst>
              <a:ext uri="{FF2B5EF4-FFF2-40B4-BE49-F238E27FC236}">
                <a16:creationId xmlns:a16="http://schemas.microsoft.com/office/drawing/2014/main" id="{649CA94D-DB2A-FD46-1EB3-9BC4DB72F596}"/>
              </a:ext>
            </a:extLst>
          </p:cNvPr>
          <p:cNvPicPr>
            <a:picLocks noChangeAspect="1"/>
          </p:cNvPicPr>
          <p:nvPr/>
        </p:nvPicPr>
        <p:blipFill>
          <a:blip r:embed="rId3"/>
          <a:stretch>
            <a:fillRect/>
          </a:stretch>
        </p:blipFill>
        <p:spPr>
          <a:xfrm>
            <a:off x="7499466" y="2825295"/>
            <a:ext cx="733663" cy="656705"/>
          </a:xfrm>
          <a:prstGeom prst="rect">
            <a:avLst/>
          </a:prstGeom>
        </p:spPr>
      </p:pic>
      <p:sp>
        <p:nvSpPr>
          <p:cNvPr id="60" name="テキスト ボックス 59">
            <a:extLst>
              <a:ext uri="{FF2B5EF4-FFF2-40B4-BE49-F238E27FC236}">
                <a16:creationId xmlns:a16="http://schemas.microsoft.com/office/drawing/2014/main" id="{EF314CA1-CC33-2545-14E7-186432D8B774}"/>
              </a:ext>
            </a:extLst>
          </p:cNvPr>
          <p:cNvSpPr txBox="1"/>
          <p:nvPr/>
        </p:nvSpPr>
        <p:spPr>
          <a:xfrm>
            <a:off x="7460753" y="1314229"/>
            <a:ext cx="918975" cy="338554"/>
          </a:xfrm>
          <a:prstGeom prst="rect">
            <a:avLst/>
          </a:prstGeom>
          <a:noFill/>
        </p:spPr>
        <p:txBody>
          <a:bodyPr wrap="square">
            <a:spAutoFit/>
          </a:bodyPr>
          <a:lstStyle/>
          <a:p>
            <a:pPr algn="ctr"/>
            <a:r>
              <a:rPr lang="en-US" altLang="ja-JP" sz="1600" dirty="0">
                <a:solidFill>
                  <a:srgbClr val="FF0000"/>
                </a:solidFill>
                <a:latin typeface="ＭＳ Ｐゴシック" panose="020B0600070205080204" pitchFamily="50" charset="-128"/>
                <a:ea typeface="ＭＳ Ｐゴシック" panose="020B0600070205080204" pitchFamily="50" charset="-128"/>
              </a:rPr>
              <a:t>52</a:t>
            </a:r>
            <a:r>
              <a:rPr lang="ja-JP" altLang="en-US" sz="1600" dirty="0">
                <a:solidFill>
                  <a:srgbClr val="FF0000"/>
                </a:solidFill>
                <a:latin typeface="ＭＳ Ｐゴシック" panose="020B0600070205080204" pitchFamily="50" charset="-128"/>
                <a:ea typeface="ＭＳ Ｐゴシック" panose="020B0600070205080204" pitchFamily="50" charset="-128"/>
              </a:rPr>
              <a:t>歳</a:t>
            </a:r>
            <a:endParaRPr lang="ja-JP" altLang="en-US" sz="1600" dirty="0">
              <a:solidFill>
                <a:srgbClr val="FF0000"/>
              </a:solidFill>
            </a:endParaRPr>
          </a:p>
        </p:txBody>
      </p:sp>
      <p:sp>
        <p:nvSpPr>
          <p:cNvPr id="61" name="テキスト ボックス 60">
            <a:extLst>
              <a:ext uri="{FF2B5EF4-FFF2-40B4-BE49-F238E27FC236}">
                <a16:creationId xmlns:a16="http://schemas.microsoft.com/office/drawing/2014/main" id="{C5F23043-808A-8681-A24B-811993F6A5CE}"/>
              </a:ext>
            </a:extLst>
          </p:cNvPr>
          <p:cNvSpPr txBox="1"/>
          <p:nvPr/>
        </p:nvSpPr>
        <p:spPr>
          <a:xfrm>
            <a:off x="7004380" y="2188551"/>
            <a:ext cx="1690255" cy="338554"/>
          </a:xfrm>
          <a:prstGeom prst="rect">
            <a:avLst/>
          </a:prstGeom>
          <a:noFill/>
        </p:spPr>
        <p:txBody>
          <a:bodyPr wrap="square">
            <a:spAutoFit/>
          </a:bodyPr>
          <a:lstStyle/>
          <a:p>
            <a:pPr algn="ctr"/>
            <a:r>
              <a:rPr lang="es-ES" altLang="ja-JP" sz="1600" dirty="0">
                <a:latin typeface="ＭＳ Ｐゴシック" panose="020B0600070205080204" pitchFamily="50" charset="-128"/>
                <a:ea typeface="ＭＳ Ｐゴシック" panose="020B0600070205080204" pitchFamily="50" charset="-128"/>
              </a:rPr>
              <a:t>Topcon NW 400</a:t>
            </a:r>
            <a:endParaRPr lang="ja-JP" altLang="en-US" sz="1600" dirty="0">
              <a:latin typeface="ＭＳ Ｐゴシック" panose="020B0600070205080204" pitchFamily="50" charset="-128"/>
              <a:ea typeface="ＭＳ Ｐゴシック" panose="020B0600070205080204" pitchFamily="50" charset="-128"/>
            </a:endParaRPr>
          </a:p>
        </p:txBody>
      </p:sp>
      <p:sp>
        <p:nvSpPr>
          <p:cNvPr id="62" name="テキスト ボックス 61">
            <a:extLst>
              <a:ext uri="{FF2B5EF4-FFF2-40B4-BE49-F238E27FC236}">
                <a16:creationId xmlns:a16="http://schemas.microsoft.com/office/drawing/2014/main" id="{64472309-6F90-624F-0FCD-667B310BEE16}"/>
              </a:ext>
            </a:extLst>
          </p:cNvPr>
          <p:cNvSpPr txBox="1"/>
          <p:nvPr/>
        </p:nvSpPr>
        <p:spPr>
          <a:xfrm>
            <a:off x="7124036" y="2987116"/>
            <a:ext cx="1326313" cy="338554"/>
          </a:xfrm>
          <a:prstGeom prst="rect">
            <a:avLst/>
          </a:prstGeom>
          <a:noFill/>
        </p:spPr>
        <p:txBody>
          <a:bodyPr wrap="square">
            <a:spAutoFit/>
          </a:bodyPr>
          <a:lstStyle/>
          <a:p>
            <a:pPr algn="ctr"/>
            <a:r>
              <a:rPr lang="ja-JP" altLang="en-US" sz="1600" dirty="0">
                <a:latin typeface="ＭＳ Ｐゴシック" panose="020B0600070205080204" pitchFamily="50" charset="-128"/>
                <a:ea typeface="ＭＳ Ｐゴシック" panose="020B0600070205080204" pitchFamily="50" charset="-128"/>
              </a:rPr>
              <a:t>スタイル</a:t>
            </a:r>
            <a:r>
              <a:rPr lang="en-US" altLang="ja-JP" sz="1600" dirty="0">
                <a:latin typeface="ＭＳ Ｐゴシック" panose="020B0600070205080204" pitchFamily="50" charset="-128"/>
                <a:ea typeface="ＭＳ Ｐゴシック" panose="020B0600070205080204" pitchFamily="50" charset="-128"/>
              </a:rPr>
              <a:t>w1</a:t>
            </a:r>
            <a:endParaRPr lang="ja-JP" altLang="en-US" sz="1600" dirty="0">
              <a:latin typeface="ＭＳ Ｐゴシック" panose="020B0600070205080204" pitchFamily="50" charset="-128"/>
              <a:ea typeface="ＭＳ Ｐゴシック" panose="020B0600070205080204" pitchFamily="50" charset="-128"/>
            </a:endParaRPr>
          </a:p>
        </p:txBody>
      </p:sp>
      <p:pic>
        <p:nvPicPr>
          <p:cNvPr id="63" name="図 62">
            <a:extLst>
              <a:ext uri="{FF2B5EF4-FFF2-40B4-BE49-F238E27FC236}">
                <a16:creationId xmlns:a16="http://schemas.microsoft.com/office/drawing/2014/main" id="{5BBD8C21-7565-9105-ADFD-50FEC8F35177}"/>
              </a:ext>
            </a:extLst>
          </p:cNvPr>
          <p:cNvPicPr>
            <a:picLocks noChangeAspect="1"/>
          </p:cNvPicPr>
          <p:nvPr/>
        </p:nvPicPr>
        <p:blipFill>
          <a:blip r:embed="rId3"/>
          <a:stretch>
            <a:fillRect/>
          </a:stretch>
        </p:blipFill>
        <p:spPr>
          <a:xfrm>
            <a:off x="7503088" y="4049676"/>
            <a:ext cx="815451" cy="729914"/>
          </a:xfrm>
          <a:prstGeom prst="rect">
            <a:avLst/>
          </a:prstGeom>
        </p:spPr>
      </p:pic>
      <p:pic>
        <p:nvPicPr>
          <p:cNvPr id="64" name="図 63">
            <a:extLst>
              <a:ext uri="{FF2B5EF4-FFF2-40B4-BE49-F238E27FC236}">
                <a16:creationId xmlns:a16="http://schemas.microsoft.com/office/drawing/2014/main" id="{D209EA81-4FC5-5C1E-FADA-2BB7A4C9BBBC}"/>
              </a:ext>
            </a:extLst>
          </p:cNvPr>
          <p:cNvPicPr>
            <a:picLocks noChangeAspect="1"/>
          </p:cNvPicPr>
          <p:nvPr/>
        </p:nvPicPr>
        <p:blipFill>
          <a:blip r:embed="rId3"/>
          <a:stretch>
            <a:fillRect/>
          </a:stretch>
        </p:blipFill>
        <p:spPr>
          <a:xfrm>
            <a:off x="7519863" y="4970834"/>
            <a:ext cx="770112" cy="689330"/>
          </a:xfrm>
          <a:prstGeom prst="rect">
            <a:avLst/>
          </a:prstGeom>
        </p:spPr>
      </p:pic>
      <p:pic>
        <p:nvPicPr>
          <p:cNvPr id="66" name="図 65">
            <a:extLst>
              <a:ext uri="{FF2B5EF4-FFF2-40B4-BE49-F238E27FC236}">
                <a16:creationId xmlns:a16="http://schemas.microsoft.com/office/drawing/2014/main" id="{0EF18292-FAE5-9D6B-251E-4C270D0C093B}"/>
              </a:ext>
            </a:extLst>
          </p:cNvPr>
          <p:cNvPicPr>
            <a:picLocks noChangeAspect="1"/>
          </p:cNvPicPr>
          <p:nvPr/>
        </p:nvPicPr>
        <p:blipFill>
          <a:blip r:embed="rId3"/>
          <a:stretch>
            <a:fillRect/>
          </a:stretch>
        </p:blipFill>
        <p:spPr>
          <a:xfrm>
            <a:off x="7538087" y="5820149"/>
            <a:ext cx="733663" cy="656705"/>
          </a:xfrm>
          <a:prstGeom prst="rect">
            <a:avLst/>
          </a:prstGeom>
        </p:spPr>
      </p:pic>
      <p:sp>
        <p:nvSpPr>
          <p:cNvPr id="67" name="テキスト ボックス 66">
            <a:extLst>
              <a:ext uri="{FF2B5EF4-FFF2-40B4-BE49-F238E27FC236}">
                <a16:creationId xmlns:a16="http://schemas.microsoft.com/office/drawing/2014/main" id="{94909FB5-D8AB-33A5-25FF-8909A989D215}"/>
              </a:ext>
            </a:extLst>
          </p:cNvPr>
          <p:cNvSpPr txBox="1"/>
          <p:nvPr/>
        </p:nvSpPr>
        <p:spPr>
          <a:xfrm>
            <a:off x="7464467" y="4306105"/>
            <a:ext cx="918975" cy="338554"/>
          </a:xfrm>
          <a:prstGeom prst="rect">
            <a:avLst/>
          </a:prstGeom>
          <a:noFill/>
        </p:spPr>
        <p:txBody>
          <a:bodyPr wrap="square">
            <a:spAutoFit/>
          </a:bodyPr>
          <a:lstStyle/>
          <a:p>
            <a:pPr algn="ctr"/>
            <a:r>
              <a:rPr lang="en-US" altLang="ja-JP" sz="1600" dirty="0">
                <a:solidFill>
                  <a:srgbClr val="FF0000"/>
                </a:solidFill>
                <a:latin typeface="ＭＳ Ｐゴシック" panose="020B0600070205080204" pitchFamily="50" charset="-128"/>
                <a:ea typeface="ＭＳ Ｐゴシック" panose="020B0600070205080204" pitchFamily="50" charset="-128"/>
              </a:rPr>
              <a:t>22</a:t>
            </a:r>
            <a:r>
              <a:rPr lang="ja-JP" altLang="en-US" sz="1600" dirty="0">
                <a:solidFill>
                  <a:srgbClr val="FF0000"/>
                </a:solidFill>
                <a:latin typeface="ＭＳ Ｐゴシック" panose="020B0600070205080204" pitchFamily="50" charset="-128"/>
                <a:ea typeface="ＭＳ Ｐゴシック" panose="020B0600070205080204" pitchFamily="50" charset="-128"/>
              </a:rPr>
              <a:t>歳</a:t>
            </a:r>
            <a:endParaRPr lang="ja-JP" altLang="en-US" sz="1600" dirty="0">
              <a:solidFill>
                <a:srgbClr val="FF0000"/>
              </a:solidFill>
            </a:endParaRPr>
          </a:p>
        </p:txBody>
      </p:sp>
      <p:sp>
        <p:nvSpPr>
          <p:cNvPr id="68" name="テキスト ボックス 67">
            <a:extLst>
              <a:ext uri="{FF2B5EF4-FFF2-40B4-BE49-F238E27FC236}">
                <a16:creationId xmlns:a16="http://schemas.microsoft.com/office/drawing/2014/main" id="{AFD99D90-DE9B-4FF8-00EE-0FBA7BB10A89}"/>
              </a:ext>
            </a:extLst>
          </p:cNvPr>
          <p:cNvSpPr txBox="1"/>
          <p:nvPr/>
        </p:nvSpPr>
        <p:spPr>
          <a:xfrm>
            <a:off x="7043001" y="5183405"/>
            <a:ext cx="1690255" cy="338554"/>
          </a:xfrm>
          <a:prstGeom prst="rect">
            <a:avLst/>
          </a:prstGeom>
          <a:noFill/>
        </p:spPr>
        <p:txBody>
          <a:bodyPr wrap="square">
            <a:spAutoFit/>
          </a:bodyPr>
          <a:lstStyle/>
          <a:p>
            <a:pPr algn="ctr"/>
            <a:r>
              <a:rPr lang="en-US" altLang="ja-JP" sz="1600" dirty="0" err="1">
                <a:latin typeface="ＭＳ Ｐゴシック" panose="020B0600070205080204" pitchFamily="50" charset="-128"/>
                <a:ea typeface="ＭＳ Ｐゴシック" panose="020B0600070205080204" pitchFamily="50" charset="-128"/>
              </a:rPr>
              <a:t>Optovue</a:t>
            </a:r>
            <a:r>
              <a:rPr lang="en-US" altLang="ja-JP" sz="1600" dirty="0">
                <a:latin typeface="ＭＳ Ｐゴシック" panose="020B0600070205080204" pitchFamily="50" charset="-128"/>
                <a:ea typeface="ＭＳ Ｐゴシック" panose="020B0600070205080204" pitchFamily="50" charset="-128"/>
              </a:rPr>
              <a:t> </a:t>
            </a:r>
            <a:r>
              <a:rPr lang="en-US" altLang="ja-JP" sz="1600" dirty="0" err="1">
                <a:latin typeface="ＭＳ Ｐゴシック" panose="020B0600070205080204" pitchFamily="50" charset="-128"/>
                <a:ea typeface="ＭＳ Ｐゴシック" panose="020B0600070205080204" pitchFamily="50" charset="-128"/>
              </a:rPr>
              <a:t>iCam</a:t>
            </a:r>
            <a:endParaRPr lang="ja-JP" altLang="en-US" sz="1600" dirty="0">
              <a:latin typeface="ＭＳ Ｐゴシック" panose="020B0600070205080204" pitchFamily="50" charset="-128"/>
              <a:ea typeface="ＭＳ Ｐゴシック" panose="020B0600070205080204" pitchFamily="50" charset="-128"/>
            </a:endParaRPr>
          </a:p>
        </p:txBody>
      </p:sp>
      <p:sp>
        <p:nvSpPr>
          <p:cNvPr id="69" name="テキスト ボックス 68">
            <a:extLst>
              <a:ext uri="{FF2B5EF4-FFF2-40B4-BE49-F238E27FC236}">
                <a16:creationId xmlns:a16="http://schemas.microsoft.com/office/drawing/2014/main" id="{A9EC81C2-49B7-5B98-208E-C83C09BC827A}"/>
              </a:ext>
            </a:extLst>
          </p:cNvPr>
          <p:cNvSpPr txBox="1"/>
          <p:nvPr/>
        </p:nvSpPr>
        <p:spPr>
          <a:xfrm>
            <a:off x="7162657" y="5981970"/>
            <a:ext cx="1326313" cy="338554"/>
          </a:xfrm>
          <a:prstGeom prst="rect">
            <a:avLst/>
          </a:prstGeom>
          <a:noFill/>
        </p:spPr>
        <p:txBody>
          <a:bodyPr wrap="square">
            <a:spAutoFit/>
          </a:bodyPr>
          <a:lstStyle/>
          <a:p>
            <a:pPr algn="ctr"/>
            <a:r>
              <a:rPr lang="ja-JP" altLang="en-US" sz="1600" dirty="0">
                <a:latin typeface="ＭＳ Ｐゴシック" panose="020B0600070205080204" pitchFamily="50" charset="-128"/>
                <a:ea typeface="ＭＳ Ｐゴシック" panose="020B0600070205080204" pitchFamily="50" charset="-128"/>
              </a:rPr>
              <a:t>スタイル</a:t>
            </a:r>
            <a:r>
              <a:rPr lang="en-US" altLang="ja-JP" sz="1600" dirty="0">
                <a:latin typeface="ＭＳ Ｐゴシック" panose="020B0600070205080204" pitchFamily="50" charset="-128"/>
                <a:ea typeface="ＭＳ Ｐゴシック" panose="020B0600070205080204" pitchFamily="50" charset="-128"/>
              </a:rPr>
              <a:t>w2</a:t>
            </a:r>
            <a:endParaRPr lang="ja-JP" altLang="en-US" sz="1600" dirty="0">
              <a:latin typeface="ＭＳ Ｐゴシック" panose="020B0600070205080204" pitchFamily="50" charset="-128"/>
              <a:ea typeface="ＭＳ Ｐゴシック" panose="020B0600070205080204" pitchFamily="50" charset="-128"/>
            </a:endParaRPr>
          </a:p>
        </p:txBody>
      </p:sp>
      <p:cxnSp>
        <p:nvCxnSpPr>
          <p:cNvPr id="73" name="コネクタ: 曲線 72">
            <a:extLst>
              <a:ext uri="{FF2B5EF4-FFF2-40B4-BE49-F238E27FC236}">
                <a16:creationId xmlns:a16="http://schemas.microsoft.com/office/drawing/2014/main" id="{22432FCC-C658-8C65-7938-C7C64ECEFD7F}"/>
              </a:ext>
            </a:extLst>
          </p:cNvPr>
          <p:cNvCxnSpPr>
            <a:cxnSpLocks/>
            <a:stCxn id="54" idx="3"/>
            <a:endCxn id="60" idx="1"/>
          </p:cNvCxnSpPr>
          <p:nvPr/>
        </p:nvCxnSpPr>
        <p:spPr>
          <a:xfrm flipV="1">
            <a:off x="6373230" y="1483506"/>
            <a:ext cx="1087523" cy="3043211"/>
          </a:xfrm>
          <a:prstGeom prst="curvedConnector3">
            <a:avLst>
              <a:gd name="adj1" fmla="val 32165"/>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6" name="コネクタ: 曲線 75">
            <a:extLst>
              <a:ext uri="{FF2B5EF4-FFF2-40B4-BE49-F238E27FC236}">
                <a16:creationId xmlns:a16="http://schemas.microsoft.com/office/drawing/2014/main" id="{97994DC5-E3CB-E889-BFE1-9BF15BD560C1}"/>
              </a:ext>
            </a:extLst>
          </p:cNvPr>
          <p:cNvCxnSpPr>
            <a:cxnSpLocks/>
            <a:stCxn id="39" idx="3"/>
            <a:endCxn id="67" idx="1"/>
          </p:cNvCxnSpPr>
          <p:nvPr/>
        </p:nvCxnSpPr>
        <p:spPr>
          <a:xfrm>
            <a:off x="6334609" y="1531863"/>
            <a:ext cx="1129858" cy="2943519"/>
          </a:xfrm>
          <a:prstGeom prst="curved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0" name="テキスト ボックス 79">
            <a:extLst>
              <a:ext uri="{FF2B5EF4-FFF2-40B4-BE49-F238E27FC236}">
                <a16:creationId xmlns:a16="http://schemas.microsoft.com/office/drawing/2014/main" id="{3266917C-2D44-91C2-9052-510915E09FBA}"/>
              </a:ext>
            </a:extLst>
          </p:cNvPr>
          <p:cNvSpPr txBox="1"/>
          <p:nvPr/>
        </p:nvSpPr>
        <p:spPr>
          <a:xfrm>
            <a:off x="5622502" y="3953277"/>
            <a:ext cx="2569564" cy="400110"/>
          </a:xfrm>
          <a:prstGeom prst="rect">
            <a:avLst/>
          </a:prstGeom>
          <a:noFill/>
        </p:spPr>
        <p:txBody>
          <a:bodyPr wrap="square">
            <a:spAutoFit/>
          </a:bodyPr>
          <a:lstStyle/>
          <a:p>
            <a:pPr algn="ctr"/>
            <a:r>
              <a:rPr lang="ja-JP" altLang="en-US" sz="2000" dirty="0">
                <a:solidFill>
                  <a:srgbClr val="FF0000"/>
                </a:solidFill>
                <a:latin typeface="ＭＳ Ｐゴシック" panose="020B0600070205080204" pitchFamily="50" charset="-128"/>
                <a:ea typeface="ＭＳ Ｐゴシック" panose="020B0600070205080204" pitchFamily="50" charset="-128"/>
              </a:rPr>
              <a:t>入れ替える</a:t>
            </a:r>
            <a:endParaRPr lang="en-US" altLang="ja-JP" sz="2000" dirty="0">
              <a:solidFill>
                <a:srgbClr val="FF0000"/>
              </a:solidFill>
              <a:latin typeface="ＭＳ Ｐゴシック" panose="020B0600070205080204" pitchFamily="50" charset="-128"/>
              <a:ea typeface="ＭＳ Ｐゴシック" panose="020B0600070205080204" pitchFamily="50" charset="-128"/>
            </a:endParaRPr>
          </a:p>
        </p:txBody>
      </p:sp>
      <p:sp>
        <p:nvSpPr>
          <p:cNvPr id="81" name="テキスト ボックス 80">
            <a:extLst>
              <a:ext uri="{FF2B5EF4-FFF2-40B4-BE49-F238E27FC236}">
                <a16:creationId xmlns:a16="http://schemas.microsoft.com/office/drawing/2014/main" id="{7DB279E4-72B4-E614-73F1-56C00FB29AAA}"/>
              </a:ext>
            </a:extLst>
          </p:cNvPr>
          <p:cNvSpPr txBox="1"/>
          <p:nvPr/>
        </p:nvSpPr>
        <p:spPr>
          <a:xfrm>
            <a:off x="9912339" y="905266"/>
            <a:ext cx="1771236" cy="400110"/>
          </a:xfrm>
          <a:prstGeom prst="rect">
            <a:avLst/>
          </a:prstGeom>
          <a:no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W1</a:t>
            </a:r>
            <a:r>
              <a:rPr lang="ja-JP" altLang="en-US" sz="2000" dirty="0">
                <a:latin typeface="ＭＳ Ｐゴシック" panose="020B0600070205080204" pitchFamily="50" charset="-128"/>
                <a:ea typeface="ＭＳ Ｐゴシック" panose="020B0600070205080204" pitchFamily="50" charset="-128"/>
              </a:rPr>
              <a:t>　</a:t>
            </a:r>
            <a:r>
              <a:rPr lang="en-US" altLang="ja-JP" sz="2000" dirty="0">
                <a:latin typeface="ＭＳ Ｐゴシック" panose="020B0600070205080204" pitchFamily="50" charset="-128"/>
                <a:ea typeface="ＭＳ Ｐゴシック" panose="020B0600070205080204" pitchFamily="50" charset="-128"/>
              </a:rPr>
              <a:t>Wage2</a:t>
            </a:r>
            <a:endParaRPr lang="ja-JP" altLang="en-US" sz="2000" dirty="0">
              <a:latin typeface="ＭＳ Ｐゴシック" panose="020B0600070205080204" pitchFamily="50" charset="-128"/>
              <a:ea typeface="ＭＳ Ｐゴシック" panose="020B0600070205080204" pitchFamily="50" charset="-128"/>
            </a:endParaRPr>
          </a:p>
        </p:txBody>
      </p:sp>
      <p:sp>
        <p:nvSpPr>
          <p:cNvPr id="83" name="テキスト ボックス 82">
            <a:extLst>
              <a:ext uri="{FF2B5EF4-FFF2-40B4-BE49-F238E27FC236}">
                <a16:creationId xmlns:a16="http://schemas.microsoft.com/office/drawing/2014/main" id="{A2E8DD96-5C20-C42B-FDF1-09757406C775}"/>
              </a:ext>
            </a:extLst>
          </p:cNvPr>
          <p:cNvSpPr txBox="1"/>
          <p:nvPr/>
        </p:nvSpPr>
        <p:spPr>
          <a:xfrm>
            <a:off x="9944309" y="3784000"/>
            <a:ext cx="1771236" cy="400110"/>
          </a:xfrm>
          <a:prstGeom prst="rect">
            <a:avLst/>
          </a:prstGeom>
          <a:no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W2</a:t>
            </a:r>
            <a:r>
              <a:rPr lang="ja-JP" altLang="en-US" sz="2000" dirty="0">
                <a:latin typeface="ＭＳ Ｐゴシック" panose="020B0600070205080204" pitchFamily="50" charset="-128"/>
                <a:ea typeface="ＭＳ Ｐゴシック" panose="020B0600070205080204" pitchFamily="50" charset="-128"/>
              </a:rPr>
              <a:t>　</a:t>
            </a:r>
            <a:r>
              <a:rPr lang="en-US" altLang="ja-JP" sz="2000" dirty="0">
                <a:latin typeface="ＭＳ Ｐゴシック" panose="020B0600070205080204" pitchFamily="50" charset="-128"/>
                <a:ea typeface="ＭＳ Ｐゴシック" panose="020B0600070205080204" pitchFamily="50" charset="-128"/>
              </a:rPr>
              <a:t>Wage1</a:t>
            </a:r>
            <a:endParaRPr lang="ja-JP" altLang="en-US" sz="2000" dirty="0">
              <a:latin typeface="ＭＳ Ｐゴシック" panose="020B0600070205080204" pitchFamily="50" charset="-128"/>
              <a:ea typeface="ＭＳ Ｐゴシック" panose="020B0600070205080204" pitchFamily="50" charset="-128"/>
            </a:endParaRPr>
          </a:p>
        </p:txBody>
      </p:sp>
      <p:pic>
        <p:nvPicPr>
          <p:cNvPr id="85" name="図 84">
            <a:extLst>
              <a:ext uri="{FF2B5EF4-FFF2-40B4-BE49-F238E27FC236}">
                <a16:creationId xmlns:a16="http://schemas.microsoft.com/office/drawing/2014/main" id="{59E350BD-CA24-8349-FFAB-67DA87AD9889}"/>
              </a:ext>
            </a:extLst>
          </p:cNvPr>
          <p:cNvPicPr>
            <a:picLocks noChangeAspect="1"/>
          </p:cNvPicPr>
          <p:nvPr/>
        </p:nvPicPr>
        <p:blipFill>
          <a:blip r:embed="rId7"/>
          <a:stretch>
            <a:fillRect/>
          </a:stretch>
        </p:blipFill>
        <p:spPr>
          <a:xfrm>
            <a:off x="390522" y="4184647"/>
            <a:ext cx="1550709" cy="1526852"/>
          </a:xfrm>
          <a:prstGeom prst="rect">
            <a:avLst/>
          </a:prstGeom>
        </p:spPr>
      </p:pic>
    </p:spTree>
    <p:extLst>
      <p:ext uri="{BB962C8B-B14F-4D97-AF65-F5344CB8AC3E}">
        <p14:creationId xmlns:p14="http://schemas.microsoft.com/office/powerpoint/2010/main" val="3341978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CD5B-2BCC-E609-9B08-7EB45E7B7B0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1B854D0-1938-6DCD-557D-5E04BC1DB390}"/>
              </a:ext>
            </a:extLst>
          </p:cNvPr>
          <p:cNvSpPr txBox="1">
            <a:spLocks noGrp="1" noRot="1" noMove="1" noResize="1" noEditPoints="1" noAdjustHandles="1" noChangeArrowheads="1" noChangeShapeType="1"/>
          </p:cNvSpPr>
          <p:nvPr/>
        </p:nvSpPr>
        <p:spPr>
          <a:xfrm>
            <a:off x="360000" y="216000"/>
            <a:ext cx="4213013"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　制御可能な生成</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72006B63-BBDF-795D-14FB-8EE16E4B3728}"/>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8" name="TextBox 10">
            <a:extLst>
              <a:ext uri="{FF2B5EF4-FFF2-40B4-BE49-F238E27FC236}">
                <a16:creationId xmlns:a16="http://schemas.microsoft.com/office/drawing/2014/main" id="{8372AA39-F6C3-D9EB-31F1-C2ADA4C8A621}"/>
              </a:ext>
            </a:extLst>
          </p:cNvPr>
          <p:cNvSpPr txBox="1"/>
          <p:nvPr/>
        </p:nvSpPr>
        <p:spPr>
          <a:xfrm>
            <a:off x="359999" y="1100548"/>
            <a:ext cx="8593501"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人種</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撮影機器</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スタイルで潜在空間を分離したモデル</a:t>
            </a:r>
          </a:p>
        </p:txBody>
      </p:sp>
      <p:pic>
        <p:nvPicPr>
          <p:cNvPr id="2" name="Picture 2">
            <a:extLst>
              <a:ext uri="{FF2B5EF4-FFF2-40B4-BE49-F238E27FC236}">
                <a16:creationId xmlns:a16="http://schemas.microsoft.com/office/drawing/2014/main" id="{A073BE8C-A818-EBA0-6427-682F36CFB9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6918" y="1890372"/>
            <a:ext cx="10164582" cy="3535104"/>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67DB4757-97AC-402D-400D-5F2691E5C289}"/>
              </a:ext>
            </a:extLst>
          </p:cNvPr>
          <p:cNvSpPr txBox="1"/>
          <p:nvPr/>
        </p:nvSpPr>
        <p:spPr>
          <a:xfrm>
            <a:off x="190500" y="2781984"/>
            <a:ext cx="2095500" cy="523220"/>
          </a:xfrm>
          <a:prstGeom prst="rect">
            <a:avLst/>
          </a:prstGeom>
          <a:noFill/>
        </p:spPr>
        <p:txBody>
          <a:bodyPr wrap="square">
            <a:spAutoFit/>
          </a:bodyPr>
          <a:lstStyle/>
          <a:p>
            <a:pPr algn="ctr"/>
            <a:r>
              <a:rPr lang="ja-JP" altLang="en-US" sz="1400" dirty="0">
                <a:latin typeface="ＭＳ Ｐゴシック" panose="020B0600070205080204" pitchFamily="50" charset="-128"/>
                <a:ea typeface="ＭＳ Ｐゴシック" panose="020B0600070205080204" pitchFamily="50" charset="-128"/>
              </a:rPr>
              <a:t>アフリカ系</a:t>
            </a:r>
            <a:endParaRPr lang="en-US" altLang="ja-JP" sz="1400" dirty="0">
              <a:latin typeface="ＭＳ Ｐゴシック" panose="020B0600070205080204" pitchFamily="50" charset="-128"/>
              <a:ea typeface="ＭＳ Ｐゴシック" panose="020B0600070205080204" pitchFamily="50" charset="-128"/>
            </a:endParaRPr>
          </a:p>
          <a:p>
            <a:pPr algn="ctr"/>
            <a:r>
              <a:rPr lang="es-ES" altLang="ja-JP" sz="1400" dirty="0">
                <a:latin typeface="ＭＳ Ｐゴシック" panose="020B0600070205080204" pitchFamily="50" charset="-128"/>
                <a:ea typeface="ＭＳ Ｐゴシック" panose="020B0600070205080204" pitchFamily="50" charset="-128"/>
              </a:rPr>
              <a:t>Topcon NW 400</a:t>
            </a:r>
          </a:p>
        </p:txBody>
      </p:sp>
      <p:sp>
        <p:nvSpPr>
          <p:cNvPr id="6" name="テキスト ボックス 5">
            <a:extLst>
              <a:ext uri="{FF2B5EF4-FFF2-40B4-BE49-F238E27FC236}">
                <a16:creationId xmlns:a16="http://schemas.microsoft.com/office/drawing/2014/main" id="{3D1B0E59-4FC9-2711-1F72-C0E7CAB05067}"/>
              </a:ext>
            </a:extLst>
          </p:cNvPr>
          <p:cNvSpPr txBox="1"/>
          <p:nvPr/>
        </p:nvSpPr>
        <p:spPr>
          <a:xfrm>
            <a:off x="190500" y="3835601"/>
            <a:ext cx="2095500" cy="523220"/>
          </a:xfrm>
          <a:prstGeom prst="rect">
            <a:avLst/>
          </a:prstGeom>
          <a:noFill/>
        </p:spPr>
        <p:txBody>
          <a:bodyPr wrap="square">
            <a:spAutoFit/>
          </a:bodyPr>
          <a:lstStyle/>
          <a:p>
            <a:pPr algn="ctr"/>
            <a:r>
              <a:rPr lang="ja-JP" altLang="en-US" sz="1400" dirty="0">
                <a:latin typeface="ＭＳ Ｐゴシック" panose="020B0600070205080204" pitchFamily="50" charset="-128"/>
                <a:ea typeface="ＭＳ Ｐゴシック" panose="020B0600070205080204" pitchFamily="50" charset="-128"/>
              </a:rPr>
              <a:t>白人</a:t>
            </a:r>
            <a:endParaRPr lang="en-US" altLang="ja-JP" sz="1400" dirty="0">
              <a:latin typeface="ＭＳ Ｐゴシック" panose="020B0600070205080204" pitchFamily="50" charset="-128"/>
              <a:ea typeface="ＭＳ Ｐゴシック" panose="020B0600070205080204" pitchFamily="50" charset="-128"/>
            </a:endParaRPr>
          </a:p>
          <a:p>
            <a:pPr algn="ctr"/>
            <a:r>
              <a:rPr lang="en-US" altLang="ja-JP" sz="1400" dirty="0" err="1">
                <a:latin typeface="ＭＳ Ｐゴシック" panose="020B0600070205080204" pitchFamily="50" charset="-128"/>
                <a:ea typeface="ＭＳ Ｐゴシック" panose="020B0600070205080204" pitchFamily="50" charset="-128"/>
              </a:rPr>
              <a:t>Optovue</a:t>
            </a:r>
            <a:r>
              <a:rPr lang="en-US" altLang="ja-JP" sz="1400" dirty="0">
                <a:latin typeface="ＭＳ Ｐゴシック" panose="020B0600070205080204" pitchFamily="50" charset="-128"/>
                <a:ea typeface="ＭＳ Ｐゴシック" panose="020B0600070205080204" pitchFamily="50" charset="-128"/>
              </a:rPr>
              <a:t> </a:t>
            </a:r>
            <a:r>
              <a:rPr lang="en-US" altLang="ja-JP" sz="1400" dirty="0" err="1">
                <a:latin typeface="ＭＳ Ｐゴシック" panose="020B0600070205080204" pitchFamily="50" charset="-128"/>
                <a:ea typeface="ＭＳ Ｐゴシック" panose="020B0600070205080204" pitchFamily="50" charset="-128"/>
              </a:rPr>
              <a:t>iCam</a:t>
            </a:r>
            <a:endParaRPr lang="en-US" altLang="ja-JP" sz="1400" dirty="0">
              <a:latin typeface="ＭＳ Ｐゴシック" panose="020B0600070205080204" pitchFamily="50" charset="-128"/>
              <a:ea typeface="ＭＳ Ｐゴシック" panose="020B0600070205080204" pitchFamily="50" charset="-128"/>
            </a:endParaRPr>
          </a:p>
        </p:txBody>
      </p:sp>
      <p:sp>
        <p:nvSpPr>
          <p:cNvPr id="7" name="テキスト ボックス 6">
            <a:extLst>
              <a:ext uri="{FF2B5EF4-FFF2-40B4-BE49-F238E27FC236}">
                <a16:creationId xmlns:a16="http://schemas.microsoft.com/office/drawing/2014/main" id="{2CA74FA9-E2A8-28CF-F6C7-8B29D0BA7887}"/>
              </a:ext>
            </a:extLst>
          </p:cNvPr>
          <p:cNvSpPr txBox="1"/>
          <p:nvPr/>
        </p:nvSpPr>
        <p:spPr>
          <a:xfrm>
            <a:off x="190500" y="4772625"/>
            <a:ext cx="2095500" cy="523220"/>
          </a:xfrm>
          <a:prstGeom prst="rect">
            <a:avLst/>
          </a:prstGeom>
          <a:noFill/>
        </p:spPr>
        <p:txBody>
          <a:bodyPr wrap="square">
            <a:spAutoFit/>
          </a:bodyPr>
          <a:lstStyle/>
          <a:p>
            <a:pPr algn="ctr"/>
            <a:r>
              <a:rPr lang="ja-JP" altLang="en-US" sz="1400" dirty="0">
                <a:latin typeface="ＭＳ Ｐゴシック" panose="020B0600070205080204" pitchFamily="50" charset="-128"/>
                <a:ea typeface="ＭＳ Ｐゴシック" panose="020B0600070205080204" pitchFamily="50" charset="-128"/>
              </a:rPr>
              <a:t>ラテンアメリカ系</a:t>
            </a:r>
            <a:endParaRPr lang="en-US" altLang="ja-JP" sz="1400" dirty="0">
              <a:latin typeface="ＭＳ Ｐゴシック" panose="020B0600070205080204" pitchFamily="50" charset="-128"/>
              <a:ea typeface="ＭＳ Ｐゴシック" panose="020B0600070205080204" pitchFamily="50" charset="-128"/>
            </a:endParaRPr>
          </a:p>
          <a:p>
            <a:pPr algn="ctr"/>
            <a:r>
              <a:rPr lang="en-US" altLang="ja-JP" sz="1400" dirty="0">
                <a:latin typeface="ＭＳ Ｐゴシック" panose="020B0600070205080204" pitchFamily="50" charset="-128"/>
                <a:ea typeface="ＭＳ Ｐゴシック" panose="020B0600070205080204" pitchFamily="50" charset="-128"/>
              </a:rPr>
              <a:t>Canon CR-1</a:t>
            </a:r>
          </a:p>
        </p:txBody>
      </p:sp>
      <p:sp>
        <p:nvSpPr>
          <p:cNvPr id="12" name="テキスト ボックス 11">
            <a:extLst>
              <a:ext uri="{FF2B5EF4-FFF2-40B4-BE49-F238E27FC236}">
                <a16:creationId xmlns:a16="http://schemas.microsoft.com/office/drawing/2014/main" id="{6565272F-BABC-E72D-0931-BFED4EDA4BDC}"/>
              </a:ext>
            </a:extLst>
          </p:cNvPr>
          <p:cNvSpPr txBox="1"/>
          <p:nvPr/>
        </p:nvSpPr>
        <p:spPr>
          <a:xfrm>
            <a:off x="1695450" y="5709649"/>
            <a:ext cx="9620250" cy="461665"/>
          </a:xfrm>
          <a:prstGeom prst="rect">
            <a:avLst/>
          </a:prstGeom>
          <a:noFill/>
        </p:spPr>
        <p:txBody>
          <a:bodyPr wrap="square">
            <a:spAutoFit/>
          </a:bodyPr>
          <a:lstStyle/>
          <a:p>
            <a:pPr marL="285750" indent="-285750">
              <a:buFont typeface="Wingdings" panose="05000000000000000000" pitchFamily="2" charset="2"/>
              <a:buChar char="ü"/>
            </a:pPr>
            <a:r>
              <a:rPr lang="ja-JP" altLang="en-US" sz="2400" dirty="0">
                <a:latin typeface="ＭＳ Ｐゴシック" panose="020B0600070205080204" pitchFamily="50" charset="-128"/>
                <a:ea typeface="ＭＳ Ｐゴシック" panose="020B0600070205080204" pitchFamily="50" charset="-128"/>
              </a:rPr>
              <a:t>人種・撮影機器・スタイルの潜在空間をそれぞれ独立に調整できる</a:t>
            </a:r>
          </a:p>
        </p:txBody>
      </p:sp>
    </p:spTree>
    <p:extLst>
      <p:ext uri="{BB962C8B-B14F-4D97-AF65-F5344CB8AC3E}">
        <p14:creationId xmlns:p14="http://schemas.microsoft.com/office/powerpoint/2010/main" val="3613471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4EFA2-F4D3-5C13-CDB2-739840CE63B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D1006CA-3547-356D-7A49-B68CDCFE79BA}"/>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結言</a:t>
            </a:r>
            <a:endParaRPr kumimoji="1" lang="en-US" altLang="ja-JP" sz="36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450F528C-D06E-FB45-77AB-CF404BE4C8C2}"/>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FB91BB45-86E7-F78A-D382-9D32D24A4822}"/>
              </a:ext>
            </a:extLst>
          </p:cNvPr>
          <p:cNvSpPr txBox="1"/>
          <p:nvPr/>
        </p:nvSpPr>
        <p:spPr>
          <a:xfrm>
            <a:off x="360000" y="1930734"/>
            <a:ext cx="9965837" cy="523220"/>
          </a:xfrm>
          <a:prstGeom prst="rect">
            <a:avLst/>
          </a:prstGeom>
          <a:noFill/>
        </p:spPr>
        <p:txBody>
          <a:bodyPr wrap="square">
            <a:spAutoFit/>
          </a:bodyPr>
          <a:lstStyle/>
          <a:p>
            <a:pPr marL="457200" indent="-457200">
              <a:buFont typeface="Arial" panose="020B0604020202020204" pitchFamily="34" charset="0"/>
              <a:buChar char="•"/>
            </a:pPr>
            <a:r>
              <a:rPr lang="ja-JP" altLang="en-US" sz="2800" dirty="0">
                <a:latin typeface="ＭＳ Ｐゴシック" panose="020B0600070205080204" pitchFamily="50" charset="-128"/>
                <a:ea typeface="ＭＳ Ｐゴシック" panose="020B0600070205080204" pitchFamily="50" charset="-128"/>
              </a:rPr>
              <a:t>距離相関損失の導入による潜在空間の独立性が向上した</a:t>
            </a:r>
          </a:p>
        </p:txBody>
      </p:sp>
      <p:sp>
        <p:nvSpPr>
          <p:cNvPr id="3" name="テキスト ボックス 2">
            <a:extLst>
              <a:ext uri="{FF2B5EF4-FFF2-40B4-BE49-F238E27FC236}">
                <a16:creationId xmlns:a16="http://schemas.microsoft.com/office/drawing/2014/main" id="{724EAEBA-595D-2294-CA07-4D8133586620}"/>
              </a:ext>
            </a:extLst>
          </p:cNvPr>
          <p:cNvSpPr txBox="1"/>
          <p:nvPr/>
        </p:nvSpPr>
        <p:spPr>
          <a:xfrm>
            <a:off x="360000" y="2736502"/>
            <a:ext cx="11311300" cy="1384995"/>
          </a:xfrm>
          <a:prstGeom prst="rect">
            <a:avLst/>
          </a:prstGeom>
          <a:noFill/>
        </p:spPr>
        <p:txBody>
          <a:bodyPr wrap="square">
            <a:spAutoFit/>
          </a:bodyPr>
          <a:lstStyle/>
          <a:p>
            <a:pPr marL="457200" indent="-457200">
              <a:buFont typeface="Arial" panose="020B0604020202020204" pitchFamily="34" charset="0"/>
              <a:buChar char="•"/>
            </a:pPr>
            <a:r>
              <a:rPr lang="ja-JP" altLang="en-US" sz="2800" dirty="0">
                <a:latin typeface="ＭＳ Ｐゴシック" panose="020B0600070205080204" pitchFamily="50" charset="-128"/>
                <a:ea typeface="ＭＳ Ｐゴシック" panose="020B0600070205080204" pitchFamily="50" charset="-128"/>
              </a:rPr>
              <a:t>網膜画像における生成要因（患者属性・撮影機器・スタイル）を統計的に独立な潜在空間に分離し、偽相関を排除した制御可能な高品質の画像生成を実現した</a:t>
            </a:r>
          </a:p>
        </p:txBody>
      </p:sp>
    </p:spTree>
    <p:extLst>
      <p:ext uri="{BB962C8B-B14F-4D97-AF65-F5344CB8AC3E}">
        <p14:creationId xmlns:p14="http://schemas.microsoft.com/office/powerpoint/2010/main" val="1651217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EF33D-3AEB-8B6C-137B-99B98FBEB2E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64BB69A-A194-EB7B-8FDC-2B5E2FBC3246}"/>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kumimoji="1"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endParaRPr kumimoji="1" lang="en-US" altLang="ja-JP" sz="36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BA9C1F6C-D7BF-08C2-B19C-CFAC525BA53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四角形: 角を丸くする 1">
            <a:extLst>
              <a:ext uri="{FF2B5EF4-FFF2-40B4-BE49-F238E27FC236}">
                <a16:creationId xmlns:a16="http://schemas.microsoft.com/office/drawing/2014/main" id="{DABFB0B3-8425-815D-D231-19CC814EDDA6}"/>
              </a:ext>
            </a:extLst>
          </p:cNvPr>
          <p:cNvSpPr/>
          <p:nvPr/>
        </p:nvSpPr>
        <p:spPr>
          <a:xfrm>
            <a:off x="6690361" y="1407636"/>
            <a:ext cx="5268244" cy="501331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1255F58C-8541-B30C-A0B1-EFEBFBA9662E}"/>
              </a:ext>
            </a:extLst>
          </p:cNvPr>
          <p:cNvPicPr>
            <a:picLocks noChangeAspect="1"/>
          </p:cNvPicPr>
          <p:nvPr/>
        </p:nvPicPr>
        <p:blipFill>
          <a:blip r:embed="rId3"/>
          <a:stretch>
            <a:fillRect/>
          </a:stretch>
        </p:blipFill>
        <p:spPr>
          <a:xfrm>
            <a:off x="8442196" y="1807746"/>
            <a:ext cx="1776482" cy="1590136"/>
          </a:xfrm>
          <a:prstGeom prst="rect">
            <a:avLst/>
          </a:prstGeom>
        </p:spPr>
      </p:pic>
      <p:pic>
        <p:nvPicPr>
          <p:cNvPr id="8" name="図 7">
            <a:extLst>
              <a:ext uri="{FF2B5EF4-FFF2-40B4-BE49-F238E27FC236}">
                <a16:creationId xmlns:a16="http://schemas.microsoft.com/office/drawing/2014/main" id="{82952D44-9E67-48FE-5D0C-0764508E1551}"/>
              </a:ext>
            </a:extLst>
          </p:cNvPr>
          <p:cNvPicPr>
            <a:picLocks noChangeAspect="1"/>
          </p:cNvPicPr>
          <p:nvPr/>
        </p:nvPicPr>
        <p:blipFill>
          <a:blip r:embed="rId3"/>
          <a:stretch>
            <a:fillRect/>
          </a:stretch>
        </p:blipFill>
        <p:spPr>
          <a:xfrm>
            <a:off x="7101404" y="4185502"/>
            <a:ext cx="1776482" cy="1590136"/>
          </a:xfrm>
          <a:prstGeom prst="rect">
            <a:avLst/>
          </a:prstGeom>
        </p:spPr>
      </p:pic>
      <p:pic>
        <p:nvPicPr>
          <p:cNvPr id="10" name="図 9">
            <a:extLst>
              <a:ext uri="{FF2B5EF4-FFF2-40B4-BE49-F238E27FC236}">
                <a16:creationId xmlns:a16="http://schemas.microsoft.com/office/drawing/2014/main" id="{9AE484A0-DD1F-CE45-7F50-8ACFD264BC4F}"/>
              </a:ext>
            </a:extLst>
          </p:cNvPr>
          <p:cNvPicPr>
            <a:picLocks noChangeAspect="1"/>
          </p:cNvPicPr>
          <p:nvPr/>
        </p:nvPicPr>
        <p:blipFill>
          <a:blip r:embed="rId3"/>
          <a:stretch>
            <a:fillRect/>
          </a:stretch>
        </p:blipFill>
        <p:spPr>
          <a:xfrm>
            <a:off x="9631060" y="4081000"/>
            <a:ext cx="1776482" cy="1590136"/>
          </a:xfrm>
          <a:prstGeom prst="rect">
            <a:avLst/>
          </a:prstGeom>
        </p:spPr>
      </p:pic>
      <p:sp>
        <p:nvSpPr>
          <p:cNvPr id="11" name="テキスト ボックス 10">
            <a:extLst>
              <a:ext uri="{FF2B5EF4-FFF2-40B4-BE49-F238E27FC236}">
                <a16:creationId xmlns:a16="http://schemas.microsoft.com/office/drawing/2014/main" id="{4D0BF9DE-8093-8E50-483C-5CF4C14C2E51}"/>
              </a:ext>
            </a:extLst>
          </p:cNvPr>
          <p:cNvSpPr txBox="1"/>
          <p:nvPr/>
        </p:nvSpPr>
        <p:spPr>
          <a:xfrm>
            <a:off x="8263408" y="3248739"/>
            <a:ext cx="1850800"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Eth</a:t>
            </a:r>
            <a:r>
              <a:rPr lang="ja-JP" altLang="en-US" b="1" dirty="0">
                <a:solidFill>
                  <a:srgbClr val="FF0000"/>
                </a:solidFill>
                <a:latin typeface="ＭＳ Ｐゴシック" panose="020B0600070205080204" pitchFamily="50" charset="-128"/>
                <a:ea typeface="ＭＳ Ｐゴシック" panose="020B0600070205080204" pitchFamily="50" charset="-128"/>
              </a:rPr>
              <a:t>：人種</a:t>
            </a:r>
            <a:endParaRPr lang="ja-JP" altLang="en-US" b="1" dirty="0">
              <a:solidFill>
                <a:srgbClr val="FF0000"/>
              </a:solidFill>
            </a:endParaRPr>
          </a:p>
        </p:txBody>
      </p:sp>
      <p:sp>
        <p:nvSpPr>
          <p:cNvPr id="12" name="テキスト ボックス 11">
            <a:extLst>
              <a:ext uri="{FF2B5EF4-FFF2-40B4-BE49-F238E27FC236}">
                <a16:creationId xmlns:a16="http://schemas.microsoft.com/office/drawing/2014/main" id="{6A6EFFAE-F803-7CD9-C986-1B0787932BE5}"/>
              </a:ext>
            </a:extLst>
          </p:cNvPr>
          <p:cNvSpPr txBox="1"/>
          <p:nvPr/>
        </p:nvSpPr>
        <p:spPr>
          <a:xfrm>
            <a:off x="6801289" y="5744656"/>
            <a:ext cx="2710190" cy="369332"/>
          </a:xfrm>
          <a:prstGeom prst="rect">
            <a:avLst/>
          </a:prstGeom>
          <a:noFill/>
        </p:spPr>
        <p:txBody>
          <a:bodyPr wrap="square">
            <a:spAutoFit/>
          </a:bodyPr>
          <a:lstStyle/>
          <a:p>
            <a:pPr algn="ctr"/>
            <a:r>
              <a:rPr lang="en-US" altLang="ja-JP" b="1" dirty="0">
                <a:latin typeface="ＭＳ Ｐゴシック" panose="020B0600070205080204" pitchFamily="50" charset="-128"/>
                <a:ea typeface="ＭＳ Ｐゴシック" panose="020B0600070205080204" pitchFamily="50" charset="-128"/>
              </a:rPr>
              <a:t>Cam</a:t>
            </a:r>
            <a:r>
              <a:rPr lang="ja-JP" altLang="en-US" b="1" dirty="0">
                <a:latin typeface="ＭＳ Ｐゴシック" panose="020B0600070205080204" pitchFamily="50" charset="-128"/>
                <a:ea typeface="ＭＳ Ｐゴシック" panose="020B0600070205080204" pitchFamily="50" charset="-128"/>
              </a:rPr>
              <a:t>：撮影機器</a:t>
            </a:r>
          </a:p>
        </p:txBody>
      </p:sp>
      <p:sp>
        <p:nvSpPr>
          <p:cNvPr id="13" name="テキスト ボックス 12">
            <a:extLst>
              <a:ext uri="{FF2B5EF4-FFF2-40B4-BE49-F238E27FC236}">
                <a16:creationId xmlns:a16="http://schemas.microsoft.com/office/drawing/2014/main" id="{F4228185-B8FC-B2A7-3D40-1F42AA458CC5}"/>
              </a:ext>
            </a:extLst>
          </p:cNvPr>
          <p:cNvSpPr txBox="1"/>
          <p:nvPr/>
        </p:nvSpPr>
        <p:spPr>
          <a:xfrm>
            <a:off x="9049391" y="5729132"/>
            <a:ext cx="3202857" cy="369332"/>
          </a:xfrm>
          <a:prstGeom prst="rect">
            <a:avLst/>
          </a:prstGeom>
          <a:noFill/>
        </p:spPr>
        <p:txBody>
          <a:bodyPr wrap="square">
            <a:spAutoFit/>
          </a:bodyPr>
          <a:lstStyle/>
          <a:p>
            <a:pPr algn="ctr"/>
            <a:r>
              <a:rPr lang="en-US" altLang="ja-JP" b="1" dirty="0">
                <a:latin typeface="ＭＳ Ｐゴシック" panose="020B0600070205080204" pitchFamily="50" charset="-128"/>
                <a:ea typeface="ＭＳ Ｐゴシック" panose="020B0600070205080204" pitchFamily="50" charset="-128"/>
              </a:rPr>
              <a:t>Style</a:t>
            </a:r>
            <a:r>
              <a:rPr lang="ja-JP" altLang="en-US" b="1" dirty="0">
                <a:latin typeface="ＭＳ Ｐゴシック" panose="020B0600070205080204" pitchFamily="50" charset="-128"/>
                <a:ea typeface="ＭＳ Ｐゴシック" panose="020B0600070205080204" pitchFamily="50" charset="-128"/>
              </a:rPr>
              <a:t>：スタイル</a:t>
            </a:r>
          </a:p>
        </p:txBody>
      </p:sp>
      <p:sp>
        <p:nvSpPr>
          <p:cNvPr id="14" name="テキスト ボックス 13">
            <a:extLst>
              <a:ext uri="{FF2B5EF4-FFF2-40B4-BE49-F238E27FC236}">
                <a16:creationId xmlns:a16="http://schemas.microsoft.com/office/drawing/2014/main" id="{F635F039-7F11-677C-0DAF-3E806A419F19}"/>
              </a:ext>
            </a:extLst>
          </p:cNvPr>
          <p:cNvSpPr txBox="1"/>
          <p:nvPr/>
        </p:nvSpPr>
        <p:spPr>
          <a:xfrm>
            <a:off x="7549760" y="1190566"/>
            <a:ext cx="3758108" cy="400110"/>
          </a:xfrm>
          <a:prstGeom prst="rect">
            <a:avLst/>
          </a:prstGeom>
          <a:solidFill>
            <a:schemeClr val="bg1"/>
          </a:solid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各因子に分離させた潜在空間</a:t>
            </a:r>
            <a:endParaRPr lang="en-US" altLang="ja-JP" sz="2000" dirty="0">
              <a:latin typeface="ＭＳ Ｐゴシック" panose="020B0600070205080204" pitchFamily="50" charset="-128"/>
              <a:ea typeface="ＭＳ Ｐゴシック" panose="020B0600070205080204" pitchFamily="50" charset="-128"/>
            </a:endParaRPr>
          </a:p>
        </p:txBody>
      </p:sp>
      <p:cxnSp>
        <p:nvCxnSpPr>
          <p:cNvPr id="15" name="直線矢印コネクタ 14">
            <a:extLst>
              <a:ext uri="{FF2B5EF4-FFF2-40B4-BE49-F238E27FC236}">
                <a16:creationId xmlns:a16="http://schemas.microsoft.com/office/drawing/2014/main" id="{4979DC08-C849-6219-17AC-CD9023525EE2}"/>
              </a:ext>
            </a:extLst>
          </p:cNvPr>
          <p:cNvCxnSpPr>
            <a:cxnSpLocks/>
          </p:cNvCxnSpPr>
          <p:nvPr/>
        </p:nvCxnSpPr>
        <p:spPr>
          <a:xfrm flipV="1">
            <a:off x="7968055" y="2681307"/>
            <a:ext cx="696072" cy="195984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1AB415F8-DF3C-DF9A-0A47-621A9A275BF5}"/>
              </a:ext>
            </a:extLst>
          </p:cNvPr>
          <p:cNvCxnSpPr>
            <a:cxnSpLocks/>
          </p:cNvCxnSpPr>
          <p:nvPr/>
        </p:nvCxnSpPr>
        <p:spPr>
          <a:xfrm flipH="1" flipV="1">
            <a:off x="9658493" y="2759230"/>
            <a:ext cx="969641" cy="161125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17B8022C-2387-2B29-49AC-5A6DC82BE9C3}"/>
              </a:ext>
            </a:extLst>
          </p:cNvPr>
          <p:cNvSpPr txBox="1"/>
          <p:nvPr/>
        </p:nvSpPr>
        <p:spPr>
          <a:xfrm>
            <a:off x="10166744" y="3397882"/>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sp>
        <p:nvSpPr>
          <p:cNvPr id="18" name="テキスト ボックス 17">
            <a:extLst>
              <a:ext uri="{FF2B5EF4-FFF2-40B4-BE49-F238E27FC236}">
                <a16:creationId xmlns:a16="http://schemas.microsoft.com/office/drawing/2014/main" id="{60AD2603-C801-65DC-7717-F8EC9EAA0778}"/>
              </a:ext>
            </a:extLst>
          </p:cNvPr>
          <p:cNvSpPr txBox="1"/>
          <p:nvPr/>
        </p:nvSpPr>
        <p:spPr>
          <a:xfrm>
            <a:off x="7216972" y="3798949"/>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cxnSp>
        <p:nvCxnSpPr>
          <p:cNvPr id="19" name="直線矢印コネクタ 18">
            <a:extLst>
              <a:ext uri="{FF2B5EF4-FFF2-40B4-BE49-F238E27FC236}">
                <a16:creationId xmlns:a16="http://schemas.microsoft.com/office/drawing/2014/main" id="{7059008D-7600-6DBD-7000-710131A88579}"/>
              </a:ext>
            </a:extLst>
          </p:cNvPr>
          <p:cNvCxnSpPr>
            <a:cxnSpLocks/>
          </p:cNvCxnSpPr>
          <p:nvPr/>
        </p:nvCxnSpPr>
        <p:spPr>
          <a:xfrm flipV="1">
            <a:off x="8507138" y="5053598"/>
            <a:ext cx="1292407" cy="5919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BB7E728E-A8A6-2513-88A4-3A32F484D0A2}"/>
              </a:ext>
            </a:extLst>
          </p:cNvPr>
          <p:cNvSpPr txBox="1"/>
          <p:nvPr/>
        </p:nvSpPr>
        <p:spPr>
          <a:xfrm>
            <a:off x="8842431" y="4601995"/>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pic>
        <p:nvPicPr>
          <p:cNvPr id="21" name="図 20">
            <a:extLst>
              <a:ext uri="{FF2B5EF4-FFF2-40B4-BE49-F238E27FC236}">
                <a16:creationId xmlns:a16="http://schemas.microsoft.com/office/drawing/2014/main" id="{7EC0883B-DA4D-05E2-88BD-D887E83706BB}"/>
              </a:ext>
            </a:extLst>
          </p:cNvPr>
          <p:cNvPicPr>
            <a:picLocks noChangeAspect="1"/>
          </p:cNvPicPr>
          <p:nvPr/>
        </p:nvPicPr>
        <p:blipFill>
          <a:blip r:embed="rId4"/>
          <a:stretch>
            <a:fillRect/>
          </a:stretch>
        </p:blipFill>
        <p:spPr>
          <a:xfrm>
            <a:off x="7408607" y="4888742"/>
            <a:ext cx="842433" cy="561622"/>
          </a:xfrm>
          <a:prstGeom prst="rect">
            <a:avLst/>
          </a:prstGeom>
        </p:spPr>
      </p:pic>
      <p:pic>
        <p:nvPicPr>
          <p:cNvPr id="22" name="図 21">
            <a:extLst>
              <a:ext uri="{FF2B5EF4-FFF2-40B4-BE49-F238E27FC236}">
                <a16:creationId xmlns:a16="http://schemas.microsoft.com/office/drawing/2014/main" id="{FAC43C47-3C2B-B210-0CE9-9F862A6FEABB}"/>
              </a:ext>
            </a:extLst>
          </p:cNvPr>
          <p:cNvPicPr>
            <a:picLocks noChangeAspect="1"/>
          </p:cNvPicPr>
          <p:nvPr/>
        </p:nvPicPr>
        <p:blipFill>
          <a:blip r:embed="rId5"/>
          <a:stretch>
            <a:fillRect/>
          </a:stretch>
        </p:blipFill>
        <p:spPr>
          <a:xfrm>
            <a:off x="9963198" y="4763806"/>
            <a:ext cx="855476" cy="632309"/>
          </a:xfrm>
          <a:prstGeom prst="rect">
            <a:avLst/>
          </a:prstGeom>
        </p:spPr>
      </p:pic>
      <p:pic>
        <p:nvPicPr>
          <p:cNvPr id="23" name="図 22">
            <a:extLst>
              <a:ext uri="{FF2B5EF4-FFF2-40B4-BE49-F238E27FC236}">
                <a16:creationId xmlns:a16="http://schemas.microsoft.com/office/drawing/2014/main" id="{04D08496-2F80-C34C-ADD9-D0DF7CA7BA27}"/>
              </a:ext>
            </a:extLst>
          </p:cNvPr>
          <p:cNvPicPr>
            <a:picLocks noChangeAspect="1"/>
          </p:cNvPicPr>
          <p:nvPr/>
        </p:nvPicPr>
        <p:blipFill>
          <a:blip r:embed="rId6"/>
          <a:stretch>
            <a:fillRect/>
          </a:stretch>
        </p:blipFill>
        <p:spPr>
          <a:xfrm>
            <a:off x="8775898" y="2482758"/>
            <a:ext cx="825819" cy="627623"/>
          </a:xfrm>
          <a:prstGeom prst="rect">
            <a:avLst/>
          </a:prstGeom>
        </p:spPr>
      </p:pic>
      <p:sp>
        <p:nvSpPr>
          <p:cNvPr id="24" name="四角形: 角を丸くする 23">
            <a:extLst>
              <a:ext uri="{FF2B5EF4-FFF2-40B4-BE49-F238E27FC236}">
                <a16:creationId xmlns:a16="http://schemas.microsoft.com/office/drawing/2014/main" id="{D97E7E3B-1A42-E581-A490-CA89054D24C4}"/>
              </a:ext>
            </a:extLst>
          </p:cNvPr>
          <p:cNvSpPr/>
          <p:nvPr/>
        </p:nvSpPr>
        <p:spPr>
          <a:xfrm>
            <a:off x="670641" y="1407636"/>
            <a:ext cx="5268244" cy="501331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5" name="図 24">
            <a:extLst>
              <a:ext uri="{FF2B5EF4-FFF2-40B4-BE49-F238E27FC236}">
                <a16:creationId xmlns:a16="http://schemas.microsoft.com/office/drawing/2014/main" id="{ED3FCBEF-7A75-C4E8-F2A0-640D2CF3A2FC}"/>
              </a:ext>
            </a:extLst>
          </p:cNvPr>
          <p:cNvPicPr>
            <a:picLocks noChangeAspect="1"/>
          </p:cNvPicPr>
          <p:nvPr/>
        </p:nvPicPr>
        <p:blipFill>
          <a:blip r:embed="rId3"/>
          <a:stretch>
            <a:fillRect/>
          </a:stretch>
        </p:blipFill>
        <p:spPr>
          <a:xfrm>
            <a:off x="2422476" y="1807746"/>
            <a:ext cx="1776482" cy="1590136"/>
          </a:xfrm>
          <a:prstGeom prst="rect">
            <a:avLst/>
          </a:prstGeom>
        </p:spPr>
      </p:pic>
      <p:pic>
        <p:nvPicPr>
          <p:cNvPr id="26" name="図 25">
            <a:extLst>
              <a:ext uri="{FF2B5EF4-FFF2-40B4-BE49-F238E27FC236}">
                <a16:creationId xmlns:a16="http://schemas.microsoft.com/office/drawing/2014/main" id="{6996B64B-DE92-4B9A-5A63-C33376E6129E}"/>
              </a:ext>
            </a:extLst>
          </p:cNvPr>
          <p:cNvPicPr>
            <a:picLocks noChangeAspect="1"/>
          </p:cNvPicPr>
          <p:nvPr/>
        </p:nvPicPr>
        <p:blipFill>
          <a:blip r:embed="rId3"/>
          <a:stretch>
            <a:fillRect/>
          </a:stretch>
        </p:blipFill>
        <p:spPr>
          <a:xfrm>
            <a:off x="1081684" y="4185502"/>
            <a:ext cx="1776482" cy="1590136"/>
          </a:xfrm>
          <a:prstGeom prst="rect">
            <a:avLst/>
          </a:prstGeom>
        </p:spPr>
      </p:pic>
      <p:pic>
        <p:nvPicPr>
          <p:cNvPr id="27" name="図 26">
            <a:extLst>
              <a:ext uri="{FF2B5EF4-FFF2-40B4-BE49-F238E27FC236}">
                <a16:creationId xmlns:a16="http://schemas.microsoft.com/office/drawing/2014/main" id="{4ED50D92-FC18-B3CE-D41E-E3932F475B89}"/>
              </a:ext>
            </a:extLst>
          </p:cNvPr>
          <p:cNvPicPr>
            <a:picLocks noChangeAspect="1"/>
          </p:cNvPicPr>
          <p:nvPr/>
        </p:nvPicPr>
        <p:blipFill>
          <a:blip r:embed="rId3"/>
          <a:stretch>
            <a:fillRect/>
          </a:stretch>
        </p:blipFill>
        <p:spPr>
          <a:xfrm>
            <a:off x="3611340" y="4081000"/>
            <a:ext cx="1776482" cy="1590136"/>
          </a:xfrm>
          <a:prstGeom prst="rect">
            <a:avLst/>
          </a:prstGeom>
        </p:spPr>
      </p:pic>
      <p:sp>
        <p:nvSpPr>
          <p:cNvPr id="28" name="テキスト ボックス 27">
            <a:extLst>
              <a:ext uri="{FF2B5EF4-FFF2-40B4-BE49-F238E27FC236}">
                <a16:creationId xmlns:a16="http://schemas.microsoft.com/office/drawing/2014/main" id="{B8D37F3E-F11C-B7C4-18AB-41F56988B84F}"/>
              </a:ext>
            </a:extLst>
          </p:cNvPr>
          <p:cNvSpPr txBox="1"/>
          <p:nvPr/>
        </p:nvSpPr>
        <p:spPr>
          <a:xfrm>
            <a:off x="2243688" y="3248739"/>
            <a:ext cx="1850800"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Age</a:t>
            </a:r>
            <a:r>
              <a:rPr lang="ja-JP" altLang="en-US" b="1" dirty="0">
                <a:solidFill>
                  <a:srgbClr val="FF0000"/>
                </a:solidFill>
                <a:latin typeface="ＭＳ Ｐゴシック" panose="020B0600070205080204" pitchFamily="50" charset="-128"/>
                <a:ea typeface="ＭＳ Ｐゴシック" panose="020B0600070205080204" pitchFamily="50" charset="-128"/>
              </a:rPr>
              <a:t>：年齢</a:t>
            </a:r>
            <a:endParaRPr lang="ja-JP" altLang="en-US" b="1" dirty="0">
              <a:solidFill>
                <a:srgbClr val="FF0000"/>
              </a:solidFill>
            </a:endParaRPr>
          </a:p>
        </p:txBody>
      </p:sp>
      <p:sp>
        <p:nvSpPr>
          <p:cNvPr id="29" name="テキスト ボックス 28">
            <a:extLst>
              <a:ext uri="{FF2B5EF4-FFF2-40B4-BE49-F238E27FC236}">
                <a16:creationId xmlns:a16="http://schemas.microsoft.com/office/drawing/2014/main" id="{8E68C7AD-1508-17C7-BA12-80E7C8B600AC}"/>
              </a:ext>
            </a:extLst>
          </p:cNvPr>
          <p:cNvSpPr txBox="1"/>
          <p:nvPr/>
        </p:nvSpPr>
        <p:spPr>
          <a:xfrm>
            <a:off x="781569" y="5744656"/>
            <a:ext cx="2710190" cy="369332"/>
          </a:xfrm>
          <a:prstGeom prst="rect">
            <a:avLst/>
          </a:prstGeom>
          <a:noFill/>
        </p:spPr>
        <p:txBody>
          <a:bodyPr wrap="square">
            <a:spAutoFit/>
          </a:bodyPr>
          <a:lstStyle/>
          <a:p>
            <a:pPr algn="ctr"/>
            <a:r>
              <a:rPr lang="en-US" altLang="ja-JP" b="1" dirty="0">
                <a:latin typeface="ＭＳ Ｐゴシック" panose="020B0600070205080204" pitchFamily="50" charset="-128"/>
                <a:ea typeface="ＭＳ Ｐゴシック" panose="020B0600070205080204" pitchFamily="50" charset="-128"/>
              </a:rPr>
              <a:t>Cam</a:t>
            </a:r>
            <a:r>
              <a:rPr lang="ja-JP" altLang="en-US" b="1" dirty="0">
                <a:latin typeface="ＭＳ Ｐゴシック" panose="020B0600070205080204" pitchFamily="50" charset="-128"/>
                <a:ea typeface="ＭＳ Ｐゴシック" panose="020B0600070205080204" pitchFamily="50" charset="-128"/>
              </a:rPr>
              <a:t>：撮影機器</a:t>
            </a:r>
          </a:p>
        </p:txBody>
      </p:sp>
      <p:sp>
        <p:nvSpPr>
          <p:cNvPr id="30" name="テキスト ボックス 29">
            <a:extLst>
              <a:ext uri="{FF2B5EF4-FFF2-40B4-BE49-F238E27FC236}">
                <a16:creationId xmlns:a16="http://schemas.microsoft.com/office/drawing/2014/main" id="{4A3454E7-4CD1-3DC2-23A3-70E7A116F3A7}"/>
              </a:ext>
            </a:extLst>
          </p:cNvPr>
          <p:cNvSpPr txBox="1"/>
          <p:nvPr/>
        </p:nvSpPr>
        <p:spPr>
          <a:xfrm>
            <a:off x="3029671" y="5729132"/>
            <a:ext cx="3202857" cy="369332"/>
          </a:xfrm>
          <a:prstGeom prst="rect">
            <a:avLst/>
          </a:prstGeom>
          <a:noFill/>
        </p:spPr>
        <p:txBody>
          <a:bodyPr wrap="square">
            <a:spAutoFit/>
          </a:bodyPr>
          <a:lstStyle/>
          <a:p>
            <a:pPr algn="ctr"/>
            <a:r>
              <a:rPr lang="en-US" altLang="ja-JP" b="1" dirty="0">
                <a:latin typeface="ＭＳ Ｐゴシック" panose="020B0600070205080204" pitchFamily="50" charset="-128"/>
                <a:ea typeface="ＭＳ Ｐゴシック" panose="020B0600070205080204" pitchFamily="50" charset="-128"/>
              </a:rPr>
              <a:t>Style</a:t>
            </a:r>
            <a:r>
              <a:rPr lang="ja-JP" altLang="en-US" b="1" dirty="0">
                <a:latin typeface="ＭＳ Ｐゴシック" panose="020B0600070205080204" pitchFamily="50" charset="-128"/>
                <a:ea typeface="ＭＳ Ｐゴシック" panose="020B0600070205080204" pitchFamily="50" charset="-128"/>
              </a:rPr>
              <a:t>：スタイル</a:t>
            </a:r>
          </a:p>
        </p:txBody>
      </p:sp>
      <p:sp>
        <p:nvSpPr>
          <p:cNvPr id="31" name="テキスト ボックス 30">
            <a:extLst>
              <a:ext uri="{FF2B5EF4-FFF2-40B4-BE49-F238E27FC236}">
                <a16:creationId xmlns:a16="http://schemas.microsoft.com/office/drawing/2014/main" id="{383D1641-095B-2C72-C487-11BDC8A9C037}"/>
              </a:ext>
            </a:extLst>
          </p:cNvPr>
          <p:cNvSpPr txBox="1"/>
          <p:nvPr/>
        </p:nvSpPr>
        <p:spPr>
          <a:xfrm>
            <a:off x="1530040" y="1190566"/>
            <a:ext cx="3758108" cy="400110"/>
          </a:xfrm>
          <a:prstGeom prst="rect">
            <a:avLst/>
          </a:prstGeom>
          <a:solidFill>
            <a:schemeClr val="bg1"/>
          </a:solid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各因子に分離させた潜在空間</a:t>
            </a:r>
            <a:endParaRPr lang="en-US" altLang="ja-JP" sz="2000" dirty="0">
              <a:latin typeface="ＭＳ Ｐゴシック" panose="020B0600070205080204" pitchFamily="50" charset="-128"/>
              <a:ea typeface="ＭＳ Ｐゴシック" panose="020B0600070205080204" pitchFamily="50" charset="-128"/>
            </a:endParaRPr>
          </a:p>
        </p:txBody>
      </p:sp>
      <p:cxnSp>
        <p:nvCxnSpPr>
          <p:cNvPr id="32" name="直線矢印コネクタ 31">
            <a:extLst>
              <a:ext uri="{FF2B5EF4-FFF2-40B4-BE49-F238E27FC236}">
                <a16:creationId xmlns:a16="http://schemas.microsoft.com/office/drawing/2014/main" id="{753B0ECE-CE47-FD7E-F34D-9743E10B4743}"/>
              </a:ext>
            </a:extLst>
          </p:cNvPr>
          <p:cNvCxnSpPr>
            <a:cxnSpLocks/>
          </p:cNvCxnSpPr>
          <p:nvPr/>
        </p:nvCxnSpPr>
        <p:spPr>
          <a:xfrm flipV="1">
            <a:off x="1948335" y="2681307"/>
            <a:ext cx="696072" cy="195984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直線矢印コネクタ 32">
            <a:extLst>
              <a:ext uri="{FF2B5EF4-FFF2-40B4-BE49-F238E27FC236}">
                <a16:creationId xmlns:a16="http://schemas.microsoft.com/office/drawing/2014/main" id="{BC3B3BFD-E9E4-5073-84A1-6EFA85584F6F}"/>
              </a:ext>
            </a:extLst>
          </p:cNvPr>
          <p:cNvCxnSpPr>
            <a:cxnSpLocks/>
          </p:cNvCxnSpPr>
          <p:nvPr/>
        </p:nvCxnSpPr>
        <p:spPr>
          <a:xfrm flipH="1" flipV="1">
            <a:off x="3638773" y="2759230"/>
            <a:ext cx="969641" cy="161125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4" name="テキスト ボックス 33">
            <a:extLst>
              <a:ext uri="{FF2B5EF4-FFF2-40B4-BE49-F238E27FC236}">
                <a16:creationId xmlns:a16="http://schemas.microsoft.com/office/drawing/2014/main" id="{3D8427B4-2103-6077-8B6B-B4E4230C01EC}"/>
              </a:ext>
            </a:extLst>
          </p:cNvPr>
          <p:cNvSpPr txBox="1"/>
          <p:nvPr/>
        </p:nvSpPr>
        <p:spPr>
          <a:xfrm>
            <a:off x="4147024" y="3397882"/>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sp>
        <p:nvSpPr>
          <p:cNvPr id="35" name="テキスト ボックス 34">
            <a:extLst>
              <a:ext uri="{FF2B5EF4-FFF2-40B4-BE49-F238E27FC236}">
                <a16:creationId xmlns:a16="http://schemas.microsoft.com/office/drawing/2014/main" id="{6085E157-C97D-7EDA-D857-0517B686072F}"/>
              </a:ext>
            </a:extLst>
          </p:cNvPr>
          <p:cNvSpPr txBox="1"/>
          <p:nvPr/>
        </p:nvSpPr>
        <p:spPr>
          <a:xfrm>
            <a:off x="1197252" y="3798949"/>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cxnSp>
        <p:nvCxnSpPr>
          <p:cNvPr id="36" name="直線矢印コネクタ 35">
            <a:extLst>
              <a:ext uri="{FF2B5EF4-FFF2-40B4-BE49-F238E27FC236}">
                <a16:creationId xmlns:a16="http://schemas.microsoft.com/office/drawing/2014/main" id="{AFFB84E1-7530-FC64-0484-9FE84E8EAFC8}"/>
              </a:ext>
            </a:extLst>
          </p:cNvPr>
          <p:cNvCxnSpPr>
            <a:cxnSpLocks/>
          </p:cNvCxnSpPr>
          <p:nvPr/>
        </p:nvCxnSpPr>
        <p:spPr>
          <a:xfrm flipV="1">
            <a:off x="2487418" y="5053598"/>
            <a:ext cx="1292407" cy="5919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E2F72EAC-39CC-5090-094B-8DD3B9B10976}"/>
              </a:ext>
            </a:extLst>
          </p:cNvPr>
          <p:cNvSpPr txBox="1"/>
          <p:nvPr/>
        </p:nvSpPr>
        <p:spPr>
          <a:xfrm>
            <a:off x="2822711" y="4601995"/>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pic>
        <p:nvPicPr>
          <p:cNvPr id="38" name="図 37">
            <a:extLst>
              <a:ext uri="{FF2B5EF4-FFF2-40B4-BE49-F238E27FC236}">
                <a16:creationId xmlns:a16="http://schemas.microsoft.com/office/drawing/2014/main" id="{EA4C79BA-E97B-777E-614F-46A0C693E0F7}"/>
              </a:ext>
            </a:extLst>
          </p:cNvPr>
          <p:cNvPicPr>
            <a:picLocks noChangeAspect="1"/>
          </p:cNvPicPr>
          <p:nvPr/>
        </p:nvPicPr>
        <p:blipFill>
          <a:blip r:embed="rId4"/>
          <a:stretch>
            <a:fillRect/>
          </a:stretch>
        </p:blipFill>
        <p:spPr>
          <a:xfrm>
            <a:off x="1388887" y="4888742"/>
            <a:ext cx="842433" cy="561622"/>
          </a:xfrm>
          <a:prstGeom prst="rect">
            <a:avLst/>
          </a:prstGeom>
        </p:spPr>
      </p:pic>
      <p:pic>
        <p:nvPicPr>
          <p:cNvPr id="39" name="図 38">
            <a:extLst>
              <a:ext uri="{FF2B5EF4-FFF2-40B4-BE49-F238E27FC236}">
                <a16:creationId xmlns:a16="http://schemas.microsoft.com/office/drawing/2014/main" id="{D0517C28-295E-12C6-95D7-58C5B34DDC3F}"/>
              </a:ext>
            </a:extLst>
          </p:cNvPr>
          <p:cNvPicPr>
            <a:picLocks noChangeAspect="1"/>
          </p:cNvPicPr>
          <p:nvPr/>
        </p:nvPicPr>
        <p:blipFill>
          <a:blip r:embed="rId5"/>
          <a:stretch>
            <a:fillRect/>
          </a:stretch>
        </p:blipFill>
        <p:spPr>
          <a:xfrm>
            <a:off x="3943478" y="4763806"/>
            <a:ext cx="855476" cy="632309"/>
          </a:xfrm>
          <a:prstGeom prst="rect">
            <a:avLst/>
          </a:prstGeom>
        </p:spPr>
      </p:pic>
      <p:pic>
        <p:nvPicPr>
          <p:cNvPr id="40" name="図 39">
            <a:extLst>
              <a:ext uri="{FF2B5EF4-FFF2-40B4-BE49-F238E27FC236}">
                <a16:creationId xmlns:a16="http://schemas.microsoft.com/office/drawing/2014/main" id="{E4CD623D-4797-577E-D88B-DE2FD8976318}"/>
              </a:ext>
            </a:extLst>
          </p:cNvPr>
          <p:cNvPicPr>
            <a:picLocks noChangeAspect="1"/>
          </p:cNvPicPr>
          <p:nvPr/>
        </p:nvPicPr>
        <p:blipFill>
          <a:blip r:embed="rId6"/>
          <a:stretch>
            <a:fillRect/>
          </a:stretch>
        </p:blipFill>
        <p:spPr>
          <a:xfrm>
            <a:off x="2756178" y="2482758"/>
            <a:ext cx="825819" cy="627623"/>
          </a:xfrm>
          <a:prstGeom prst="rect">
            <a:avLst/>
          </a:prstGeom>
        </p:spPr>
      </p:pic>
    </p:spTree>
    <p:extLst>
      <p:ext uri="{BB962C8B-B14F-4D97-AF65-F5344CB8AC3E}">
        <p14:creationId xmlns:p14="http://schemas.microsoft.com/office/powerpoint/2010/main" val="1701380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FB741-0B98-5FAF-8D2A-17942C493D8E}"/>
            </a:ext>
          </a:extLst>
        </p:cNvPr>
        <p:cNvGrpSpPr/>
        <p:nvPr/>
      </p:nvGrpSpPr>
      <p:grpSpPr>
        <a:xfrm>
          <a:off x="0" y="0"/>
          <a:ext cx="0" cy="0"/>
          <a:chOff x="0" y="0"/>
          <a:chExt cx="0" cy="0"/>
        </a:xfrm>
      </p:grpSpPr>
      <p:sp>
        <p:nvSpPr>
          <p:cNvPr id="123" name="四角形: 角を丸くする 122">
            <a:extLst>
              <a:ext uri="{FF2B5EF4-FFF2-40B4-BE49-F238E27FC236}">
                <a16:creationId xmlns:a16="http://schemas.microsoft.com/office/drawing/2014/main" id="{2FBAD1C0-6C04-0FBA-6163-5674500F5379}"/>
              </a:ext>
            </a:extLst>
          </p:cNvPr>
          <p:cNvSpPr/>
          <p:nvPr/>
        </p:nvSpPr>
        <p:spPr>
          <a:xfrm>
            <a:off x="4193661" y="1338401"/>
            <a:ext cx="4173100" cy="458359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7A3857EB-E820-41B0-52E2-0EE0130FAF11}"/>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kumimoji="1"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endParaRPr kumimoji="1"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9E4438F9-520F-0103-A54C-D41ACB7FD81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62" name="図 61">
            <a:extLst>
              <a:ext uri="{FF2B5EF4-FFF2-40B4-BE49-F238E27FC236}">
                <a16:creationId xmlns:a16="http://schemas.microsoft.com/office/drawing/2014/main" id="{0B4F3544-2475-7844-EC72-FBB139790443}"/>
              </a:ext>
            </a:extLst>
          </p:cNvPr>
          <p:cNvPicPr>
            <a:picLocks noChangeAspect="1"/>
          </p:cNvPicPr>
          <p:nvPr/>
        </p:nvPicPr>
        <p:blipFill>
          <a:blip r:embed="rId3"/>
          <a:stretch>
            <a:fillRect/>
          </a:stretch>
        </p:blipFill>
        <p:spPr>
          <a:xfrm>
            <a:off x="4662243" y="1924207"/>
            <a:ext cx="1252746" cy="1121338"/>
          </a:xfrm>
          <a:prstGeom prst="rect">
            <a:avLst/>
          </a:prstGeom>
        </p:spPr>
      </p:pic>
      <p:pic>
        <p:nvPicPr>
          <p:cNvPr id="64" name="図 63">
            <a:extLst>
              <a:ext uri="{FF2B5EF4-FFF2-40B4-BE49-F238E27FC236}">
                <a16:creationId xmlns:a16="http://schemas.microsoft.com/office/drawing/2014/main" id="{C42C002A-876E-C094-B4A5-C314849773AF}"/>
              </a:ext>
            </a:extLst>
          </p:cNvPr>
          <p:cNvPicPr>
            <a:picLocks noChangeAspect="1"/>
          </p:cNvPicPr>
          <p:nvPr/>
        </p:nvPicPr>
        <p:blipFill>
          <a:blip r:embed="rId3"/>
          <a:stretch>
            <a:fillRect/>
          </a:stretch>
        </p:blipFill>
        <p:spPr>
          <a:xfrm>
            <a:off x="4646549" y="3853003"/>
            <a:ext cx="1252746" cy="1121338"/>
          </a:xfrm>
          <a:prstGeom prst="rect">
            <a:avLst/>
          </a:prstGeom>
        </p:spPr>
      </p:pic>
      <p:pic>
        <p:nvPicPr>
          <p:cNvPr id="65" name="図 64">
            <a:extLst>
              <a:ext uri="{FF2B5EF4-FFF2-40B4-BE49-F238E27FC236}">
                <a16:creationId xmlns:a16="http://schemas.microsoft.com/office/drawing/2014/main" id="{2C77EA91-7A8C-00A1-B80D-230365EBEDA1}"/>
              </a:ext>
            </a:extLst>
          </p:cNvPr>
          <p:cNvPicPr>
            <a:picLocks noChangeAspect="1"/>
          </p:cNvPicPr>
          <p:nvPr/>
        </p:nvPicPr>
        <p:blipFill>
          <a:blip r:embed="rId3"/>
          <a:stretch>
            <a:fillRect/>
          </a:stretch>
        </p:blipFill>
        <p:spPr>
          <a:xfrm>
            <a:off x="6595062" y="3855456"/>
            <a:ext cx="1252746" cy="1121338"/>
          </a:xfrm>
          <a:prstGeom prst="rect">
            <a:avLst/>
          </a:prstGeom>
        </p:spPr>
      </p:pic>
      <p:sp>
        <p:nvSpPr>
          <p:cNvPr id="66" name="テキスト ボックス 65">
            <a:extLst>
              <a:ext uri="{FF2B5EF4-FFF2-40B4-BE49-F238E27FC236}">
                <a16:creationId xmlns:a16="http://schemas.microsoft.com/office/drawing/2014/main" id="{E0A2E0B2-AC4B-7B2B-0BAC-1C88A5CD4272}"/>
              </a:ext>
            </a:extLst>
          </p:cNvPr>
          <p:cNvSpPr txBox="1"/>
          <p:nvPr/>
        </p:nvSpPr>
        <p:spPr>
          <a:xfrm>
            <a:off x="4614900" y="3157741"/>
            <a:ext cx="1284395"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Age:</a:t>
            </a:r>
            <a:r>
              <a:rPr lang="ja-JP" altLang="en-US" b="1" dirty="0">
                <a:solidFill>
                  <a:srgbClr val="FF0000"/>
                </a:solidFill>
                <a:latin typeface="ＭＳ Ｐゴシック" panose="020B0600070205080204" pitchFamily="50" charset="-128"/>
                <a:ea typeface="ＭＳ Ｐゴシック" panose="020B0600070205080204" pitchFamily="50" charset="-128"/>
              </a:rPr>
              <a:t>年齢</a:t>
            </a:r>
            <a:endParaRPr lang="ja-JP" altLang="en-US" b="1" dirty="0">
              <a:solidFill>
                <a:srgbClr val="FF0000"/>
              </a:solidFill>
            </a:endParaRPr>
          </a:p>
        </p:txBody>
      </p:sp>
      <p:sp>
        <p:nvSpPr>
          <p:cNvPr id="68" name="テキスト ボックス 67">
            <a:extLst>
              <a:ext uri="{FF2B5EF4-FFF2-40B4-BE49-F238E27FC236}">
                <a16:creationId xmlns:a16="http://schemas.microsoft.com/office/drawing/2014/main" id="{341307AE-03E3-3297-92E0-EA826F58C5AD}"/>
              </a:ext>
            </a:extLst>
          </p:cNvPr>
          <p:cNvSpPr txBox="1"/>
          <p:nvPr/>
        </p:nvSpPr>
        <p:spPr>
          <a:xfrm>
            <a:off x="4193660" y="5005353"/>
            <a:ext cx="2012331"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Cam</a:t>
            </a:r>
            <a:r>
              <a:rPr lang="ja-JP" altLang="en-US" b="1" dirty="0">
                <a:solidFill>
                  <a:srgbClr val="FF0000"/>
                </a:solidFill>
                <a:latin typeface="ＭＳ Ｐゴシック" panose="020B0600070205080204" pitchFamily="50" charset="-128"/>
                <a:ea typeface="ＭＳ Ｐゴシック" panose="020B0600070205080204" pitchFamily="50" charset="-128"/>
              </a:rPr>
              <a:t>：撮影機器</a:t>
            </a:r>
          </a:p>
        </p:txBody>
      </p:sp>
      <p:sp>
        <p:nvSpPr>
          <p:cNvPr id="69" name="テキスト ボックス 68">
            <a:extLst>
              <a:ext uri="{FF2B5EF4-FFF2-40B4-BE49-F238E27FC236}">
                <a16:creationId xmlns:a16="http://schemas.microsoft.com/office/drawing/2014/main" id="{9048A145-EC04-36A7-FA98-3A471449A6F8}"/>
              </a:ext>
            </a:extLst>
          </p:cNvPr>
          <p:cNvSpPr txBox="1"/>
          <p:nvPr/>
        </p:nvSpPr>
        <p:spPr>
          <a:xfrm>
            <a:off x="6142174" y="5035038"/>
            <a:ext cx="2378139"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Style</a:t>
            </a:r>
            <a:r>
              <a:rPr lang="ja-JP" altLang="en-US" b="1" dirty="0">
                <a:solidFill>
                  <a:srgbClr val="FF0000"/>
                </a:solidFill>
                <a:latin typeface="ＭＳ Ｐゴシック" panose="020B0600070205080204" pitchFamily="50" charset="-128"/>
                <a:ea typeface="ＭＳ Ｐゴシック" panose="020B0600070205080204" pitchFamily="50" charset="-128"/>
              </a:rPr>
              <a:t>：スタイル</a:t>
            </a:r>
          </a:p>
        </p:txBody>
      </p:sp>
      <p:sp>
        <p:nvSpPr>
          <p:cNvPr id="76" name="テキスト ボックス 75">
            <a:extLst>
              <a:ext uri="{FF2B5EF4-FFF2-40B4-BE49-F238E27FC236}">
                <a16:creationId xmlns:a16="http://schemas.microsoft.com/office/drawing/2014/main" id="{58E211A3-0332-7E44-F155-2337E501B1C4}"/>
              </a:ext>
            </a:extLst>
          </p:cNvPr>
          <p:cNvSpPr txBox="1"/>
          <p:nvPr/>
        </p:nvSpPr>
        <p:spPr>
          <a:xfrm>
            <a:off x="5199825" y="5540044"/>
            <a:ext cx="2469605" cy="707886"/>
          </a:xfrm>
          <a:prstGeom prst="rect">
            <a:avLst/>
          </a:prstGeom>
          <a:solidFill>
            <a:schemeClr val="bg1"/>
          </a:solid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StyleGAN2</a:t>
            </a:r>
            <a:r>
              <a:rPr lang="ja-JP" altLang="en-US" sz="2000" dirty="0">
                <a:latin typeface="ＭＳ Ｐゴシック" panose="020B0600070205080204" pitchFamily="50" charset="-128"/>
                <a:ea typeface="ＭＳ Ｐゴシック" panose="020B0600070205080204" pitchFamily="50" charset="-128"/>
              </a:rPr>
              <a:t>における潜在空間の分離</a:t>
            </a:r>
            <a:endParaRPr lang="en-US" altLang="ja-JP" sz="2000" dirty="0">
              <a:latin typeface="ＭＳ Ｐゴシック" panose="020B0600070205080204" pitchFamily="50" charset="-128"/>
              <a:ea typeface="ＭＳ Ｐゴシック" panose="020B0600070205080204" pitchFamily="50" charset="-128"/>
            </a:endParaRPr>
          </a:p>
        </p:txBody>
      </p:sp>
      <p:pic>
        <p:nvPicPr>
          <p:cNvPr id="14" name="図 13">
            <a:extLst>
              <a:ext uri="{FF2B5EF4-FFF2-40B4-BE49-F238E27FC236}">
                <a16:creationId xmlns:a16="http://schemas.microsoft.com/office/drawing/2014/main" id="{C914C029-BD20-0C7C-45D3-830D10082926}"/>
              </a:ext>
            </a:extLst>
          </p:cNvPr>
          <p:cNvPicPr>
            <a:picLocks noChangeAspect="1"/>
          </p:cNvPicPr>
          <p:nvPr/>
        </p:nvPicPr>
        <p:blipFill>
          <a:blip r:embed="rId4"/>
          <a:stretch>
            <a:fillRect/>
          </a:stretch>
        </p:blipFill>
        <p:spPr>
          <a:xfrm>
            <a:off x="4866970" y="4222335"/>
            <a:ext cx="735336" cy="490224"/>
          </a:xfrm>
          <a:prstGeom prst="rect">
            <a:avLst/>
          </a:prstGeom>
        </p:spPr>
      </p:pic>
      <p:pic>
        <p:nvPicPr>
          <p:cNvPr id="15" name="図 14">
            <a:extLst>
              <a:ext uri="{FF2B5EF4-FFF2-40B4-BE49-F238E27FC236}">
                <a16:creationId xmlns:a16="http://schemas.microsoft.com/office/drawing/2014/main" id="{C5D44451-C1C5-AF8B-DEA4-259895BE51E3}"/>
              </a:ext>
            </a:extLst>
          </p:cNvPr>
          <p:cNvPicPr>
            <a:picLocks noChangeAspect="1"/>
          </p:cNvPicPr>
          <p:nvPr/>
        </p:nvPicPr>
        <p:blipFill>
          <a:blip r:embed="rId5"/>
          <a:stretch>
            <a:fillRect/>
          </a:stretch>
        </p:blipFill>
        <p:spPr>
          <a:xfrm>
            <a:off x="6810967" y="4257159"/>
            <a:ext cx="655681" cy="484634"/>
          </a:xfrm>
          <a:prstGeom prst="rect">
            <a:avLst/>
          </a:prstGeom>
        </p:spPr>
      </p:pic>
      <p:pic>
        <p:nvPicPr>
          <p:cNvPr id="20" name="図 19">
            <a:extLst>
              <a:ext uri="{FF2B5EF4-FFF2-40B4-BE49-F238E27FC236}">
                <a16:creationId xmlns:a16="http://schemas.microsoft.com/office/drawing/2014/main" id="{E906E2DB-A934-0E13-4782-F056D6C55CE7}"/>
              </a:ext>
            </a:extLst>
          </p:cNvPr>
          <p:cNvPicPr>
            <a:picLocks noChangeAspect="1"/>
          </p:cNvPicPr>
          <p:nvPr/>
        </p:nvPicPr>
        <p:blipFill>
          <a:blip r:embed="rId6"/>
          <a:stretch>
            <a:fillRect/>
          </a:stretch>
        </p:blipFill>
        <p:spPr>
          <a:xfrm>
            <a:off x="4892969" y="2312018"/>
            <a:ext cx="714475" cy="543001"/>
          </a:xfrm>
          <a:prstGeom prst="rect">
            <a:avLst/>
          </a:prstGeom>
        </p:spPr>
      </p:pic>
      <p:pic>
        <p:nvPicPr>
          <p:cNvPr id="2" name="図 1">
            <a:extLst>
              <a:ext uri="{FF2B5EF4-FFF2-40B4-BE49-F238E27FC236}">
                <a16:creationId xmlns:a16="http://schemas.microsoft.com/office/drawing/2014/main" id="{797B9E30-F09B-74FF-C750-F2FB41975E8F}"/>
              </a:ext>
            </a:extLst>
          </p:cNvPr>
          <p:cNvPicPr>
            <a:picLocks noChangeAspect="1"/>
          </p:cNvPicPr>
          <p:nvPr/>
        </p:nvPicPr>
        <p:blipFill>
          <a:blip r:embed="rId3"/>
          <a:stretch>
            <a:fillRect/>
          </a:stretch>
        </p:blipFill>
        <p:spPr>
          <a:xfrm>
            <a:off x="6581691" y="1939455"/>
            <a:ext cx="1252746" cy="1121338"/>
          </a:xfrm>
          <a:prstGeom prst="rect">
            <a:avLst/>
          </a:prstGeom>
        </p:spPr>
      </p:pic>
      <p:sp>
        <p:nvSpPr>
          <p:cNvPr id="12" name="テキスト ボックス 11">
            <a:extLst>
              <a:ext uri="{FF2B5EF4-FFF2-40B4-BE49-F238E27FC236}">
                <a16:creationId xmlns:a16="http://schemas.microsoft.com/office/drawing/2014/main" id="{8E4389E5-0BCF-A43C-20A5-8A5432A3B3E2}"/>
              </a:ext>
            </a:extLst>
          </p:cNvPr>
          <p:cNvSpPr txBox="1"/>
          <p:nvPr/>
        </p:nvSpPr>
        <p:spPr>
          <a:xfrm>
            <a:off x="6534348" y="3172989"/>
            <a:ext cx="1284395"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Eth</a:t>
            </a:r>
            <a:r>
              <a:rPr lang="ja-JP" altLang="en-US" b="1" dirty="0">
                <a:solidFill>
                  <a:srgbClr val="FF0000"/>
                </a:solidFill>
                <a:latin typeface="ＭＳ Ｐゴシック" panose="020B0600070205080204" pitchFamily="50" charset="-128"/>
                <a:ea typeface="ＭＳ Ｐゴシック" panose="020B0600070205080204" pitchFamily="50" charset="-128"/>
              </a:rPr>
              <a:t>：人種</a:t>
            </a:r>
            <a:endParaRPr lang="ja-JP" altLang="en-US" b="1" dirty="0">
              <a:solidFill>
                <a:srgbClr val="FF0000"/>
              </a:solidFill>
            </a:endParaRPr>
          </a:p>
        </p:txBody>
      </p:sp>
      <p:pic>
        <p:nvPicPr>
          <p:cNvPr id="13" name="図 12">
            <a:extLst>
              <a:ext uri="{FF2B5EF4-FFF2-40B4-BE49-F238E27FC236}">
                <a16:creationId xmlns:a16="http://schemas.microsoft.com/office/drawing/2014/main" id="{C524CDA2-1619-B748-E749-336377C49DC5}"/>
              </a:ext>
            </a:extLst>
          </p:cNvPr>
          <p:cNvPicPr>
            <a:picLocks noChangeAspect="1"/>
          </p:cNvPicPr>
          <p:nvPr/>
        </p:nvPicPr>
        <p:blipFill>
          <a:blip r:embed="rId6"/>
          <a:stretch>
            <a:fillRect/>
          </a:stretch>
        </p:blipFill>
        <p:spPr>
          <a:xfrm>
            <a:off x="6812417" y="2327266"/>
            <a:ext cx="714475" cy="543001"/>
          </a:xfrm>
          <a:prstGeom prst="rect">
            <a:avLst/>
          </a:prstGeom>
        </p:spPr>
      </p:pic>
      <p:pic>
        <p:nvPicPr>
          <p:cNvPr id="19" name="図 18">
            <a:extLst>
              <a:ext uri="{FF2B5EF4-FFF2-40B4-BE49-F238E27FC236}">
                <a16:creationId xmlns:a16="http://schemas.microsoft.com/office/drawing/2014/main" id="{D98AC157-6E9B-AB35-E136-AC99054C9522}"/>
              </a:ext>
            </a:extLst>
          </p:cNvPr>
          <p:cNvPicPr>
            <a:picLocks noChangeAspect="1"/>
          </p:cNvPicPr>
          <p:nvPr/>
        </p:nvPicPr>
        <p:blipFill>
          <a:blip r:embed="rId7"/>
          <a:stretch>
            <a:fillRect/>
          </a:stretch>
        </p:blipFill>
        <p:spPr>
          <a:xfrm>
            <a:off x="75439" y="1558328"/>
            <a:ext cx="1738120" cy="1537876"/>
          </a:xfrm>
          <a:prstGeom prst="rect">
            <a:avLst/>
          </a:prstGeom>
        </p:spPr>
      </p:pic>
      <p:pic>
        <p:nvPicPr>
          <p:cNvPr id="21" name="グラフィックス 20" descr="戻る 単色塗りつぶし">
            <a:extLst>
              <a:ext uri="{FF2B5EF4-FFF2-40B4-BE49-F238E27FC236}">
                <a16:creationId xmlns:a16="http://schemas.microsoft.com/office/drawing/2014/main" id="{AFB33E06-D6F7-DA89-8A1D-F464B521F6F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3283199" flipV="1">
            <a:off x="2220704" y="2159389"/>
            <a:ext cx="1295912" cy="1164244"/>
          </a:xfrm>
          <a:prstGeom prst="rect">
            <a:avLst/>
          </a:prstGeom>
        </p:spPr>
      </p:pic>
      <p:sp>
        <p:nvSpPr>
          <p:cNvPr id="24" name="テキスト ボックス 23">
            <a:extLst>
              <a:ext uri="{FF2B5EF4-FFF2-40B4-BE49-F238E27FC236}">
                <a16:creationId xmlns:a16="http://schemas.microsoft.com/office/drawing/2014/main" id="{047D24E5-8989-3AFD-1F3E-FDC5549754F1}"/>
              </a:ext>
            </a:extLst>
          </p:cNvPr>
          <p:cNvSpPr txBox="1"/>
          <p:nvPr/>
        </p:nvSpPr>
        <p:spPr>
          <a:xfrm>
            <a:off x="5590413" y="2212101"/>
            <a:ext cx="1284395" cy="369332"/>
          </a:xfrm>
          <a:prstGeom prst="rect">
            <a:avLst/>
          </a:prstGeom>
          <a:noFill/>
        </p:spPr>
        <p:txBody>
          <a:bodyPr wrap="square">
            <a:spAutoFit/>
          </a:bodyPr>
          <a:lstStyle/>
          <a:p>
            <a:pPr algn="ctr"/>
            <a:r>
              <a:rPr lang="ja-JP" altLang="en-US" b="1" dirty="0">
                <a:latin typeface="ＭＳ Ｐゴシック" panose="020B0600070205080204" pitchFamily="50" charset="-128"/>
                <a:ea typeface="ＭＳ Ｐゴシック" panose="020B0600070205080204" pitchFamily="50" charset="-128"/>
              </a:rPr>
              <a:t>ノイズ源</a:t>
            </a:r>
            <a:endParaRPr lang="ja-JP" altLang="en-US" b="1" dirty="0"/>
          </a:p>
        </p:txBody>
      </p:sp>
      <p:cxnSp>
        <p:nvCxnSpPr>
          <p:cNvPr id="26" name="直線矢印コネクタ 25">
            <a:extLst>
              <a:ext uri="{FF2B5EF4-FFF2-40B4-BE49-F238E27FC236}">
                <a16:creationId xmlns:a16="http://schemas.microsoft.com/office/drawing/2014/main" id="{0377E5AB-990C-A294-5737-19CE57306DAB}"/>
              </a:ext>
            </a:extLst>
          </p:cNvPr>
          <p:cNvCxnSpPr/>
          <p:nvPr/>
        </p:nvCxnSpPr>
        <p:spPr>
          <a:xfrm flipV="1">
            <a:off x="5639180" y="2536628"/>
            <a:ext cx="1133622" cy="11569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7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6">
          <a:extLst>
            <a:ext uri="{FF2B5EF4-FFF2-40B4-BE49-F238E27FC236}">
              <a16:creationId xmlns:a16="http://schemas.microsoft.com/office/drawing/2014/main" id="{1B179838-7345-66E4-2B87-4B22C1565CC5}"/>
            </a:ext>
          </a:extLst>
        </p:cNvPr>
        <p:cNvGrpSpPr/>
        <p:nvPr/>
      </p:nvGrpSpPr>
      <p:grpSpPr>
        <a:xfrm>
          <a:off x="0" y="0"/>
          <a:ext cx="0" cy="0"/>
          <a:chOff x="0" y="0"/>
          <a:chExt cx="0" cy="0"/>
        </a:xfrm>
      </p:grpSpPr>
      <p:sp>
        <p:nvSpPr>
          <p:cNvPr id="287" name="Google Shape;287;p14">
            <a:extLst>
              <a:ext uri="{FF2B5EF4-FFF2-40B4-BE49-F238E27FC236}">
                <a16:creationId xmlns:a16="http://schemas.microsoft.com/office/drawing/2014/main" id="{B7508B2B-0938-6FC9-EFCE-5575FEE9A22C}"/>
              </a:ext>
            </a:extLst>
          </p:cNvPr>
          <p:cNvSpPr txBox="1"/>
          <p:nvPr/>
        </p:nvSpPr>
        <p:spPr>
          <a:xfrm>
            <a:off x="2231136" y="3182112"/>
            <a:ext cx="7296912"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altLang="en-US" sz="4000" dirty="0">
                <a:solidFill>
                  <a:schemeClr val="dk1"/>
                </a:solidFill>
                <a:latin typeface="MS PGothic"/>
                <a:ea typeface="MS PGothic"/>
                <a:sym typeface="MS PGothic"/>
              </a:rPr>
              <a:t>図とテーブル</a:t>
            </a:r>
            <a:endParaRPr dirty="0"/>
          </a:p>
        </p:txBody>
      </p:sp>
    </p:spTree>
    <p:extLst>
      <p:ext uri="{BB962C8B-B14F-4D97-AF65-F5344CB8AC3E}">
        <p14:creationId xmlns:p14="http://schemas.microsoft.com/office/powerpoint/2010/main" val="3311044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2E1A5-EC9C-6C35-03EC-0AD13D1BE4F2}"/>
            </a:ext>
          </a:extLst>
        </p:cNvPr>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18A54B96-DFF2-56EB-BCFA-32CB741F7B6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3" name="図 2">
            <a:extLst>
              <a:ext uri="{FF2B5EF4-FFF2-40B4-BE49-F238E27FC236}">
                <a16:creationId xmlns:a16="http://schemas.microsoft.com/office/drawing/2014/main" id="{A6F67CC2-B505-B1B3-D6BF-69530E8C2EC1}"/>
              </a:ext>
            </a:extLst>
          </p:cNvPr>
          <p:cNvPicPr>
            <a:picLocks noChangeAspect="1"/>
          </p:cNvPicPr>
          <p:nvPr/>
        </p:nvPicPr>
        <p:blipFill>
          <a:blip r:embed="rId2"/>
          <a:srcRect r="53783"/>
          <a:stretch>
            <a:fillRect/>
          </a:stretch>
        </p:blipFill>
        <p:spPr>
          <a:xfrm>
            <a:off x="3125011" y="2019046"/>
            <a:ext cx="4210972" cy="4296222"/>
          </a:xfrm>
          <a:prstGeom prst="rect">
            <a:avLst/>
          </a:prstGeom>
        </p:spPr>
      </p:pic>
      <p:sp>
        <p:nvSpPr>
          <p:cNvPr id="6" name="テキスト ボックス 5">
            <a:extLst>
              <a:ext uri="{FF2B5EF4-FFF2-40B4-BE49-F238E27FC236}">
                <a16:creationId xmlns:a16="http://schemas.microsoft.com/office/drawing/2014/main" id="{DEDCB685-EB11-8F76-2ED6-6F58D87E9694}"/>
              </a:ext>
            </a:extLst>
          </p:cNvPr>
          <p:cNvSpPr txBox="1"/>
          <p:nvPr/>
        </p:nvSpPr>
        <p:spPr>
          <a:xfrm>
            <a:off x="360000" y="216000"/>
            <a:ext cx="1112805"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Ｆ</a:t>
            </a:r>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ig.1</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spTree>
    <p:extLst>
      <p:ext uri="{BB962C8B-B14F-4D97-AF65-F5344CB8AC3E}">
        <p14:creationId xmlns:p14="http://schemas.microsoft.com/office/powerpoint/2010/main" val="2691239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F0421-1751-A3D3-6ED3-FA2E471ED9AC}"/>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FE1F7D24-2F65-34B7-A661-195C3C38EF41}"/>
              </a:ext>
            </a:extLst>
          </p:cNvPr>
          <p:cNvSpPr/>
          <p:nvPr/>
        </p:nvSpPr>
        <p:spPr>
          <a:xfrm>
            <a:off x="589688" y="4763126"/>
            <a:ext cx="1827395" cy="19119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平行四辺形 11">
            <a:extLst>
              <a:ext uri="{FF2B5EF4-FFF2-40B4-BE49-F238E27FC236}">
                <a16:creationId xmlns:a16="http://schemas.microsoft.com/office/drawing/2014/main" id="{5A09C1A3-D06B-9828-D61E-E0E9F3B4D8E2}"/>
              </a:ext>
            </a:extLst>
          </p:cNvPr>
          <p:cNvSpPr/>
          <p:nvPr/>
        </p:nvSpPr>
        <p:spPr>
          <a:xfrm>
            <a:off x="589688" y="4063473"/>
            <a:ext cx="2813879" cy="692727"/>
          </a:xfrm>
          <a:prstGeom prst="parallelogram">
            <a:avLst>
              <a:gd name="adj" fmla="val 14050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平行四辺形 15">
            <a:extLst>
              <a:ext uri="{FF2B5EF4-FFF2-40B4-BE49-F238E27FC236}">
                <a16:creationId xmlns:a16="http://schemas.microsoft.com/office/drawing/2014/main" id="{0F58D168-B3CF-1797-3951-9D94F710A20D}"/>
              </a:ext>
            </a:extLst>
          </p:cNvPr>
          <p:cNvSpPr/>
          <p:nvPr/>
        </p:nvSpPr>
        <p:spPr>
          <a:xfrm>
            <a:off x="589688" y="5989252"/>
            <a:ext cx="2813879" cy="692727"/>
          </a:xfrm>
          <a:prstGeom prst="parallelogram">
            <a:avLst>
              <a:gd name="adj" fmla="val 140500"/>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68AD09BA-5005-9259-EC63-A93D6D810987}"/>
              </a:ext>
            </a:extLst>
          </p:cNvPr>
          <p:cNvCxnSpPr>
            <a:cxnSpLocks/>
          </p:cNvCxnSpPr>
          <p:nvPr/>
        </p:nvCxnSpPr>
        <p:spPr>
          <a:xfrm flipH="1">
            <a:off x="3395659" y="4063473"/>
            <a:ext cx="7908" cy="1916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9AB1919D-383F-2895-C11A-C83748A0B9B2}"/>
              </a:ext>
            </a:extLst>
          </p:cNvPr>
          <p:cNvCxnSpPr>
            <a:cxnSpLocks/>
          </p:cNvCxnSpPr>
          <p:nvPr/>
        </p:nvCxnSpPr>
        <p:spPr>
          <a:xfrm flipV="1">
            <a:off x="2417083" y="5989252"/>
            <a:ext cx="978576" cy="70250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5BCC0D1A-00DC-8521-83CF-8C58062BE587}"/>
              </a:ext>
            </a:extLst>
          </p:cNvPr>
          <p:cNvCxnSpPr>
            <a:cxnSpLocks/>
          </p:cNvCxnSpPr>
          <p:nvPr/>
        </p:nvCxnSpPr>
        <p:spPr>
          <a:xfrm flipH="1">
            <a:off x="1528576" y="4063473"/>
            <a:ext cx="7908" cy="1916000"/>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6" name="正方形/長方形 35">
            <a:extLst>
              <a:ext uri="{FF2B5EF4-FFF2-40B4-BE49-F238E27FC236}">
                <a16:creationId xmlns:a16="http://schemas.microsoft.com/office/drawing/2014/main" id="{0A67CC14-2F43-E6D0-322E-611C960D77B9}"/>
              </a:ext>
            </a:extLst>
          </p:cNvPr>
          <p:cNvSpPr/>
          <p:nvPr/>
        </p:nvSpPr>
        <p:spPr>
          <a:xfrm>
            <a:off x="8656120" y="5258991"/>
            <a:ext cx="1578771" cy="108492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正方形/長方形 34">
            <a:extLst>
              <a:ext uri="{FF2B5EF4-FFF2-40B4-BE49-F238E27FC236}">
                <a16:creationId xmlns:a16="http://schemas.microsoft.com/office/drawing/2014/main" id="{877F15AF-3840-1997-717C-EC07AEDE5176}"/>
              </a:ext>
            </a:extLst>
          </p:cNvPr>
          <p:cNvSpPr/>
          <p:nvPr/>
        </p:nvSpPr>
        <p:spPr>
          <a:xfrm>
            <a:off x="8576242" y="2502715"/>
            <a:ext cx="1229295"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正方形/長方形 33">
            <a:extLst>
              <a:ext uri="{FF2B5EF4-FFF2-40B4-BE49-F238E27FC236}">
                <a16:creationId xmlns:a16="http://schemas.microsoft.com/office/drawing/2014/main" id="{886AFC18-BE27-83F8-823A-B6ABF6FA37C0}"/>
              </a:ext>
            </a:extLst>
          </p:cNvPr>
          <p:cNvSpPr/>
          <p:nvPr/>
        </p:nvSpPr>
        <p:spPr>
          <a:xfrm>
            <a:off x="5480492" y="4805771"/>
            <a:ext cx="1430600" cy="108492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592BBD9B-9CF4-04F0-BB95-948E48786975}"/>
              </a:ext>
            </a:extLst>
          </p:cNvPr>
          <p:cNvSpPr txBox="1">
            <a:spLocks noGrp="1" noRot="1" noMove="1" noResize="1" noEditPoints="1" noAdjustHandles="1" noChangeArrowheads="1" noChangeShapeType="1"/>
          </p:cNvSpPr>
          <p:nvPr/>
        </p:nvSpPr>
        <p:spPr>
          <a:xfrm>
            <a:off x="360000" y="216000"/>
            <a:ext cx="9555821"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因果構造に基づく潜在空間の分離とその応用　</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5BC314B2-18FC-ECC3-C342-566F2D571AB2}"/>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18" name="AutoShape 10">
            <a:extLst>
              <a:ext uri="{FF2B5EF4-FFF2-40B4-BE49-F238E27FC236}">
                <a16:creationId xmlns:a16="http://schemas.microsoft.com/office/drawing/2014/main" id="{B11CB925-ECAE-09D0-C044-1C0B5BB125CB}"/>
              </a:ext>
            </a:extLst>
          </p:cNvPr>
          <p:cNvSpPr>
            <a:spLocks noChangeAspect="1" noChangeArrowheads="1"/>
          </p:cNvSpPr>
          <p:nvPr/>
        </p:nvSpPr>
        <p:spPr bwMode="auto">
          <a:xfrm>
            <a:off x="7803429" y="531182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3" name="グラフィックス 2" descr="カメラ 枠線">
            <a:extLst>
              <a:ext uri="{FF2B5EF4-FFF2-40B4-BE49-F238E27FC236}">
                <a16:creationId xmlns:a16="http://schemas.microsoft.com/office/drawing/2014/main" id="{9677D7EA-DB44-A351-3B40-46446675A4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27511" y="5311821"/>
            <a:ext cx="988310" cy="988310"/>
          </a:xfrm>
          <a:prstGeom prst="rect">
            <a:avLst/>
          </a:prstGeom>
        </p:spPr>
      </p:pic>
      <p:pic>
        <p:nvPicPr>
          <p:cNvPr id="9" name="グラフィックス 8" descr="ユーザー 枠線">
            <a:extLst>
              <a:ext uri="{FF2B5EF4-FFF2-40B4-BE49-F238E27FC236}">
                <a16:creationId xmlns:a16="http://schemas.microsoft.com/office/drawing/2014/main" id="{16D55F2B-0D89-E8B9-4B83-7B9DF8D13F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33690" y="2499251"/>
            <a:ext cx="914400" cy="914400"/>
          </a:xfrm>
          <a:prstGeom prst="rect">
            <a:avLst/>
          </a:prstGeom>
        </p:spPr>
      </p:pic>
      <p:pic>
        <p:nvPicPr>
          <p:cNvPr id="14" name="グラフィックス 13" descr="電球 枠線">
            <a:extLst>
              <a:ext uri="{FF2B5EF4-FFF2-40B4-BE49-F238E27FC236}">
                <a16:creationId xmlns:a16="http://schemas.microsoft.com/office/drawing/2014/main" id="{7C172E04-0FA6-4CD6-F275-5FE10C87626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38592" y="4938854"/>
            <a:ext cx="914400" cy="914400"/>
          </a:xfrm>
          <a:prstGeom prst="rect">
            <a:avLst/>
          </a:prstGeom>
        </p:spPr>
      </p:pic>
      <p:sp>
        <p:nvSpPr>
          <p:cNvPr id="2" name="テキスト ボックス 1">
            <a:extLst>
              <a:ext uri="{FF2B5EF4-FFF2-40B4-BE49-F238E27FC236}">
                <a16:creationId xmlns:a16="http://schemas.microsoft.com/office/drawing/2014/main" id="{6FAADACD-C8C2-74EB-0E9A-4D9995A22459}"/>
              </a:ext>
            </a:extLst>
          </p:cNvPr>
          <p:cNvSpPr txBox="1"/>
          <p:nvPr/>
        </p:nvSpPr>
        <p:spPr>
          <a:xfrm>
            <a:off x="3201216" y="6317054"/>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撮影機器</a:t>
            </a:r>
          </a:p>
        </p:txBody>
      </p:sp>
      <p:sp>
        <p:nvSpPr>
          <p:cNvPr id="6" name="テキスト ボックス 5">
            <a:extLst>
              <a:ext uri="{FF2B5EF4-FFF2-40B4-BE49-F238E27FC236}">
                <a16:creationId xmlns:a16="http://schemas.microsoft.com/office/drawing/2014/main" id="{E770588C-130C-C2F4-12C7-58389752150F}"/>
              </a:ext>
            </a:extLst>
          </p:cNvPr>
          <p:cNvSpPr txBox="1"/>
          <p:nvPr/>
        </p:nvSpPr>
        <p:spPr>
          <a:xfrm>
            <a:off x="8155583" y="4122768"/>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患者属性</a:t>
            </a:r>
          </a:p>
        </p:txBody>
      </p:sp>
      <p:sp>
        <p:nvSpPr>
          <p:cNvPr id="8" name="テキスト ボックス 7">
            <a:extLst>
              <a:ext uri="{FF2B5EF4-FFF2-40B4-BE49-F238E27FC236}">
                <a16:creationId xmlns:a16="http://schemas.microsoft.com/office/drawing/2014/main" id="{2830E888-3928-5866-F86D-8D8CEFD7656B}"/>
              </a:ext>
            </a:extLst>
          </p:cNvPr>
          <p:cNvSpPr txBox="1"/>
          <p:nvPr/>
        </p:nvSpPr>
        <p:spPr>
          <a:xfrm>
            <a:off x="5495454" y="6547886"/>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スタイル</a:t>
            </a:r>
          </a:p>
        </p:txBody>
      </p:sp>
      <p:sp>
        <p:nvSpPr>
          <p:cNvPr id="33" name="テキスト ボックス 32">
            <a:extLst>
              <a:ext uri="{FF2B5EF4-FFF2-40B4-BE49-F238E27FC236}">
                <a16:creationId xmlns:a16="http://schemas.microsoft.com/office/drawing/2014/main" id="{F2C6D10A-016D-687A-434F-17E572665084}"/>
              </a:ext>
            </a:extLst>
          </p:cNvPr>
          <p:cNvSpPr txBox="1"/>
          <p:nvPr/>
        </p:nvSpPr>
        <p:spPr>
          <a:xfrm>
            <a:off x="358991" y="3423282"/>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メタデータ</a:t>
            </a:r>
          </a:p>
        </p:txBody>
      </p:sp>
      <p:pic>
        <p:nvPicPr>
          <p:cNvPr id="38" name="グラフィックス 37" descr="戻る 単色塗りつぶし">
            <a:extLst>
              <a:ext uri="{FF2B5EF4-FFF2-40B4-BE49-F238E27FC236}">
                <a16:creationId xmlns:a16="http://schemas.microsoft.com/office/drawing/2014/main" id="{5C396CCC-8243-05C6-159F-DF0BC8EF9D6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1671174" flipV="1">
            <a:off x="2034222" y="1604858"/>
            <a:ext cx="1295912" cy="1164244"/>
          </a:xfrm>
          <a:prstGeom prst="rect">
            <a:avLst/>
          </a:prstGeom>
        </p:spPr>
      </p:pic>
      <p:pic>
        <p:nvPicPr>
          <p:cNvPr id="52" name="図 51">
            <a:extLst>
              <a:ext uri="{FF2B5EF4-FFF2-40B4-BE49-F238E27FC236}">
                <a16:creationId xmlns:a16="http://schemas.microsoft.com/office/drawing/2014/main" id="{0A1BCF82-513F-1AA3-D921-F37BADD896E7}"/>
              </a:ext>
            </a:extLst>
          </p:cNvPr>
          <p:cNvPicPr>
            <a:picLocks noChangeAspect="1"/>
          </p:cNvPicPr>
          <p:nvPr/>
        </p:nvPicPr>
        <p:blipFill>
          <a:blip r:embed="rId11"/>
          <a:stretch>
            <a:fillRect/>
          </a:stretch>
        </p:blipFill>
        <p:spPr>
          <a:xfrm>
            <a:off x="2020993" y="4388322"/>
            <a:ext cx="1011086" cy="827252"/>
          </a:xfrm>
          <a:prstGeom prst="rect">
            <a:avLst/>
          </a:prstGeom>
        </p:spPr>
      </p:pic>
      <p:pic>
        <p:nvPicPr>
          <p:cNvPr id="54" name="図 53">
            <a:extLst>
              <a:ext uri="{FF2B5EF4-FFF2-40B4-BE49-F238E27FC236}">
                <a16:creationId xmlns:a16="http://schemas.microsoft.com/office/drawing/2014/main" id="{9A1B8FC7-D44C-EF0D-AAB2-A900DD87DFEA}"/>
              </a:ext>
            </a:extLst>
          </p:cNvPr>
          <p:cNvPicPr>
            <a:picLocks noChangeAspect="1"/>
          </p:cNvPicPr>
          <p:nvPr/>
        </p:nvPicPr>
        <p:blipFill>
          <a:blip r:embed="rId12"/>
          <a:stretch>
            <a:fillRect/>
          </a:stretch>
        </p:blipFill>
        <p:spPr>
          <a:xfrm>
            <a:off x="1957109" y="5477070"/>
            <a:ext cx="989747" cy="827252"/>
          </a:xfrm>
          <a:prstGeom prst="rect">
            <a:avLst/>
          </a:prstGeom>
        </p:spPr>
      </p:pic>
      <p:pic>
        <p:nvPicPr>
          <p:cNvPr id="56" name="図 55">
            <a:extLst>
              <a:ext uri="{FF2B5EF4-FFF2-40B4-BE49-F238E27FC236}">
                <a16:creationId xmlns:a16="http://schemas.microsoft.com/office/drawing/2014/main" id="{70CAFC91-81E0-0FFE-8477-5E7B0BB6EB60}"/>
              </a:ext>
            </a:extLst>
          </p:cNvPr>
          <p:cNvPicPr>
            <a:picLocks noChangeAspect="1"/>
          </p:cNvPicPr>
          <p:nvPr/>
        </p:nvPicPr>
        <p:blipFill>
          <a:blip r:embed="rId13"/>
          <a:stretch>
            <a:fillRect/>
          </a:stretch>
        </p:blipFill>
        <p:spPr>
          <a:xfrm>
            <a:off x="718840" y="5477070"/>
            <a:ext cx="986896" cy="827252"/>
          </a:xfrm>
          <a:prstGeom prst="rect">
            <a:avLst/>
          </a:prstGeom>
        </p:spPr>
      </p:pic>
      <p:pic>
        <p:nvPicPr>
          <p:cNvPr id="63" name="図 62">
            <a:extLst>
              <a:ext uri="{FF2B5EF4-FFF2-40B4-BE49-F238E27FC236}">
                <a16:creationId xmlns:a16="http://schemas.microsoft.com/office/drawing/2014/main" id="{A3C33363-5958-6167-630E-87A8069DAB9A}"/>
              </a:ext>
            </a:extLst>
          </p:cNvPr>
          <p:cNvPicPr>
            <a:picLocks noChangeAspect="1"/>
          </p:cNvPicPr>
          <p:nvPr/>
        </p:nvPicPr>
        <p:blipFill>
          <a:blip r:embed="rId14"/>
          <a:stretch>
            <a:fillRect/>
          </a:stretch>
        </p:blipFill>
        <p:spPr>
          <a:xfrm>
            <a:off x="9982978" y="1297500"/>
            <a:ext cx="1045167" cy="692727"/>
          </a:xfrm>
          <a:prstGeom prst="rect">
            <a:avLst/>
          </a:prstGeom>
        </p:spPr>
      </p:pic>
      <p:sp>
        <p:nvSpPr>
          <p:cNvPr id="65" name="テキスト ボックス 64">
            <a:extLst>
              <a:ext uri="{FF2B5EF4-FFF2-40B4-BE49-F238E27FC236}">
                <a16:creationId xmlns:a16="http://schemas.microsoft.com/office/drawing/2014/main" id="{9D5783C2-4282-0361-3C90-306D54FFAC4A}"/>
              </a:ext>
            </a:extLst>
          </p:cNvPr>
          <p:cNvSpPr txBox="1"/>
          <p:nvPr/>
        </p:nvSpPr>
        <p:spPr>
          <a:xfrm>
            <a:off x="4020448" y="3493628"/>
            <a:ext cx="3667914" cy="707886"/>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潜在空間の分離</a:t>
            </a:r>
            <a:endParaRPr lang="en-US" altLang="ja-JP" sz="2000" dirty="0">
              <a:latin typeface="ＭＳ Ｐゴシック" panose="020B0600070205080204" pitchFamily="50" charset="-128"/>
              <a:ea typeface="ＭＳ Ｐゴシック" panose="020B0600070205080204" pitchFamily="50" charset="-128"/>
            </a:endParaRPr>
          </a:p>
          <a:p>
            <a:pPr algn="ctr"/>
            <a:r>
              <a:rPr lang="ja-JP" altLang="en-US" sz="2000" dirty="0">
                <a:latin typeface="ＭＳ Ｐゴシック" panose="020B0600070205080204" pitchFamily="50" charset="-128"/>
                <a:ea typeface="ＭＳ Ｐゴシック" panose="020B0600070205080204" pitchFamily="50" charset="-128"/>
              </a:rPr>
              <a:t>別々の次元（</a:t>
            </a:r>
            <a:r>
              <a:rPr lang="en-US" altLang="ja-JP" sz="2000" dirty="0">
                <a:latin typeface="ＭＳ Ｐゴシック" panose="020B0600070205080204" pitchFamily="50" charset="-128"/>
                <a:ea typeface="ＭＳ Ｐゴシック" panose="020B0600070205080204" pitchFamily="50" charset="-128"/>
              </a:rPr>
              <a:t>subspace</a:t>
            </a:r>
            <a:r>
              <a:rPr lang="ja-JP" altLang="en-US" sz="2000" dirty="0">
                <a:latin typeface="ＭＳ Ｐゴシック" panose="020B0600070205080204" pitchFamily="50" charset="-128"/>
                <a:ea typeface="ＭＳ Ｐゴシック" panose="020B0600070205080204" pitchFamily="50" charset="-128"/>
              </a:rPr>
              <a:t>）に分離</a:t>
            </a:r>
          </a:p>
        </p:txBody>
      </p:sp>
      <p:pic>
        <p:nvPicPr>
          <p:cNvPr id="67" name="図 66">
            <a:extLst>
              <a:ext uri="{FF2B5EF4-FFF2-40B4-BE49-F238E27FC236}">
                <a16:creationId xmlns:a16="http://schemas.microsoft.com/office/drawing/2014/main" id="{BAB29D00-C3CE-F9BE-9F3F-8F58B9E8D835}"/>
              </a:ext>
            </a:extLst>
          </p:cNvPr>
          <p:cNvPicPr>
            <a:picLocks noChangeAspect="1"/>
          </p:cNvPicPr>
          <p:nvPr/>
        </p:nvPicPr>
        <p:blipFill>
          <a:blip r:embed="rId15"/>
          <a:stretch>
            <a:fillRect/>
          </a:stretch>
        </p:blipFill>
        <p:spPr>
          <a:xfrm>
            <a:off x="3648915" y="1224484"/>
            <a:ext cx="2362530" cy="2114845"/>
          </a:xfrm>
          <a:prstGeom prst="rect">
            <a:avLst/>
          </a:prstGeom>
        </p:spPr>
      </p:pic>
      <p:pic>
        <p:nvPicPr>
          <p:cNvPr id="68" name="図 67">
            <a:extLst>
              <a:ext uri="{FF2B5EF4-FFF2-40B4-BE49-F238E27FC236}">
                <a16:creationId xmlns:a16="http://schemas.microsoft.com/office/drawing/2014/main" id="{2CDF65FE-5F4D-447E-7E2F-AED35534F38E}"/>
              </a:ext>
            </a:extLst>
          </p:cNvPr>
          <p:cNvPicPr>
            <a:picLocks noChangeAspect="1"/>
          </p:cNvPicPr>
          <p:nvPr/>
        </p:nvPicPr>
        <p:blipFill>
          <a:blip r:embed="rId16"/>
          <a:stretch>
            <a:fillRect/>
          </a:stretch>
        </p:blipFill>
        <p:spPr>
          <a:xfrm>
            <a:off x="479022" y="1420898"/>
            <a:ext cx="1341489" cy="1341489"/>
          </a:xfrm>
          <a:prstGeom prst="rect">
            <a:avLst/>
          </a:prstGeom>
        </p:spPr>
      </p:pic>
      <p:sp>
        <p:nvSpPr>
          <p:cNvPr id="70" name="テキスト ボックス 69">
            <a:extLst>
              <a:ext uri="{FF2B5EF4-FFF2-40B4-BE49-F238E27FC236}">
                <a16:creationId xmlns:a16="http://schemas.microsoft.com/office/drawing/2014/main" id="{B180AC2B-C0C7-463B-A236-B4B261C65917}"/>
              </a:ext>
            </a:extLst>
          </p:cNvPr>
          <p:cNvSpPr txBox="1"/>
          <p:nvPr/>
        </p:nvSpPr>
        <p:spPr>
          <a:xfrm>
            <a:off x="358991" y="2982857"/>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a:t>
            </a:r>
          </a:p>
        </p:txBody>
      </p:sp>
      <p:sp>
        <p:nvSpPr>
          <p:cNvPr id="71" name="テキスト ボックス 70">
            <a:extLst>
              <a:ext uri="{FF2B5EF4-FFF2-40B4-BE49-F238E27FC236}">
                <a16:creationId xmlns:a16="http://schemas.microsoft.com/office/drawing/2014/main" id="{760A09EC-31A2-1914-A815-03D920B8CD44}"/>
              </a:ext>
            </a:extLst>
          </p:cNvPr>
          <p:cNvSpPr txBox="1"/>
          <p:nvPr/>
        </p:nvSpPr>
        <p:spPr>
          <a:xfrm>
            <a:off x="2014042" y="2762086"/>
            <a:ext cx="169044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エンコード</a:t>
            </a:r>
          </a:p>
        </p:txBody>
      </p:sp>
      <p:pic>
        <p:nvPicPr>
          <p:cNvPr id="72" name="グラフィックス 71" descr="戻る 単色塗りつぶし">
            <a:extLst>
              <a:ext uri="{FF2B5EF4-FFF2-40B4-BE49-F238E27FC236}">
                <a16:creationId xmlns:a16="http://schemas.microsoft.com/office/drawing/2014/main" id="{EEFE5098-98A0-CD90-A55D-33120CEA53D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3277865" flipV="1">
            <a:off x="6135106" y="2189806"/>
            <a:ext cx="1295912" cy="1164244"/>
          </a:xfrm>
          <a:prstGeom prst="rect">
            <a:avLst/>
          </a:prstGeom>
        </p:spPr>
      </p:pic>
    </p:spTree>
    <p:extLst>
      <p:ext uri="{BB962C8B-B14F-4D97-AF65-F5344CB8AC3E}">
        <p14:creationId xmlns:p14="http://schemas.microsoft.com/office/powerpoint/2010/main" val="1037346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D0F93-DD3B-7030-5C8B-8380D9F49104}"/>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7F4460BF-68B6-4495-81D4-9BA8290ABCCB}"/>
              </a:ext>
            </a:extLst>
          </p:cNvPr>
          <p:cNvSpPr/>
          <p:nvPr/>
        </p:nvSpPr>
        <p:spPr>
          <a:xfrm>
            <a:off x="589688" y="4763126"/>
            <a:ext cx="1827395" cy="19119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平行四辺形 11">
            <a:extLst>
              <a:ext uri="{FF2B5EF4-FFF2-40B4-BE49-F238E27FC236}">
                <a16:creationId xmlns:a16="http://schemas.microsoft.com/office/drawing/2014/main" id="{E8DB921D-5691-3849-70FE-BCDAD5BC61DF}"/>
              </a:ext>
            </a:extLst>
          </p:cNvPr>
          <p:cNvSpPr/>
          <p:nvPr/>
        </p:nvSpPr>
        <p:spPr>
          <a:xfrm>
            <a:off x="589688" y="4063473"/>
            <a:ext cx="2813879" cy="692727"/>
          </a:xfrm>
          <a:prstGeom prst="parallelogram">
            <a:avLst>
              <a:gd name="adj" fmla="val 14050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平行四辺形 15">
            <a:extLst>
              <a:ext uri="{FF2B5EF4-FFF2-40B4-BE49-F238E27FC236}">
                <a16:creationId xmlns:a16="http://schemas.microsoft.com/office/drawing/2014/main" id="{AE154676-A46A-1C1E-43A1-34A87C3841C4}"/>
              </a:ext>
            </a:extLst>
          </p:cNvPr>
          <p:cNvSpPr/>
          <p:nvPr/>
        </p:nvSpPr>
        <p:spPr>
          <a:xfrm>
            <a:off x="589688" y="5989252"/>
            <a:ext cx="2813879" cy="692727"/>
          </a:xfrm>
          <a:prstGeom prst="parallelogram">
            <a:avLst>
              <a:gd name="adj" fmla="val 140500"/>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B1DF8523-1FEC-5DAD-5CAF-432207D50A8E}"/>
              </a:ext>
            </a:extLst>
          </p:cNvPr>
          <p:cNvCxnSpPr>
            <a:cxnSpLocks/>
          </p:cNvCxnSpPr>
          <p:nvPr/>
        </p:nvCxnSpPr>
        <p:spPr>
          <a:xfrm flipH="1">
            <a:off x="3395659" y="4063473"/>
            <a:ext cx="7908" cy="1916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B7BAAD76-C467-B964-F4B0-AFF0960932EE}"/>
              </a:ext>
            </a:extLst>
          </p:cNvPr>
          <p:cNvCxnSpPr>
            <a:cxnSpLocks/>
          </p:cNvCxnSpPr>
          <p:nvPr/>
        </p:nvCxnSpPr>
        <p:spPr>
          <a:xfrm flipV="1">
            <a:off x="2417083" y="5989252"/>
            <a:ext cx="978576" cy="70250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88E11A99-DC1C-0EF6-3BCF-F28AF2EB931E}"/>
              </a:ext>
            </a:extLst>
          </p:cNvPr>
          <p:cNvCxnSpPr>
            <a:cxnSpLocks/>
          </p:cNvCxnSpPr>
          <p:nvPr/>
        </p:nvCxnSpPr>
        <p:spPr>
          <a:xfrm flipH="1">
            <a:off x="1528576" y="4063473"/>
            <a:ext cx="7908" cy="1916000"/>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6" name="正方形/長方形 35">
            <a:extLst>
              <a:ext uri="{FF2B5EF4-FFF2-40B4-BE49-F238E27FC236}">
                <a16:creationId xmlns:a16="http://schemas.microsoft.com/office/drawing/2014/main" id="{4BFF38C2-D8A9-A208-D587-4C381EEB29A2}"/>
              </a:ext>
            </a:extLst>
          </p:cNvPr>
          <p:cNvSpPr/>
          <p:nvPr/>
        </p:nvSpPr>
        <p:spPr>
          <a:xfrm>
            <a:off x="8656120" y="5258991"/>
            <a:ext cx="1578771" cy="108492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正方形/長方形 34">
            <a:extLst>
              <a:ext uri="{FF2B5EF4-FFF2-40B4-BE49-F238E27FC236}">
                <a16:creationId xmlns:a16="http://schemas.microsoft.com/office/drawing/2014/main" id="{487A8BE6-76E6-8EB4-6822-13EB62839B98}"/>
              </a:ext>
            </a:extLst>
          </p:cNvPr>
          <p:cNvSpPr/>
          <p:nvPr/>
        </p:nvSpPr>
        <p:spPr>
          <a:xfrm>
            <a:off x="7431945" y="4083805"/>
            <a:ext cx="788802" cy="54401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A</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34" name="正方形/長方形 33">
            <a:extLst>
              <a:ext uri="{FF2B5EF4-FFF2-40B4-BE49-F238E27FC236}">
                <a16:creationId xmlns:a16="http://schemas.microsoft.com/office/drawing/2014/main" id="{B490A692-5835-B6CB-5923-3E691A8AC657}"/>
              </a:ext>
            </a:extLst>
          </p:cNvPr>
          <p:cNvSpPr/>
          <p:nvPr/>
        </p:nvSpPr>
        <p:spPr>
          <a:xfrm>
            <a:off x="5480492" y="4805771"/>
            <a:ext cx="1430600" cy="108492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8D32D239-2F32-2A56-2B26-CA3136410D6A}"/>
              </a:ext>
            </a:extLst>
          </p:cNvPr>
          <p:cNvSpPr txBox="1">
            <a:spLocks noGrp="1" noRot="1" noMove="1" noResize="1" noEditPoints="1" noAdjustHandles="1" noChangeArrowheads="1" noChangeShapeType="1"/>
          </p:cNvSpPr>
          <p:nvPr/>
        </p:nvSpPr>
        <p:spPr>
          <a:xfrm>
            <a:off x="360000" y="216000"/>
            <a:ext cx="9555821"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因果構造に基づく潜在空間の分離とその応用　</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C616A227-69AE-12D0-2E9D-5D42E3062D2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18" name="AutoShape 10">
            <a:extLst>
              <a:ext uri="{FF2B5EF4-FFF2-40B4-BE49-F238E27FC236}">
                <a16:creationId xmlns:a16="http://schemas.microsoft.com/office/drawing/2014/main" id="{89385979-7DDA-2CD6-6D08-53CF183B5DE6}"/>
              </a:ext>
            </a:extLst>
          </p:cNvPr>
          <p:cNvSpPr>
            <a:spLocks noChangeAspect="1" noChangeArrowheads="1"/>
          </p:cNvSpPr>
          <p:nvPr/>
        </p:nvSpPr>
        <p:spPr bwMode="auto">
          <a:xfrm>
            <a:off x="7803429" y="531182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3" name="グラフィックス 2" descr="カメラ 枠線">
            <a:extLst>
              <a:ext uri="{FF2B5EF4-FFF2-40B4-BE49-F238E27FC236}">
                <a16:creationId xmlns:a16="http://schemas.microsoft.com/office/drawing/2014/main" id="{E42A75F2-CE0D-B307-5DFA-E2CE87EF9F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27511" y="5311821"/>
            <a:ext cx="988310" cy="988310"/>
          </a:xfrm>
          <a:prstGeom prst="rect">
            <a:avLst/>
          </a:prstGeom>
        </p:spPr>
      </p:pic>
      <p:pic>
        <p:nvPicPr>
          <p:cNvPr id="9" name="グラフィックス 8" descr="ユーザー 枠線">
            <a:extLst>
              <a:ext uri="{FF2B5EF4-FFF2-40B4-BE49-F238E27FC236}">
                <a16:creationId xmlns:a16="http://schemas.microsoft.com/office/drawing/2014/main" id="{C294AD11-A036-2270-28C9-B08BBD8C361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87912" y="3493628"/>
            <a:ext cx="914400" cy="914400"/>
          </a:xfrm>
          <a:prstGeom prst="rect">
            <a:avLst/>
          </a:prstGeom>
        </p:spPr>
      </p:pic>
      <p:pic>
        <p:nvPicPr>
          <p:cNvPr id="14" name="グラフィックス 13" descr="電球 枠線">
            <a:extLst>
              <a:ext uri="{FF2B5EF4-FFF2-40B4-BE49-F238E27FC236}">
                <a16:creationId xmlns:a16="http://schemas.microsoft.com/office/drawing/2014/main" id="{46BEF8B3-3346-3E00-AB8C-206F53F7FE5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38592" y="4938854"/>
            <a:ext cx="914400" cy="914400"/>
          </a:xfrm>
          <a:prstGeom prst="rect">
            <a:avLst/>
          </a:prstGeom>
        </p:spPr>
      </p:pic>
      <p:sp>
        <p:nvSpPr>
          <p:cNvPr id="2" name="テキスト ボックス 1">
            <a:extLst>
              <a:ext uri="{FF2B5EF4-FFF2-40B4-BE49-F238E27FC236}">
                <a16:creationId xmlns:a16="http://schemas.microsoft.com/office/drawing/2014/main" id="{E7F36B19-DBAF-03AE-03DE-9DBAF426A44E}"/>
              </a:ext>
            </a:extLst>
          </p:cNvPr>
          <p:cNvSpPr txBox="1"/>
          <p:nvPr/>
        </p:nvSpPr>
        <p:spPr>
          <a:xfrm>
            <a:off x="3201216" y="6317054"/>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撮影機器</a:t>
            </a:r>
          </a:p>
        </p:txBody>
      </p:sp>
      <p:sp>
        <p:nvSpPr>
          <p:cNvPr id="8" name="テキスト ボックス 7">
            <a:extLst>
              <a:ext uri="{FF2B5EF4-FFF2-40B4-BE49-F238E27FC236}">
                <a16:creationId xmlns:a16="http://schemas.microsoft.com/office/drawing/2014/main" id="{6E7EAAD7-C6C3-9C58-02C0-4B079A233544}"/>
              </a:ext>
            </a:extLst>
          </p:cNvPr>
          <p:cNvSpPr txBox="1"/>
          <p:nvPr/>
        </p:nvSpPr>
        <p:spPr>
          <a:xfrm>
            <a:off x="5495454" y="6547886"/>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スタイル</a:t>
            </a:r>
          </a:p>
        </p:txBody>
      </p:sp>
      <p:sp>
        <p:nvSpPr>
          <p:cNvPr id="33" name="テキスト ボックス 32">
            <a:extLst>
              <a:ext uri="{FF2B5EF4-FFF2-40B4-BE49-F238E27FC236}">
                <a16:creationId xmlns:a16="http://schemas.microsoft.com/office/drawing/2014/main" id="{04097FC8-564C-A7B1-94F2-567762641563}"/>
              </a:ext>
            </a:extLst>
          </p:cNvPr>
          <p:cNvSpPr txBox="1"/>
          <p:nvPr/>
        </p:nvSpPr>
        <p:spPr>
          <a:xfrm>
            <a:off x="358991" y="3423282"/>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メタデータ</a:t>
            </a:r>
          </a:p>
        </p:txBody>
      </p:sp>
      <p:pic>
        <p:nvPicPr>
          <p:cNvPr id="38" name="グラフィックス 37" descr="戻る 単色塗りつぶし">
            <a:extLst>
              <a:ext uri="{FF2B5EF4-FFF2-40B4-BE49-F238E27FC236}">
                <a16:creationId xmlns:a16="http://schemas.microsoft.com/office/drawing/2014/main" id="{08EC8971-6E71-CFBB-6A16-47F341BE68B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1671174" flipV="1">
            <a:off x="2034222" y="1604858"/>
            <a:ext cx="1295912" cy="1164244"/>
          </a:xfrm>
          <a:prstGeom prst="rect">
            <a:avLst/>
          </a:prstGeom>
        </p:spPr>
      </p:pic>
      <p:pic>
        <p:nvPicPr>
          <p:cNvPr id="52" name="図 51">
            <a:extLst>
              <a:ext uri="{FF2B5EF4-FFF2-40B4-BE49-F238E27FC236}">
                <a16:creationId xmlns:a16="http://schemas.microsoft.com/office/drawing/2014/main" id="{E86EBC0B-D827-43B9-8149-B6C98B17BF9D}"/>
              </a:ext>
            </a:extLst>
          </p:cNvPr>
          <p:cNvPicPr>
            <a:picLocks noChangeAspect="1"/>
          </p:cNvPicPr>
          <p:nvPr/>
        </p:nvPicPr>
        <p:blipFill>
          <a:blip r:embed="rId11"/>
          <a:stretch>
            <a:fillRect/>
          </a:stretch>
        </p:blipFill>
        <p:spPr>
          <a:xfrm>
            <a:off x="3910792" y="4525228"/>
            <a:ext cx="1011086" cy="827252"/>
          </a:xfrm>
          <a:prstGeom prst="rect">
            <a:avLst/>
          </a:prstGeom>
        </p:spPr>
      </p:pic>
      <p:pic>
        <p:nvPicPr>
          <p:cNvPr id="54" name="図 53">
            <a:extLst>
              <a:ext uri="{FF2B5EF4-FFF2-40B4-BE49-F238E27FC236}">
                <a16:creationId xmlns:a16="http://schemas.microsoft.com/office/drawing/2014/main" id="{A0D03BA5-0C92-F1C2-50FD-72C905904CD5}"/>
              </a:ext>
            </a:extLst>
          </p:cNvPr>
          <p:cNvPicPr>
            <a:picLocks noChangeAspect="1"/>
          </p:cNvPicPr>
          <p:nvPr/>
        </p:nvPicPr>
        <p:blipFill>
          <a:blip r:embed="rId12"/>
          <a:stretch>
            <a:fillRect/>
          </a:stretch>
        </p:blipFill>
        <p:spPr>
          <a:xfrm>
            <a:off x="5793315" y="4249875"/>
            <a:ext cx="989747" cy="827252"/>
          </a:xfrm>
          <a:prstGeom prst="rect">
            <a:avLst/>
          </a:prstGeom>
        </p:spPr>
      </p:pic>
      <p:pic>
        <p:nvPicPr>
          <p:cNvPr id="56" name="図 55">
            <a:extLst>
              <a:ext uri="{FF2B5EF4-FFF2-40B4-BE49-F238E27FC236}">
                <a16:creationId xmlns:a16="http://schemas.microsoft.com/office/drawing/2014/main" id="{BA6A7671-99B2-85A7-A6CD-1FBE328CC35B}"/>
              </a:ext>
            </a:extLst>
          </p:cNvPr>
          <p:cNvPicPr>
            <a:picLocks noChangeAspect="1"/>
          </p:cNvPicPr>
          <p:nvPr/>
        </p:nvPicPr>
        <p:blipFill>
          <a:blip r:embed="rId13"/>
          <a:stretch>
            <a:fillRect/>
          </a:stretch>
        </p:blipFill>
        <p:spPr>
          <a:xfrm>
            <a:off x="7059029" y="4763126"/>
            <a:ext cx="986896" cy="827252"/>
          </a:xfrm>
          <a:prstGeom prst="rect">
            <a:avLst/>
          </a:prstGeom>
        </p:spPr>
      </p:pic>
      <p:pic>
        <p:nvPicPr>
          <p:cNvPr id="63" name="図 62">
            <a:extLst>
              <a:ext uri="{FF2B5EF4-FFF2-40B4-BE49-F238E27FC236}">
                <a16:creationId xmlns:a16="http://schemas.microsoft.com/office/drawing/2014/main" id="{7AA1BCA1-66AB-951B-B27F-467733A12BBE}"/>
              </a:ext>
            </a:extLst>
          </p:cNvPr>
          <p:cNvPicPr>
            <a:picLocks noChangeAspect="1"/>
          </p:cNvPicPr>
          <p:nvPr/>
        </p:nvPicPr>
        <p:blipFill>
          <a:blip r:embed="rId14"/>
          <a:stretch>
            <a:fillRect/>
          </a:stretch>
        </p:blipFill>
        <p:spPr>
          <a:xfrm>
            <a:off x="9982978" y="1297500"/>
            <a:ext cx="1045167" cy="692727"/>
          </a:xfrm>
          <a:prstGeom prst="rect">
            <a:avLst/>
          </a:prstGeom>
        </p:spPr>
      </p:pic>
      <p:sp>
        <p:nvSpPr>
          <p:cNvPr id="65" name="テキスト ボックス 64">
            <a:extLst>
              <a:ext uri="{FF2B5EF4-FFF2-40B4-BE49-F238E27FC236}">
                <a16:creationId xmlns:a16="http://schemas.microsoft.com/office/drawing/2014/main" id="{37C767D0-60BB-2E43-3E22-1AE7355AB785}"/>
              </a:ext>
            </a:extLst>
          </p:cNvPr>
          <p:cNvSpPr txBox="1"/>
          <p:nvPr/>
        </p:nvSpPr>
        <p:spPr>
          <a:xfrm>
            <a:off x="4020448" y="3493628"/>
            <a:ext cx="3667914" cy="707886"/>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潜在空間の分離</a:t>
            </a:r>
            <a:endParaRPr lang="en-US" altLang="ja-JP" sz="2000" dirty="0">
              <a:latin typeface="ＭＳ Ｐゴシック" panose="020B0600070205080204" pitchFamily="50" charset="-128"/>
              <a:ea typeface="ＭＳ Ｐゴシック" panose="020B0600070205080204" pitchFamily="50" charset="-128"/>
            </a:endParaRPr>
          </a:p>
          <a:p>
            <a:pPr algn="ctr"/>
            <a:r>
              <a:rPr lang="ja-JP" altLang="en-US" sz="2000" dirty="0">
                <a:latin typeface="ＭＳ Ｐゴシック" panose="020B0600070205080204" pitchFamily="50" charset="-128"/>
                <a:ea typeface="ＭＳ Ｐゴシック" panose="020B0600070205080204" pitchFamily="50" charset="-128"/>
              </a:rPr>
              <a:t>別々の次元（</a:t>
            </a:r>
            <a:r>
              <a:rPr lang="en-US" altLang="ja-JP" sz="2000" dirty="0">
                <a:latin typeface="ＭＳ Ｐゴシック" panose="020B0600070205080204" pitchFamily="50" charset="-128"/>
                <a:ea typeface="ＭＳ Ｐゴシック" panose="020B0600070205080204" pitchFamily="50" charset="-128"/>
              </a:rPr>
              <a:t>subspace</a:t>
            </a:r>
            <a:r>
              <a:rPr lang="ja-JP" altLang="en-US" sz="2000" dirty="0">
                <a:latin typeface="ＭＳ Ｐゴシック" panose="020B0600070205080204" pitchFamily="50" charset="-128"/>
                <a:ea typeface="ＭＳ Ｐゴシック" panose="020B0600070205080204" pitchFamily="50" charset="-128"/>
              </a:rPr>
              <a:t>）に分離</a:t>
            </a:r>
          </a:p>
        </p:txBody>
      </p:sp>
      <p:pic>
        <p:nvPicPr>
          <p:cNvPr id="67" name="図 66">
            <a:extLst>
              <a:ext uri="{FF2B5EF4-FFF2-40B4-BE49-F238E27FC236}">
                <a16:creationId xmlns:a16="http://schemas.microsoft.com/office/drawing/2014/main" id="{B6E04274-8497-F752-BDEA-77C1172F4536}"/>
              </a:ext>
            </a:extLst>
          </p:cNvPr>
          <p:cNvPicPr>
            <a:picLocks noChangeAspect="1"/>
          </p:cNvPicPr>
          <p:nvPr/>
        </p:nvPicPr>
        <p:blipFill>
          <a:blip r:embed="rId15"/>
          <a:stretch>
            <a:fillRect/>
          </a:stretch>
        </p:blipFill>
        <p:spPr>
          <a:xfrm>
            <a:off x="3648915" y="1224484"/>
            <a:ext cx="2362530" cy="2114845"/>
          </a:xfrm>
          <a:prstGeom prst="rect">
            <a:avLst/>
          </a:prstGeom>
        </p:spPr>
      </p:pic>
      <p:pic>
        <p:nvPicPr>
          <p:cNvPr id="68" name="図 67">
            <a:extLst>
              <a:ext uri="{FF2B5EF4-FFF2-40B4-BE49-F238E27FC236}">
                <a16:creationId xmlns:a16="http://schemas.microsoft.com/office/drawing/2014/main" id="{5E0FEB3E-5CB2-A98D-2B5D-D5E950C795C4}"/>
              </a:ext>
            </a:extLst>
          </p:cNvPr>
          <p:cNvPicPr>
            <a:picLocks noChangeAspect="1"/>
          </p:cNvPicPr>
          <p:nvPr/>
        </p:nvPicPr>
        <p:blipFill>
          <a:blip r:embed="rId16"/>
          <a:stretch>
            <a:fillRect/>
          </a:stretch>
        </p:blipFill>
        <p:spPr>
          <a:xfrm>
            <a:off x="479022" y="1420898"/>
            <a:ext cx="1341489" cy="1341489"/>
          </a:xfrm>
          <a:prstGeom prst="rect">
            <a:avLst/>
          </a:prstGeom>
        </p:spPr>
      </p:pic>
      <p:sp>
        <p:nvSpPr>
          <p:cNvPr id="70" name="テキスト ボックス 69">
            <a:extLst>
              <a:ext uri="{FF2B5EF4-FFF2-40B4-BE49-F238E27FC236}">
                <a16:creationId xmlns:a16="http://schemas.microsoft.com/office/drawing/2014/main" id="{27046C92-45AC-6CB6-9610-A697F4BB17E5}"/>
              </a:ext>
            </a:extLst>
          </p:cNvPr>
          <p:cNvSpPr txBox="1"/>
          <p:nvPr/>
        </p:nvSpPr>
        <p:spPr>
          <a:xfrm>
            <a:off x="358991" y="2982857"/>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a:t>
            </a:r>
          </a:p>
        </p:txBody>
      </p:sp>
      <p:sp>
        <p:nvSpPr>
          <p:cNvPr id="71" name="テキスト ボックス 70">
            <a:extLst>
              <a:ext uri="{FF2B5EF4-FFF2-40B4-BE49-F238E27FC236}">
                <a16:creationId xmlns:a16="http://schemas.microsoft.com/office/drawing/2014/main" id="{90E60066-7904-5D4E-7954-F1BDA96858ED}"/>
              </a:ext>
            </a:extLst>
          </p:cNvPr>
          <p:cNvSpPr txBox="1"/>
          <p:nvPr/>
        </p:nvSpPr>
        <p:spPr>
          <a:xfrm>
            <a:off x="2014042" y="2762086"/>
            <a:ext cx="169044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エンコード</a:t>
            </a:r>
          </a:p>
        </p:txBody>
      </p:sp>
      <p:pic>
        <p:nvPicPr>
          <p:cNvPr id="72" name="グラフィックス 71" descr="戻る 単色塗りつぶし">
            <a:extLst>
              <a:ext uri="{FF2B5EF4-FFF2-40B4-BE49-F238E27FC236}">
                <a16:creationId xmlns:a16="http://schemas.microsoft.com/office/drawing/2014/main" id="{4CA750EB-7F7B-D03B-FC65-6B0CBC7ABE0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3277865" flipV="1">
            <a:off x="6135106" y="2189806"/>
            <a:ext cx="1295912" cy="1164244"/>
          </a:xfrm>
          <a:prstGeom prst="rect">
            <a:avLst/>
          </a:prstGeom>
        </p:spPr>
      </p:pic>
      <p:sp>
        <p:nvSpPr>
          <p:cNvPr id="7" name="正方形/長方形 6">
            <a:extLst>
              <a:ext uri="{FF2B5EF4-FFF2-40B4-BE49-F238E27FC236}">
                <a16:creationId xmlns:a16="http://schemas.microsoft.com/office/drawing/2014/main" id="{F7FB6749-2920-CFBF-EF8F-9C7E9A47B025}"/>
              </a:ext>
            </a:extLst>
          </p:cNvPr>
          <p:cNvSpPr/>
          <p:nvPr/>
        </p:nvSpPr>
        <p:spPr>
          <a:xfrm>
            <a:off x="8380769" y="3980725"/>
            <a:ext cx="792041" cy="623677"/>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B</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1" name="正方形/長方形 10">
            <a:extLst>
              <a:ext uri="{FF2B5EF4-FFF2-40B4-BE49-F238E27FC236}">
                <a16:creationId xmlns:a16="http://schemas.microsoft.com/office/drawing/2014/main" id="{664134CA-20BB-5D2E-DEAB-17161CFE7F6B}"/>
              </a:ext>
            </a:extLst>
          </p:cNvPr>
          <p:cNvSpPr/>
          <p:nvPr/>
        </p:nvSpPr>
        <p:spPr>
          <a:xfrm>
            <a:off x="9716759" y="3406088"/>
            <a:ext cx="788802" cy="623677"/>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C</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789778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B4C3E-FD15-FA13-EC49-B8A8A20C7FC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8F522A1-0225-5F6D-3AE9-0D7F17043ACA}"/>
              </a:ext>
            </a:extLst>
          </p:cNvPr>
          <p:cNvSpPr txBox="1">
            <a:spLocks noGrp="1" noRot="1" noMove="1" noResize="1" noEditPoints="1" noAdjustHandles="1" noChangeArrowheads="1" noChangeShapeType="1"/>
          </p:cNvSpPr>
          <p:nvPr/>
        </p:nvSpPr>
        <p:spPr>
          <a:xfrm>
            <a:off x="360000" y="216000"/>
            <a:ext cx="3876382"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網膜眼底画像</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68E09E3C-26EA-292B-7AF4-3FF3E598B7AC}"/>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90ACC718-1FB9-C1D1-0500-F2945E9A1238}"/>
              </a:ext>
            </a:extLst>
          </p:cNvPr>
          <p:cNvSpPr txBox="1"/>
          <p:nvPr/>
        </p:nvSpPr>
        <p:spPr>
          <a:xfrm>
            <a:off x="624544" y="5910551"/>
            <a:ext cx="6094268" cy="646331"/>
          </a:xfrm>
          <a:prstGeom prst="rect">
            <a:avLst/>
          </a:prstGeom>
          <a:noFill/>
        </p:spPr>
        <p:txBody>
          <a:bodyPr wrap="square">
            <a:spAutoFit/>
          </a:bodyPr>
          <a:lstStyle/>
          <a:p>
            <a:r>
              <a:rPr lang="ja-JP" altLang="en-US" dirty="0">
                <a:latin typeface="ＭＳ Ｐゴシック" panose="020B0600070205080204" pitchFamily="50" charset="-128"/>
                <a:ea typeface="ＭＳ Ｐゴシック" panose="020B0600070205080204" pitchFamily="50" charset="-128"/>
              </a:rPr>
              <a:t>「表現」とは、データが持つ高レベルの抽象的な特徴を数値のベクトルとして捉え直したもの</a:t>
            </a:r>
          </a:p>
        </p:txBody>
      </p:sp>
      <p:sp>
        <p:nvSpPr>
          <p:cNvPr id="18" name="AutoShape 10">
            <a:extLst>
              <a:ext uri="{FF2B5EF4-FFF2-40B4-BE49-F238E27FC236}">
                <a16:creationId xmlns:a16="http://schemas.microsoft.com/office/drawing/2014/main" id="{B725A329-D749-7CFE-3CA2-A76719F46CAE}"/>
              </a:ext>
            </a:extLst>
          </p:cNvPr>
          <p:cNvSpPr>
            <a:spLocks noChangeAspect="1" noChangeArrowheads="1"/>
          </p:cNvSpPr>
          <p:nvPr/>
        </p:nvSpPr>
        <p:spPr bwMode="auto">
          <a:xfrm>
            <a:off x="61849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21" name="TextBox 10">
            <a:extLst>
              <a:ext uri="{FF2B5EF4-FFF2-40B4-BE49-F238E27FC236}">
                <a16:creationId xmlns:a16="http://schemas.microsoft.com/office/drawing/2014/main" id="{DCFE142B-6648-5E5F-7C3B-DE29FB62A362}"/>
              </a:ext>
            </a:extLst>
          </p:cNvPr>
          <p:cNvSpPr txBox="1"/>
          <p:nvPr/>
        </p:nvSpPr>
        <p:spPr>
          <a:xfrm>
            <a:off x="360000" y="1170719"/>
            <a:ext cx="5254965" cy="461665"/>
          </a:xfrm>
          <a:prstGeom prst="rect">
            <a:avLst/>
          </a:prstGeom>
          <a:noFill/>
          <a:ln>
            <a:noFill/>
          </a:ln>
        </p:spPr>
        <p:txBody>
          <a:bodyPr wrap="non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生成モデルによる表現学習の可能性</a:t>
            </a:r>
            <a:endParaRPr 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3" name="グラフィックス 2" descr="カメラ 枠線">
            <a:extLst>
              <a:ext uri="{FF2B5EF4-FFF2-40B4-BE49-F238E27FC236}">
                <a16:creationId xmlns:a16="http://schemas.microsoft.com/office/drawing/2014/main" id="{D6E0298E-6EAD-6E6A-6CC5-ABE18BA5E9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06190" y="2955941"/>
            <a:ext cx="988310" cy="988310"/>
          </a:xfrm>
          <a:prstGeom prst="rect">
            <a:avLst/>
          </a:prstGeom>
        </p:spPr>
      </p:pic>
      <p:pic>
        <p:nvPicPr>
          <p:cNvPr id="9" name="グラフィックス 8" descr="ユーザー 枠線">
            <a:extLst>
              <a:ext uri="{FF2B5EF4-FFF2-40B4-BE49-F238E27FC236}">
                <a16:creationId xmlns:a16="http://schemas.microsoft.com/office/drawing/2014/main" id="{5DC6726E-10C0-5AF5-3C91-9C88CFE8F1E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71678" y="2937773"/>
            <a:ext cx="914400" cy="914400"/>
          </a:xfrm>
          <a:prstGeom prst="rect">
            <a:avLst/>
          </a:prstGeom>
        </p:spPr>
      </p:pic>
      <p:pic>
        <p:nvPicPr>
          <p:cNvPr id="11" name="図 10">
            <a:extLst>
              <a:ext uri="{FF2B5EF4-FFF2-40B4-BE49-F238E27FC236}">
                <a16:creationId xmlns:a16="http://schemas.microsoft.com/office/drawing/2014/main" id="{19D57B03-D9CF-C94E-AB85-BE9489FC9A3A}"/>
              </a:ext>
            </a:extLst>
          </p:cNvPr>
          <p:cNvPicPr>
            <a:picLocks noChangeAspect="1"/>
          </p:cNvPicPr>
          <p:nvPr/>
        </p:nvPicPr>
        <p:blipFill>
          <a:blip r:embed="rId7"/>
          <a:srcRect r="53783"/>
          <a:stretch>
            <a:fillRect/>
          </a:stretch>
        </p:blipFill>
        <p:spPr>
          <a:xfrm>
            <a:off x="7709812" y="1756221"/>
            <a:ext cx="4083117" cy="4165779"/>
          </a:xfrm>
          <a:prstGeom prst="rect">
            <a:avLst/>
          </a:prstGeom>
        </p:spPr>
      </p:pic>
      <p:pic>
        <p:nvPicPr>
          <p:cNvPr id="14" name="グラフィックス 13" descr="電球 枠線">
            <a:extLst>
              <a:ext uri="{FF2B5EF4-FFF2-40B4-BE49-F238E27FC236}">
                <a16:creationId xmlns:a16="http://schemas.microsoft.com/office/drawing/2014/main" id="{8D1F98F2-E053-3F4D-9DDA-DEBB1926433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37166" y="2971800"/>
            <a:ext cx="914400" cy="914400"/>
          </a:xfrm>
          <a:prstGeom prst="rect">
            <a:avLst/>
          </a:prstGeom>
        </p:spPr>
      </p:pic>
      <p:sp>
        <p:nvSpPr>
          <p:cNvPr id="2" name="テキスト ボックス 1">
            <a:extLst>
              <a:ext uri="{FF2B5EF4-FFF2-40B4-BE49-F238E27FC236}">
                <a16:creationId xmlns:a16="http://schemas.microsoft.com/office/drawing/2014/main" id="{3021598A-0A44-1EF5-19EE-018A1385B4DC}"/>
              </a:ext>
            </a:extLst>
          </p:cNvPr>
          <p:cNvSpPr txBox="1"/>
          <p:nvPr/>
        </p:nvSpPr>
        <p:spPr>
          <a:xfrm>
            <a:off x="5386647" y="3803245"/>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撮影機器</a:t>
            </a:r>
          </a:p>
        </p:txBody>
      </p:sp>
      <p:sp>
        <p:nvSpPr>
          <p:cNvPr id="6" name="テキスト ボックス 5">
            <a:extLst>
              <a:ext uri="{FF2B5EF4-FFF2-40B4-BE49-F238E27FC236}">
                <a16:creationId xmlns:a16="http://schemas.microsoft.com/office/drawing/2014/main" id="{8E49B443-CEF9-5B3F-F623-415DAF306968}"/>
              </a:ext>
            </a:extLst>
          </p:cNvPr>
          <p:cNvSpPr txBox="1"/>
          <p:nvPr/>
        </p:nvSpPr>
        <p:spPr>
          <a:xfrm>
            <a:off x="3215180" y="3785096"/>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患者情報</a:t>
            </a:r>
          </a:p>
        </p:txBody>
      </p:sp>
      <p:sp>
        <p:nvSpPr>
          <p:cNvPr id="7" name="テキスト ボックス 6">
            <a:extLst>
              <a:ext uri="{FF2B5EF4-FFF2-40B4-BE49-F238E27FC236}">
                <a16:creationId xmlns:a16="http://schemas.microsoft.com/office/drawing/2014/main" id="{9E37AF67-ED00-C72A-A3CA-AAA0BE2BF02D}"/>
              </a:ext>
            </a:extLst>
          </p:cNvPr>
          <p:cNvSpPr txBox="1"/>
          <p:nvPr/>
        </p:nvSpPr>
        <p:spPr>
          <a:xfrm>
            <a:off x="3367580" y="3937496"/>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患者情報</a:t>
            </a:r>
          </a:p>
        </p:txBody>
      </p:sp>
    </p:spTree>
    <p:extLst>
      <p:ext uri="{BB962C8B-B14F-4D97-AF65-F5344CB8AC3E}">
        <p14:creationId xmlns:p14="http://schemas.microsoft.com/office/powerpoint/2010/main" val="1792885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58F62-79AB-4FEC-7E07-4F854772C1E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F8066A3-45FB-011A-D48B-369F2967F1B2}"/>
              </a:ext>
            </a:extLst>
          </p:cNvPr>
          <p:cNvSpPr txBox="1">
            <a:spLocks noGrp="1" noRot="1" noMove="1" noResize="1" noEditPoints="1" noAdjustHandles="1" noChangeArrowheads="1" noChangeShapeType="1"/>
          </p:cNvSpPr>
          <p:nvPr/>
        </p:nvSpPr>
        <p:spPr>
          <a:xfrm>
            <a:off x="360000" y="216000"/>
            <a:ext cx="1112805"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Ｆ</a:t>
            </a:r>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ig.2</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E919C4A9-65CD-D548-C429-EDE48FEDC5BC}"/>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3" name="図 2">
            <a:extLst>
              <a:ext uri="{FF2B5EF4-FFF2-40B4-BE49-F238E27FC236}">
                <a16:creationId xmlns:a16="http://schemas.microsoft.com/office/drawing/2014/main" id="{4FF22E50-D889-B3AA-08A2-BF7727A93712}"/>
              </a:ext>
            </a:extLst>
          </p:cNvPr>
          <p:cNvPicPr>
            <a:picLocks noChangeAspect="1"/>
          </p:cNvPicPr>
          <p:nvPr/>
        </p:nvPicPr>
        <p:blipFill>
          <a:blip r:embed="rId2"/>
          <a:srcRect l="46673" b="60168"/>
          <a:stretch>
            <a:fillRect/>
          </a:stretch>
        </p:blipFill>
        <p:spPr>
          <a:xfrm>
            <a:off x="780752" y="2497027"/>
            <a:ext cx="10021568" cy="3529697"/>
          </a:xfrm>
          <a:prstGeom prst="rect">
            <a:avLst/>
          </a:prstGeom>
        </p:spPr>
      </p:pic>
    </p:spTree>
    <p:extLst>
      <p:ext uri="{BB962C8B-B14F-4D97-AF65-F5344CB8AC3E}">
        <p14:creationId xmlns:p14="http://schemas.microsoft.com/office/powerpoint/2010/main" val="4204519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8E873-F37F-C24B-663D-73DF637423D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83DDCF4-DC3C-3A9D-2453-13DE20ABA862}"/>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Fig.3</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3FA1735D-BC0F-4F2A-48BA-3543910D4A08}"/>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3" name="図 2">
            <a:extLst>
              <a:ext uri="{FF2B5EF4-FFF2-40B4-BE49-F238E27FC236}">
                <a16:creationId xmlns:a16="http://schemas.microsoft.com/office/drawing/2014/main" id="{8F0C5641-B7EA-10CE-DEE3-A578AFF79526}"/>
              </a:ext>
            </a:extLst>
          </p:cNvPr>
          <p:cNvPicPr>
            <a:picLocks noChangeAspect="1"/>
          </p:cNvPicPr>
          <p:nvPr/>
        </p:nvPicPr>
        <p:blipFill>
          <a:blip r:embed="rId2"/>
          <a:srcRect l="47586" t="40800" r="27553"/>
          <a:stretch>
            <a:fillRect/>
          </a:stretch>
        </p:blipFill>
        <p:spPr>
          <a:xfrm>
            <a:off x="3969327" y="1936934"/>
            <a:ext cx="4014506" cy="4507456"/>
          </a:xfrm>
          <a:prstGeom prst="rect">
            <a:avLst/>
          </a:prstGeom>
        </p:spPr>
      </p:pic>
    </p:spTree>
    <p:extLst>
      <p:ext uri="{BB962C8B-B14F-4D97-AF65-F5344CB8AC3E}">
        <p14:creationId xmlns:p14="http://schemas.microsoft.com/office/powerpoint/2010/main" val="4236245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6D59C-C588-49EE-24F2-CE2D3ABD751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AD6A150-17F8-3C96-B91D-C1C32E608630}"/>
              </a:ext>
            </a:extLst>
          </p:cNvPr>
          <p:cNvSpPr txBox="1">
            <a:spLocks noGrp="1" noRot="1" noMove="1" noResize="1" noEditPoints="1" noAdjustHandles="1" noChangeArrowheads="1" noChangeShapeType="1"/>
          </p:cNvSpPr>
          <p:nvPr/>
        </p:nvSpPr>
        <p:spPr>
          <a:xfrm>
            <a:off x="360000" y="216000"/>
            <a:ext cx="160011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xxx</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err="1">
                <a:solidFill>
                  <a:schemeClr val="tx1">
                    <a:lumMod val="75000"/>
                    <a:lumOff val="25000"/>
                  </a:schemeClr>
                </a:solidFill>
                <a:latin typeface="MS PGothic" panose="020B0600070205080204" pitchFamily="34" charset="-128"/>
                <a:ea typeface="MS PGothic" panose="020B0600070205080204" pitchFamily="34" charset="-128"/>
              </a:rPr>
              <a:t>xxxx</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6C9D5721-4F0A-948E-A418-2F550FD61B8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67DB35FC-2B99-AB6A-DED6-9619C1423100}"/>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sz="2400" dirty="0" err="1">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xxxxxx</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3" name="図 2">
            <a:extLst>
              <a:ext uri="{FF2B5EF4-FFF2-40B4-BE49-F238E27FC236}">
                <a16:creationId xmlns:a16="http://schemas.microsoft.com/office/drawing/2014/main" id="{04EA5B85-33B0-81C3-E22F-9BF59D5ABA58}"/>
              </a:ext>
            </a:extLst>
          </p:cNvPr>
          <p:cNvPicPr>
            <a:picLocks noChangeAspect="1"/>
          </p:cNvPicPr>
          <p:nvPr/>
        </p:nvPicPr>
        <p:blipFill>
          <a:blip r:embed="rId2"/>
          <a:srcRect l="71992" t="40800"/>
          <a:stretch>
            <a:fillRect/>
          </a:stretch>
        </p:blipFill>
        <p:spPr>
          <a:xfrm>
            <a:off x="3622964" y="1458054"/>
            <a:ext cx="4946072" cy="4929462"/>
          </a:xfrm>
          <a:prstGeom prst="rect">
            <a:avLst/>
          </a:prstGeom>
        </p:spPr>
      </p:pic>
    </p:spTree>
    <p:extLst>
      <p:ext uri="{BB962C8B-B14F-4D97-AF65-F5344CB8AC3E}">
        <p14:creationId xmlns:p14="http://schemas.microsoft.com/office/powerpoint/2010/main" val="3750949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04803-2DED-8AA9-DB0D-D1CCDE80865D}"/>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2A6402F-0875-3893-253B-A13676354B00}"/>
              </a:ext>
            </a:extLst>
          </p:cNvPr>
          <p:cNvSpPr txBox="1">
            <a:spLocks noGrp="1" noRot="1" noMove="1" noResize="1" noEditPoints="1" noAdjustHandles="1" noChangeArrowheads="1" noChangeShapeType="1"/>
          </p:cNvSpPr>
          <p:nvPr/>
        </p:nvSpPr>
        <p:spPr>
          <a:xfrm>
            <a:off x="360000" y="216000"/>
            <a:ext cx="160011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xxx</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err="1">
                <a:solidFill>
                  <a:schemeClr val="tx1">
                    <a:lumMod val="75000"/>
                    <a:lumOff val="25000"/>
                  </a:schemeClr>
                </a:solidFill>
                <a:latin typeface="MS PGothic" panose="020B0600070205080204" pitchFamily="34" charset="-128"/>
                <a:ea typeface="MS PGothic" panose="020B0600070205080204" pitchFamily="34" charset="-128"/>
              </a:rPr>
              <a:t>xxxx</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1CB79EFD-909D-5F1C-5FC5-859065D5753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53148813-0443-18E2-CB12-9A32F3DAD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3805" y="1627410"/>
            <a:ext cx="10348332" cy="5071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879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54370-0458-0689-0AFE-2387BF78C5B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9E74B89-BB75-4DD5-1242-B45BB049CB3C}"/>
              </a:ext>
            </a:extLst>
          </p:cNvPr>
          <p:cNvSpPr txBox="1">
            <a:spLocks noGrp="1" noRot="1" noMove="1" noResize="1" noEditPoints="1" noAdjustHandles="1" noChangeArrowheads="1" noChangeShapeType="1"/>
          </p:cNvSpPr>
          <p:nvPr/>
        </p:nvSpPr>
        <p:spPr>
          <a:xfrm>
            <a:off x="360000" y="216000"/>
            <a:ext cx="160011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xxx</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err="1">
                <a:solidFill>
                  <a:schemeClr val="tx1">
                    <a:lumMod val="75000"/>
                    <a:lumOff val="25000"/>
                  </a:schemeClr>
                </a:solidFill>
                <a:latin typeface="MS PGothic" panose="020B0600070205080204" pitchFamily="34" charset="-128"/>
                <a:ea typeface="MS PGothic" panose="020B0600070205080204" pitchFamily="34" charset="-128"/>
              </a:rPr>
              <a:t>xxxx</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F0D86D52-BB38-547C-9EC4-8A910BE68B89}"/>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AFF89199-46B3-0DDB-F733-F39917852DCA}"/>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sz="2400" dirty="0" err="1">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xxxxxx</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2050" name="Picture 2">
            <a:extLst>
              <a:ext uri="{FF2B5EF4-FFF2-40B4-BE49-F238E27FC236}">
                <a16:creationId xmlns:a16="http://schemas.microsoft.com/office/drawing/2014/main" id="{A2556C26-ADA2-FE02-EAF4-BCADE1C9B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0059" y="2927723"/>
            <a:ext cx="9323294" cy="2378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32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F8552-29BD-15E3-9635-FAD4AE87588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89617FF-234E-3BA9-744A-C91602CC78BD}"/>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Fig.4</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FA79CA54-7A83-4F9D-1F0A-02434BE0768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4098" name="Picture 2">
            <a:extLst>
              <a:ext uri="{FF2B5EF4-FFF2-40B4-BE49-F238E27FC236}">
                <a16:creationId xmlns:a16="http://schemas.microsoft.com/office/drawing/2014/main" id="{6FF86334-1B48-F089-DE22-0E1B89AB9C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0059" y="1685664"/>
            <a:ext cx="9328879" cy="2463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963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47F72-152C-DD32-03A7-1239C8A5CFD2}"/>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2619D8D-AFC7-7AF9-4C0C-277923A4BA67}"/>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Fig.5</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pic>
        <p:nvPicPr>
          <p:cNvPr id="4100" name="Picture 4">
            <a:extLst>
              <a:ext uri="{FF2B5EF4-FFF2-40B4-BE49-F238E27FC236}">
                <a16:creationId xmlns:a16="http://schemas.microsoft.com/office/drawing/2014/main" id="{FADEC136-9BD6-CA21-17A9-84EC294B35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607" y="1176171"/>
            <a:ext cx="9683410" cy="5196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061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9EFCA-58EE-6F39-208E-B7FA3722A1A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1F899AF-D993-A97F-FA5B-43639B1671B3}"/>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Fig.6</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A39304DE-CCE3-78B0-7D97-51D2FBDC57B7}"/>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10242" name="Picture 2">
            <a:extLst>
              <a:ext uri="{FF2B5EF4-FFF2-40B4-BE49-F238E27FC236}">
                <a16:creationId xmlns:a16="http://schemas.microsoft.com/office/drawing/2014/main" id="{5F9E33B5-9440-163F-78D6-6F3950428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000" y="1340812"/>
            <a:ext cx="9428018" cy="5065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141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0EAF7-3B4F-A2C8-0AD9-AC3787F744F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7531E3C-B1C4-F067-8A77-06EB99B1B63B}"/>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Fig.7</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8FDB403D-325A-9EE8-C04E-F967412E04D9}"/>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5122" name="Picture 2">
            <a:extLst>
              <a:ext uri="{FF2B5EF4-FFF2-40B4-BE49-F238E27FC236}">
                <a16:creationId xmlns:a16="http://schemas.microsoft.com/office/drawing/2014/main" id="{5CB453DE-B6B9-EE53-55FD-0BFF1EA5D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6392" y="1685664"/>
            <a:ext cx="9387215" cy="4649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776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1F0F1-35F9-35F1-62E0-3BED1858D85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029A2DE-29F7-24BE-9ED3-C900BA146A41}"/>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Fig.8</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25D297F9-BB3C-EA7E-85A9-DDB414FDDE5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6146" name="Picture 2">
            <a:extLst>
              <a:ext uri="{FF2B5EF4-FFF2-40B4-BE49-F238E27FC236}">
                <a16:creationId xmlns:a16="http://schemas.microsoft.com/office/drawing/2014/main" id="{28A38988-CF3E-8015-8F97-FF450906BE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4974" y="1080000"/>
            <a:ext cx="8175891" cy="5444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337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10C87-EC71-4E8F-2608-FD8A74AEA2C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2AB5D51-7AF8-08C7-439A-E462FB6AAD01}"/>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Fig.9</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019C45A9-AC1B-1688-E69D-C07764A2F28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8194" name="Picture 2">
            <a:extLst>
              <a:ext uri="{FF2B5EF4-FFF2-40B4-BE49-F238E27FC236}">
                <a16:creationId xmlns:a16="http://schemas.microsoft.com/office/drawing/2014/main" id="{1DEE9EF3-81DC-98B8-0B6E-9CC27BAE00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9618" y="1248521"/>
            <a:ext cx="8052763" cy="5393479"/>
          </a:xfrm>
          <a:prstGeom prst="rect">
            <a:avLst/>
          </a:prstGeom>
          <a:noFill/>
          <a:extLst>
            <a:ext uri="{909E8E84-426E-40DD-AFC4-6F175D3DCCD1}">
              <a14:hiddenFill xmlns:a14="http://schemas.microsoft.com/office/drawing/2010/main">
                <a:solidFill>
                  <a:srgbClr val="FFFFFF"/>
                </a:solidFill>
              </a14:hiddenFill>
            </a:ext>
          </a:extLst>
        </p:spPr>
      </p:pic>
      <p:pic>
        <p:nvPicPr>
          <p:cNvPr id="2" name="図 1">
            <a:extLst>
              <a:ext uri="{FF2B5EF4-FFF2-40B4-BE49-F238E27FC236}">
                <a16:creationId xmlns:a16="http://schemas.microsoft.com/office/drawing/2014/main" id="{873841D1-7D2E-588A-E8BC-501C1C83ED2B}"/>
              </a:ext>
            </a:extLst>
          </p:cNvPr>
          <p:cNvPicPr>
            <a:picLocks noChangeAspect="1"/>
          </p:cNvPicPr>
          <p:nvPr/>
        </p:nvPicPr>
        <p:blipFill>
          <a:blip r:embed="rId3"/>
          <a:stretch>
            <a:fillRect/>
          </a:stretch>
        </p:blipFill>
        <p:spPr>
          <a:xfrm>
            <a:off x="977492" y="0"/>
            <a:ext cx="10237015" cy="6858000"/>
          </a:xfrm>
          <a:prstGeom prst="rect">
            <a:avLst/>
          </a:prstGeom>
        </p:spPr>
      </p:pic>
    </p:spTree>
    <p:extLst>
      <p:ext uri="{BB962C8B-B14F-4D97-AF65-F5344CB8AC3E}">
        <p14:creationId xmlns:p14="http://schemas.microsoft.com/office/powerpoint/2010/main" val="2523007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AD206-3727-DD9C-087B-06B2C47274E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83DFFAD-7CC3-1371-2466-12B83DD32E75}"/>
              </a:ext>
            </a:extLst>
          </p:cNvPr>
          <p:cNvSpPr txBox="1">
            <a:spLocks noGrp="1" noRot="1" noMove="1" noResize="1" noEditPoints="1" noAdjustHandles="1" noChangeArrowheads="1" noChangeShapeType="1"/>
          </p:cNvSpPr>
          <p:nvPr/>
        </p:nvSpPr>
        <p:spPr>
          <a:xfrm>
            <a:off x="360000" y="216000"/>
            <a:ext cx="130676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Fig.10</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F890FED7-294D-B112-2C8C-1063169F83B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8196" name="Picture 4">
            <a:extLst>
              <a:ext uri="{FF2B5EF4-FFF2-40B4-BE49-F238E27FC236}">
                <a16:creationId xmlns:a16="http://schemas.microsoft.com/office/drawing/2014/main" id="{51CAAC0E-D374-FE65-3673-054D0B57DB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5334" y="1091518"/>
            <a:ext cx="9035491" cy="5188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1800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FD1E5-1719-3A12-FA5A-56522923F69B}"/>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035FF00-827D-0A7C-AC36-AD8D255F38BB}"/>
              </a:ext>
            </a:extLst>
          </p:cNvPr>
          <p:cNvSpPr txBox="1">
            <a:spLocks noGrp="1" noRot="1" noMove="1" noResize="1" noEditPoints="1" noAdjustHandles="1" noChangeArrowheads="1" noChangeShapeType="1"/>
          </p:cNvSpPr>
          <p:nvPr/>
        </p:nvSpPr>
        <p:spPr>
          <a:xfrm>
            <a:off x="360000" y="216000"/>
            <a:ext cx="130676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Fig.11</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B3912314-E8C6-AFF5-0499-E5069E3F0B7A}"/>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9218" name="Picture 2">
            <a:extLst>
              <a:ext uri="{FF2B5EF4-FFF2-40B4-BE49-F238E27FC236}">
                <a16:creationId xmlns:a16="http://schemas.microsoft.com/office/drawing/2014/main" id="{9FF6EEA7-E485-3BD5-AD16-12BE826E0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401" y="2286421"/>
            <a:ext cx="11107197" cy="3862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2278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EFFC6-8AFE-FAE7-C0E5-FE3B2F3EDBE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750785B-C993-6A44-7666-EE1DDBB613F7}"/>
              </a:ext>
            </a:extLst>
          </p:cNvPr>
          <p:cNvSpPr txBox="1">
            <a:spLocks noGrp="1" noRot="1" noMove="1" noResize="1" noEditPoints="1" noAdjustHandles="1" noChangeArrowheads="1" noChangeShapeType="1"/>
          </p:cNvSpPr>
          <p:nvPr/>
        </p:nvSpPr>
        <p:spPr>
          <a:xfrm>
            <a:off x="360000" y="216000"/>
            <a:ext cx="130676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Fig.12</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1C51E6D8-7E4C-7A62-3271-0C4CD0F094EF}"/>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FCA0457F-ECBD-A3C1-5D54-9586E52B2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534" y="1626891"/>
            <a:ext cx="11249247" cy="3912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0971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415A-2328-50EB-9A7C-4105D901E99E}"/>
            </a:ext>
          </a:extLst>
        </p:cNvPr>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87B4C87C-4E90-2A34-45C9-D7C4146EFE7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3" name="図 2">
            <a:extLst>
              <a:ext uri="{FF2B5EF4-FFF2-40B4-BE49-F238E27FC236}">
                <a16:creationId xmlns:a16="http://schemas.microsoft.com/office/drawing/2014/main" id="{6167F254-FEE1-AA96-0767-B759CA8DA85D}"/>
              </a:ext>
            </a:extLst>
          </p:cNvPr>
          <p:cNvPicPr>
            <a:picLocks noChangeAspect="1"/>
          </p:cNvPicPr>
          <p:nvPr/>
        </p:nvPicPr>
        <p:blipFill>
          <a:blip r:embed="rId2"/>
          <a:stretch>
            <a:fillRect/>
          </a:stretch>
        </p:blipFill>
        <p:spPr>
          <a:xfrm>
            <a:off x="265712" y="2391507"/>
            <a:ext cx="11660576" cy="3936373"/>
          </a:xfrm>
          <a:prstGeom prst="rect">
            <a:avLst/>
          </a:prstGeom>
        </p:spPr>
      </p:pic>
    </p:spTree>
    <p:extLst>
      <p:ext uri="{BB962C8B-B14F-4D97-AF65-F5344CB8AC3E}">
        <p14:creationId xmlns:p14="http://schemas.microsoft.com/office/powerpoint/2010/main" val="12588686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ECCD3-5A1F-8202-4703-01247D67BB04}"/>
            </a:ext>
          </a:extLst>
        </p:cNvPr>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0501186B-FD84-ED5D-F741-58826B1187B4}"/>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3" name="図 2">
            <a:extLst>
              <a:ext uri="{FF2B5EF4-FFF2-40B4-BE49-F238E27FC236}">
                <a16:creationId xmlns:a16="http://schemas.microsoft.com/office/drawing/2014/main" id="{7122D42D-3DCB-69B2-7D0C-C6C03F249F40}"/>
              </a:ext>
            </a:extLst>
          </p:cNvPr>
          <p:cNvPicPr>
            <a:picLocks noChangeAspect="1"/>
          </p:cNvPicPr>
          <p:nvPr/>
        </p:nvPicPr>
        <p:blipFill>
          <a:blip r:embed="rId2"/>
          <a:stretch>
            <a:fillRect/>
          </a:stretch>
        </p:blipFill>
        <p:spPr>
          <a:xfrm>
            <a:off x="1906758" y="1560432"/>
            <a:ext cx="8885171" cy="4900948"/>
          </a:xfrm>
          <a:prstGeom prst="rect">
            <a:avLst/>
          </a:prstGeom>
        </p:spPr>
      </p:pic>
    </p:spTree>
    <p:extLst>
      <p:ext uri="{BB962C8B-B14F-4D97-AF65-F5344CB8AC3E}">
        <p14:creationId xmlns:p14="http://schemas.microsoft.com/office/powerpoint/2010/main" val="3936184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4"/>
          <p:cNvSpPr txBox="1"/>
          <p:nvPr/>
        </p:nvSpPr>
        <p:spPr>
          <a:xfrm>
            <a:off x="2231136" y="3182112"/>
            <a:ext cx="7296912"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4000">
                <a:solidFill>
                  <a:schemeClr val="dk1"/>
                </a:solidFill>
                <a:latin typeface="MS PGothic"/>
                <a:ea typeface="MS PGothic"/>
                <a:cs typeface="MS PGothic"/>
                <a:sym typeface="MS PGothic"/>
              </a:rPr>
              <a:t>補足資料</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FD31C-1765-5B5B-185C-AB56D1F57980}"/>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B60C47F-14A4-67D7-EF1B-44EB9F1051AC}"/>
              </a:ext>
            </a:extLst>
          </p:cNvPr>
          <p:cNvSpPr txBox="1">
            <a:spLocks noGrp="1" noRot="1" noMove="1" noResize="1" noEditPoints="1" noAdjustHandles="1" noChangeArrowheads="1" noChangeShapeType="1"/>
          </p:cNvSpPr>
          <p:nvPr/>
        </p:nvSpPr>
        <p:spPr>
          <a:xfrm>
            <a:off x="360000" y="216000"/>
            <a:ext cx="5617243"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GAN</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（敵対的生成ネットワーク）</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EB7B0B8F-BBAD-FEB7-44FF-6019BF847EE2}"/>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grpSp>
        <p:nvGrpSpPr>
          <p:cNvPr id="3" name="グループ化 2">
            <a:extLst>
              <a:ext uri="{FF2B5EF4-FFF2-40B4-BE49-F238E27FC236}">
                <a16:creationId xmlns:a16="http://schemas.microsoft.com/office/drawing/2014/main" id="{9299580A-1650-E5D9-CEA6-9D5DF79CCADE}"/>
              </a:ext>
            </a:extLst>
          </p:cNvPr>
          <p:cNvGrpSpPr/>
          <p:nvPr/>
        </p:nvGrpSpPr>
        <p:grpSpPr>
          <a:xfrm>
            <a:off x="710239" y="1336641"/>
            <a:ext cx="8968320" cy="3189372"/>
            <a:chOff x="993670" y="3302601"/>
            <a:chExt cx="8968320" cy="3189372"/>
          </a:xfrm>
        </p:grpSpPr>
        <p:sp>
          <p:nvSpPr>
            <p:cNvPr id="20" name="楕円 19">
              <a:extLst>
                <a:ext uri="{FF2B5EF4-FFF2-40B4-BE49-F238E27FC236}">
                  <a16:creationId xmlns:a16="http://schemas.microsoft.com/office/drawing/2014/main" id="{F6EBBC68-4AB1-BCE1-70CC-C6B6A81EE5AC}"/>
                </a:ext>
              </a:extLst>
            </p:cNvPr>
            <p:cNvSpPr/>
            <p:nvPr/>
          </p:nvSpPr>
          <p:spPr>
            <a:xfrm>
              <a:off x="993670" y="3518359"/>
              <a:ext cx="1329566" cy="1012726"/>
            </a:xfrm>
            <a:prstGeom prst="ellipse">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Z</a:t>
              </a:r>
            </a:p>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a:t>
              </a:r>
              <a:r>
                <a:rPr kumimoji="1" lang="ja-JP" altLang="en-US" dirty="0">
                  <a:solidFill>
                    <a:schemeClr val="tx1"/>
                  </a:solidFill>
                  <a:latin typeface="ＭＳ Ｐゴシック" panose="020B0600070205080204" pitchFamily="50" charset="-128"/>
                  <a:ea typeface="ＭＳ Ｐゴシック" panose="020B0600070205080204" pitchFamily="50" charset="-128"/>
                </a:rPr>
                <a:t>ノイズ）</a:t>
              </a:r>
            </a:p>
          </p:txBody>
        </p:sp>
        <p:sp>
          <p:nvSpPr>
            <p:cNvPr id="21" name="台形 20">
              <a:extLst>
                <a:ext uri="{FF2B5EF4-FFF2-40B4-BE49-F238E27FC236}">
                  <a16:creationId xmlns:a16="http://schemas.microsoft.com/office/drawing/2014/main" id="{1A6EA92B-77A8-501A-52A6-B12BE4C52B8B}"/>
                </a:ext>
              </a:extLst>
            </p:cNvPr>
            <p:cNvSpPr/>
            <p:nvPr/>
          </p:nvSpPr>
          <p:spPr>
            <a:xfrm rot="5400000">
              <a:off x="2965188" y="3221659"/>
              <a:ext cx="1471944" cy="1633828"/>
            </a:xfrm>
            <a:prstGeom prst="trapezoid">
              <a:avLst/>
            </a:prstGeom>
            <a:solidFill>
              <a:schemeClr val="accent2">
                <a:lumMod val="60000"/>
                <a:lumOff val="40000"/>
                <a:alpha val="97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endParaRPr kumimoji="1" lang="ja-JP" altLang="en-US" dirty="0"/>
            </a:p>
          </p:txBody>
        </p:sp>
        <p:cxnSp>
          <p:nvCxnSpPr>
            <p:cNvPr id="25" name="直線矢印コネクタ 24">
              <a:extLst>
                <a:ext uri="{FF2B5EF4-FFF2-40B4-BE49-F238E27FC236}">
                  <a16:creationId xmlns:a16="http://schemas.microsoft.com/office/drawing/2014/main" id="{D06ABC09-7F14-FA8B-29C0-4B310E2D26C5}"/>
                </a:ext>
              </a:extLst>
            </p:cNvPr>
            <p:cNvCxnSpPr>
              <a:cxnSpLocks/>
            </p:cNvCxnSpPr>
            <p:nvPr/>
          </p:nvCxnSpPr>
          <p:spPr>
            <a:xfrm>
              <a:off x="2323236" y="4005525"/>
              <a:ext cx="56551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直線矢印コネクタ 25">
              <a:extLst>
                <a:ext uri="{FF2B5EF4-FFF2-40B4-BE49-F238E27FC236}">
                  <a16:creationId xmlns:a16="http://schemas.microsoft.com/office/drawing/2014/main" id="{9F3D74A1-E46A-17A1-82F5-D761E309F965}"/>
                </a:ext>
              </a:extLst>
            </p:cNvPr>
            <p:cNvCxnSpPr>
              <a:cxnSpLocks/>
            </p:cNvCxnSpPr>
            <p:nvPr/>
          </p:nvCxnSpPr>
          <p:spPr>
            <a:xfrm>
              <a:off x="4518075" y="4024722"/>
              <a:ext cx="60269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5799CAC1-6A20-BA85-279C-CBCD561D8388}"/>
                </a:ext>
              </a:extLst>
            </p:cNvPr>
            <p:cNvSpPr txBox="1"/>
            <p:nvPr/>
          </p:nvSpPr>
          <p:spPr>
            <a:xfrm>
              <a:off x="3242303" y="3820990"/>
              <a:ext cx="871323" cy="369070"/>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生成器</a:t>
              </a:r>
            </a:p>
          </p:txBody>
        </p:sp>
        <p:sp>
          <p:nvSpPr>
            <p:cNvPr id="28" name="四角形: 角を丸くする 27">
              <a:extLst>
                <a:ext uri="{FF2B5EF4-FFF2-40B4-BE49-F238E27FC236}">
                  <a16:creationId xmlns:a16="http://schemas.microsoft.com/office/drawing/2014/main" id="{D84ADDD3-DB45-BD73-014B-C3F0D69F5753}"/>
                </a:ext>
              </a:extLst>
            </p:cNvPr>
            <p:cNvSpPr/>
            <p:nvPr/>
          </p:nvSpPr>
          <p:spPr>
            <a:xfrm>
              <a:off x="5129330" y="5451545"/>
              <a:ext cx="1515775" cy="1040428"/>
            </a:xfrm>
            <a:prstGeom prst="roundRect">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本物</a:t>
              </a:r>
              <a:r>
                <a:rPr lang="ja-JP" altLang="en-US" dirty="0">
                  <a:solidFill>
                    <a:schemeClr val="tx1"/>
                  </a:solidFill>
                  <a:latin typeface="ＭＳ Ｐゴシック" panose="020B0600070205080204" pitchFamily="50" charset="-128"/>
                  <a:ea typeface="ＭＳ Ｐゴシック" panose="020B0600070205080204" pitchFamily="50" charset="-128"/>
                </a:rPr>
                <a:t>の画像</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29" name="台形 28">
              <a:extLst>
                <a:ext uri="{FF2B5EF4-FFF2-40B4-BE49-F238E27FC236}">
                  <a16:creationId xmlns:a16="http://schemas.microsoft.com/office/drawing/2014/main" id="{DB0ED3DF-22D7-A7D5-0A38-64C724785509}"/>
                </a:ext>
              </a:extLst>
            </p:cNvPr>
            <p:cNvSpPr/>
            <p:nvPr/>
          </p:nvSpPr>
          <p:spPr>
            <a:xfrm rot="16200000">
              <a:off x="7806405" y="4136226"/>
              <a:ext cx="1471944" cy="1633828"/>
            </a:xfrm>
            <a:prstGeom prst="trapezoid">
              <a:avLst/>
            </a:prstGeom>
            <a:solidFill>
              <a:schemeClr val="accent2">
                <a:lumMod val="60000"/>
                <a:lumOff val="40000"/>
                <a:alpha val="97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endParaRPr kumimoji="1" lang="ja-JP" altLang="en-US" dirty="0"/>
            </a:p>
          </p:txBody>
        </p:sp>
        <p:cxnSp>
          <p:nvCxnSpPr>
            <p:cNvPr id="30" name="直線矢印コネクタ 29">
              <a:extLst>
                <a:ext uri="{FF2B5EF4-FFF2-40B4-BE49-F238E27FC236}">
                  <a16:creationId xmlns:a16="http://schemas.microsoft.com/office/drawing/2014/main" id="{2FBBEF88-F780-2BC3-B5DC-A6CF0E8625D4}"/>
                </a:ext>
              </a:extLst>
            </p:cNvPr>
            <p:cNvCxnSpPr>
              <a:cxnSpLocks/>
            </p:cNvCxnSpPr>
            <p:nvPr/>
          </p:nvCxnSpPr>
          <p:spPr>
            <a:xfrm>
              <a:off x="7148109" y="4953140"/>
              <a:ext cx="60269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42CD6DD9-25FE-1E72-911E-2C2629E36839}"/>
                </a:ext>
              </a:extLst>
            </p:cNvPr>
            <p:cNvCxnSpPr>
              <a:cxnSpLocks/>
            </p:cNvCxnSpPr>
            <p:nvPr/>
          </p:nvCxnSpPr>
          <p:spPr>
            <a:xfrm>
              <a:off x="7135290" y="4038572"/>
              <a:ext cx="4172" cy="189053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84ACDFA4-7DA7-8232-3108-CE0E4D4B1ECB}"/>
                </a:ext>
              </a:extLst>
            </p:cNvPr>
            <p:cNvCxnSpPr>
              <a:cxnSpLocks/>
            </p:cNvCxnSpPr>
            <p:nvPr/>
          </p:nvCxnSpPr>
          <p:spPr>
            <a:xfrm flipH="1">
              <a:off x="6636222" y="4038572"/>
              <a:ext cx="51188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D9C3DC70-47CE-8041-63CB-9903D9B3D4AC}"/>
                </a:ext>
              </a:extLst>
            </p:cNvPr>
            <p:cNvCxnSpPr>
              <a:cxnSpLocks/>
            </p:cNvCxnSpPr>
            <p:nvPr/>
          </p:nvCxnSpPr>
          <p:spPr>
            <a:xfrm flipH="1">
              <a:off x="6636222" y="5929102"/>
              <a:ext cx="51188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4" name="テキスト ボックス 33">
              <a:extLst>
                <a:ext uri="{FF2B5EF4-FFF2-40B4-BE49-F238E27FC236}">
                  <a16:creationId xmlns:a16="http://schemas.microsoft.com/office/drawing/2014/main" id="{B60290EF-1298-4A49-98A4-7D3A992502E4}"/>
                </a:ext>
              </a:extLst>
            </p:cNvPr>
            <p:cNvSpPr txBox="1"/>
            <p:nvPr/>
          </p:nvSpPr>
          <p:spPr>
            <a:xfrm>
              <a:off x="8126072" y="4774545"/>
              <a:ext cx="871323" cy="369070"/>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識別器</a:t>
              </a:r>
            </a:p>
          </p:txBody>
        </p:sp>
        <p:cxnSp>
          <p:nvCxnSpPr>
            <p:cNvPr id="35" name="直線矢印コネクタ 34">
              <a:extLst>
                <a:ext uri="{FF2B5EF4-FFF2-40B4-BE49-F238E27FC236}">
                  <a16:creationId xmlns:a16="http://schemas.microsoft.com/office/drawing/2014/main" id="{DA2D4F75-2486-EA40-A38A-7BFE22D06F8C}"/>
                </a:ext>
              </a:extLst>
            </p:cNvPr>
            <p:cNvCxnSpPr>
              <a:cxnSpLocks/>
            </p:cNvCxnSpPr>
            <p:nvPr/>
          </p:nvCxnSpPr>
          <p:spPr>
            <a:xfrm>
              <a:off x="9359291" y="4953139"/>
              <a:ext cx="60269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6" name="四角形: 角を丸くする 35">
              <a:extLst>
                <a:ext uri="{FF2B5EF4-FFF2-40B4-BE49-F238E27FC236}">
                  <a16:creationId xmlns:a16="http://schemas.microsoft.com/office/drawing/2014/main" id="{76E19DEF-5174-FAA7-D6CD-8823D440AD8B}"/>
                </a:ext>
              </a:extLst>
            </p:cNvPr>
            <p:cNvSpPr/>
            <p:nvPr/>
          </p:nvSpPr>
          <p:spPr>
            <a:xfrm>
              <a:off x="5120447" y="3518359"/>
              <a:ext cx="1515775" cy="1040428"/>
            </a:xfrm>
            <a:prstGeom prst="roundRect">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合成画像</a:t>
              </a:r>
            </a:p>
          </p:txBody>
        </p:sp>
      </p:grpSp>
      <p:sp>
        <p:nvSpPr>
          <p:cNvPr id="37" name="テキスト ボックス 36">
            <a:extLst>
              <a:ext uri="{FF2B5EF4-FFF2-40B4-BE49-F238E27FC236}">
                <a16:creationId xmlns:a16="http://schemas.microsoft.com/office/drawing/2014/main" id="{0C9303C9-11D1-80D4-FFA7-D211EC24D4F9}"/>
              </a:ext>
            </a:extLst>
          </p:cNvPr>
          <p:cNvSpPr txBox="1"/>
          <p:nvPr/>
        </p:nvSpPr>
        <p:spPr>
          <a:xfrm>
            <a:off x="2119547" y="5461615"/>
            <a:ext cx="7438417" cy="1015663"/>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cs typeface="Arial" panose="020B0604020202020204" pitchFamily="34" charset="0"/>
              </a:rPr>
              <a:t>生成器は識別器を誤認させる合成画像を生成できるように学習</a:t>
            </a:r>
            <a:endPar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cs typeface="Arial" panose="020B0604020202020204" pitchFamily="34" charset="0"/>
              </a:rPr>
              <a:t>識別器で本物の画像と合成画像を正確に識別できるように学習</a:t>
            </a:r>
            <a:endPar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grpSp>
        <p:nvGrpSpPr>
          <p:cNvPr id="38" name="グループ化 37">
            <a:extLst>
              <a:ext uri="{FF2B5EF4-FFF2-40B4-BE49-F238E27FC236}">
                <a16:creationId xmlns:a16="http://schemas.microsoft.com/office/drawing/2014/main" id="{792830BE-7352-DA2C-5C5F-2D46A1C47219}"/>
              </a:ext>
            </a:extLst>
          </p:cNvPr>
          <p:cNvGrpSpPr/>
          <p:nvPr/>
        </p:nvGrpSpPr>
        <p:grpSpPr>
          <a:xfrm>
            <a:off x="9557964" y="4377690"/>
            <a:ext cx="2020392" cy="782149"/>
            <a:chOff x="9242080" y="5585057"/>
            <a:chExt cx="2020392" cy="782149"/>
          </a:xfrm>
        </p:grpSpPr>
        <p:sp>
          <p:nvSpPr>
            <p:cNvPr id="39" name="テキスト ボックス 38">
              <a:extLst>
                <a:ext uri="{FF2B5EF4-FFF2-40B4-BE49-F238E27FC236}">
                  <a16:creationId xmlns:a16="http://schemas.microsoft.com/office/drawing/2014/main" id="{08CD80E3-A298-EB45-E6CB-2D7C4CE291E1}"/>
                </a:ext>
              </a:extLst>
            </p:cNvPr>
            <p:cNvSpPr txBox="1"/>
            <p:nvPr/>
          </p:nvSpPr>
          <p:spPr>
            <a:xfrm>
              <a:off x="9381725" y="5997874"/>
              <a:ext cx="1718414" cy="369332"/>
            </a:xfrm>
            <a:prstGeom prst="rect">
              <a:avLst/>
            </a:prstGeom>
            <a:noFill/>
          </p:spPr>
          <p:txBody>
            <a:bodyPr wrap="square" rtlCol="0">
              <a:spAutoFit/>
            </a:bodyPr>
            <a:lstStyle/>
            <a:p>
              <a:pPr algn="ctr"/>
              <a:r>
                <a:rPr lang="ja-JP" altLang="en-US" dirty="0">
                  <a:latin typeface="ＭＳ Ｐゴシック" panose="020B0600070205080204" pitchFamily="50" charset="-128"/>
                  <a:ea typeface="ＭＳ Ｐゴシック" panose="020B0600070205080204" pitchFamily="50" charset="-128"/>
                </a:rPr>
                <a:t>本物の画像</a:t>
              </a:r>
              <a:r>
                <a:rPr lang="en-US" altLang="ja-JP" dirty="0">
                  <a:latin typeface="ＭＳ Ｐゴシック" panose="020B0600070205080204" pitchFamily="50" charset="-128"/>
                  <a:ea typeface="ＭＳ Ｐゴシック" panose="020B0600070205080204" pitchFamily="50" charset="-128"/>
                </a:rPr>
                <a:t>= </a:t>
              </a:r>
              <a:r>
                <a:rPr lang="ja-JP" altLang="en-US" dirty="0">
                  <a:latin typeface="ＭＳ Ｐゴシック" panose="020B0600070205080204" pitchFamily="50" charset="-128"/>
                  <a:ea typeface="ＭＳ Ｐゴシック" panose="020B0600070205080204" pitchFamily="50" charset="-128"/>
                </a:rPr>
                <a:t>１</a:t>
              </a:r>
              <a:endParaRPr kumimoji="1" lang="ja-JP" altLang="en-US" dirty="0">
                <a:latin typeface="ＭＳ Ｐゴシック" panose="020B0600070205080204" pitchFamily="50" charset="-128"/>
                <a:ea typeface="ＭＳ Ｐゴシック" panose="020B0600070205080204" pitchFamily="50" charset="-128"/>
              </a:endParaRPr>
            </a:p>
          </p:txBody>
        </p:sp>
        <p:sp>
          <p:nvSpPr>
            <p:cNvPr id="40" name="テキスト ボックス 39">
              <a:extLst>
                <a:ext uri="{FF2B5EF4-FFF2-40B4-BE49-F238E27FC236}">
                  <a16:creationId xmlns:a16="http://schemas.microsoft.com/office/drawing/2014/main" id="{C179679E-504A-DEB0-6C70-52C844BDC833}"/>
                </a:ext>
              </a:extLst>
            </p:cNvPr>
            <p:cNvSpPr txBox="1"/>
            <p:nvPr/>
          </p:nvSpPr>
          <p:spPr>
            <a:xfrm>
              <a:off x="9242080" y="5585057"/>
              <a:ext cx="2020392" cy="369332"/>
            </a:xfrm>
            <a:prstGeom prst="rect">
              <a:avLst/>
            </a:prstGeom>
            <a:noFill/>
          </p:spPr>
          <p:txBody>
            <a:bodyPr wrap="square" rtlCol="0">
              <a:spAutoFit/>
            </a:bodyPr>
            <a:lstStyle/>
            <a:p>
              <a:pPr algn="ctr"/>
              <a:r>
                <a:rPr lang="ja-JP" altLang="en-US" dirty="0">
                  <a:latin typeface="ＭＳ Ｐゴシック" panose="020B0600070205080204" pitchFamily="50" charset="-128"/>
                  <a:ea typeface="ＭＳ Ｐゴシック" panose="020B0600070205080204" pitchFamily="50" charset="-128"/>
                </a:rPr>
                <a:t>合成画像 </a:t>
              </a:r>
              <a:r>
                <a:rPr lang="en-US" altLang="ja-JP" dirty="0">
                  <a:latin typeface="ＭＳ Ｐゴシック" panose="020B0600070205080204" pitchFamily="50" charset="-128"/>
                  <a:ea typeface="ＭＳ Ｐゴシック" panose="020B0600070205080204" pitchFamily="50" charset="-128"/>
                </a:rPr>
                <a:t>= 0</a:t>
              </a:r>
              <a:endParaRPr kumimoji="1" lang="ja-JP" altLang="en-US" dirty="0">
                <a:latin typeface="ＭＳ Ｐゴシック" panose="020B0600070205080204" pitchFamily="50" charset="-128"/>
                <a:ea typeface="ＭＳ Ｐゴシック" panose="020B0600070205080204" pitchFamily="50" charset="-128"/>
              </a:endParaRPr>
            </a:p>
          </p:txBody>
        </p:sp>
      </p:grpSp>
      <p:sp>
        <p:nvSpPr>
          <p:cNvPr id="41" name="テキスト ボックス 40">
            <a:extLst>
              <a:ext uri="{FF2B5EF4-FFF2-40B4-BE49-F238E27FC236}">
                <a16:creationId xmlns:a16="http://schemas.microsoft.com/office/drawing/2014/main" id="{D5EB5F17-8A09-2825-E9F5-152CB1020546}"/>
              </a:ext>
            </a:extLst>
          </p:cNvPr>
          <p:cNvSpPr txBox="1"/>
          <p:nvPr/>
        </p:nvSpPr>
        <p:spPr>
          <a:xfrm>
            <a:off x="9557964" y="2808585"/>
            <a:ext cx="2020392" cy="369332"/>
          </a:xfrm>
          <a:prstGeom prst="rect">
            <a:avLst/>
          </a:prstGeom>
          <a:noFill/>
        </p:spPr>
        <p:txBody>
          <a:bodyPr wrap="square" rtlCol="0">
            <a:spAutoFit/>
          </a:bodyPr>
          <a:lstStyle/>
          <a:p>
            <a:pPr algn="ctr"/>
            <a:r>
              <a:rPr kumimoji="1" lang="en-US" altLang="ja-JP" dirty="0">
                <a:latin typeface="ＭＳ Ｐゴシック" panose="020B0600070205080204" pitchFamily="50" charset="-128"/>
                <a:ea typeface="ＭＳ Ｐゴシック" panose="020B0600070205080204" pitchFamily="50" charset="-128"/>
              </a:rPr>
              <a:t>0</a:t>
            </a:r>
            <a:r>
              <a:rPr kumimoji="1" lang="ja-JP" altLang="en-US" dirty="0">
                <a:latin typeface="ＭＳ Ｐゴシック" panose="020B0600070205080204" pitchFamily="50" charset="-128"/>
                <a:ea typeface="ＭＳ Ｐゴシック" panose="020B0600070205080204" pitchFamily="50" charset="-128"/>
              </a:rPr>
              <a:t>～</a:t>
            </a:r>
            <a:r>
              <a:rPr kumimoji="1" lang="en-US" altLang="ja-JP" dirty="0">
                <a:latin typeface="ＭＳ Ｐゴシック" panose="020B0600070205080204" pitchFamily="50" charset="-128"/>
                <a:ea typeface="ＭＳ Ｐゴシック" panose="020B0600070205080204" pitchFamily="50" charset="-128"/>
              </a:rPr>
              <a:t>1</a:t>
            </a:r>
            <a:r>
              <a:rPr kumimoji="1" lang="ja-JP" altLang="en-US" dirty="0">
                <a:latin typeface="ＭＳ Ｐゴシック" panose="020B0600070205080204" pitchFamily="50" charset="-128"/>
                <a:ea typeface="ＭＳ Ｐゴシック" panose="020B0600070205080204" pitchFamily="50" charset="-128"/>
              </a:rPr>
              <a:t>の値を出力</a:t>
            </a:r>
          </a:p>
        </p:txBody>
      </p:sp>
      <p:cxnSp>
        <p:nvCxnSpPr>
          <p:cNvPr id="42" name="直線矢印コネクタ 41">
            <a:extLst>
              <a:ext uri="{FF2B5EF4-FFF2-40B4-BE49-F238E27FC236}">
                <a16:creationId xmlns:a16="http://schemas.microsoft.com/office/drawing/2014/main" id="{923140AD-1ED5-7508-698C-D17251AB3A58}"/>
              </a:ext>
            </a:extLst>
          </p:cNvPr>
          <p:cNvCxnSpPr>
            <a:cxnSpLocks/>
          </p:cNvCxnSpPr>
          <p:nvPr/>
        </p:nvCxnSpPr>
        <p:spPr>
          <a:xfrm>
            <a:off x="10568160" y="3329940"/>
            <a:ext cx="0" cy="104775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61816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A9B50-411F-EF2A-9BC3-B9AC9F5DF3EB}"/>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359A68B-1E16-5A9F-7ACE-9043F752BB8D}"/>
              </a:ext>
            </a:extLst>
          </p:cNvPr>
          <p:cNvSpPr txBox="1">
            <a:spLocks noGrp="1" noRot="1" noMove="1" noResize="1" noEditPoints="1" noAdjustHandles="1" noChangeArrowheads="1" noChangeShapeType="1"/>
          </p:cNvSpPr>
          <p:nvPr/>
        </p:nvSpPr>
        <p:spPr>
          <a:xfrm>
            <a:off x="360000" y="216000"/>
            <a:ext cx="5516254"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　</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拡散モデル（</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Diffusion</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Model</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3C2F5380-2889-CE01-6EE3-36CCDD70998A}"/>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四角形: 角を丸くする 1">
            <a:extLst>
              <a:ext uri="{FF2B5EF4-FFF2-40B4-BE49-F238E27FC236}">
                <a16:creationId xmlns:a16="http://schemas.microsoft.com/office/drawing/2014/main" id="{B2A6F2B3-EBB8-B42F-6F0C-E95529E10AF7}"/>
              </a:ext>
            </a:extLst>
          </p:cNvPr>
          <p:cNvSpPr/>
          <p:nvPr/>
        </p:nvSpPr>
        <p:spPr>
          <a:xfrm>
            <a:off x="4716776" y="1078876"/>
            <a:ext cx="7043037" cy="5703996"/>
          </a:xfrm>
          <a:prstGeom prst="roundRect">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EF0A17C7-35EB-EF17-737E-86942260F3F9}"/>
              </a:ext>
            </a:extLst>
          </p:cNvPr>
          <p:cNvSpPr/>
          <p:nvPr/>
        </p:nvSpPr>
        <p:spPr>
          <a:xfrm>
            <a:off x="566397" y="1035673"/>
            <a:ext cx="3554776" cy="5703996"/>
          </a:xfrm>
          <a:prstGeom prst="roundRect">
            <a:avLst/>
          </a:prstGeom>
          <a:solidFill>
            <a:schemeClr val="accent4">
              <a:lumMod val="20000"/>
              <a:lumOff val="80000"/>
            </a:schemeClr>
          </a:solid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8F0B4B87-3508-F723-F5E8-FEA8C7E2A8BB}"/>
              </a:ext>
            </a:extLst>
          </p:cNvPr>
          <p:cNvPicPr>
            <a:picLocks noChangeAspect="1"/>
          </p:cNvPicPr>
          <p:nvPr/>
        </p:nvPicPr>
        <p:blipFill>
          <a:blip r:embed="rId3"/>
          <a:stretch>
            <a:fillRect/>
          </a:stretch>
        </p:blipFill>
        <p:spPr>
          <a:xfrm>
            <a:off x="9762892" y="3601438"/>
            <a:ext cx="1660889" cy="1375423"/>
          </a:xfrm>
          <a:prstGeom prst="rect">
            <a:avLst/>
          </a:prstGeom>
        </p:spPr>
      </p:pic>
      <p:pic>
        <p:nvPicPr>
          <p:cNvPr id="7" name="図 6">
            <a:extLst>
              <a:ext uri="{FF2B5EF4-FFF2-40B4-BE49-F238E27FC236}">
                <a16:creationId xmlns:a16="http://schemas.microsoft.com/office/drawing/2014/main" id="{69A1692C-B384-5F20-31D2-FAC3D63C84CC}"/>
              </a:ext>
            </a:extLst>
          </p:cNvPr>
          <p:cNvPicPr>
            <a:picLocks noChangeAspect="1"/>
          </p:cNvPicPr>
          <p:nvPr/>
        </p:nvPicPr>
        <p:blipFill>
          <a:blip r:embed="rId4"/>
          <a:stretch>
            <a:fillRect/>
          </a:stretch>
        </p:blipFill>
        <p:spPr>
          <a:xfrm>
            <a:off x="839562" y="2264765"/>
            <a:ext cx="1489884" cy="1257090"/>
          </a:xfrm>
          <a:prstGeom prst="rect">
            <a:avLst/>
          </a:prstGeom>
        </p:spPr>
      </p:pic>
      <p:pic>
        <p:nvPicPr>
          <p:cNvPr id="8" name="図 7">
            <a:extLst>
              <a:ext uri="{FF2B5EF4-FFF2-40B4-BE49-F238E27FC236}">
                <a16:creationId xmlns:a16="http://schemas.microsoft.com/office/drawing/2014/main" id="{BAE7A96D-D98A-EBB1-E39F-763D621334BE}"/>
              </a:ext>
            </a:extLst>
          </p:cNvPr>
          <p:cNvPicPr>
            <a:picLocks noChangeAspect="1"/>
          </p:cNvPicPr>
          <p:nvPr/>
        </p:nvPicPr>
        <p:blipFill>
          <a:blip r:embed="rId5"/>
          <a:stretch>
            <a:fillRect/>
          </a:stretch>
        </p:blipFill>
        <p:spPr>
          <a:xfrm>
            <a:off x="5018546" y="2235993"/>
            <a:ext cx="1562318" cy="1314633"/>
          </a:xfrm>
          <a:prstGeom prst="rect">
            <a:avLst/>
          </a:prstGeom>
        </p:spPr>
      </p:pic>
      <p:pic>
        <p:nvPicPr>
          <p:cNvPr id="9" name="図 8">
            <a:extLst>
              <a:ext uri="{FF2B5EF4-FFF2-40B4-BE49-F238E27FC236}">
                <a16:creationId xmlns:a16="http://schemas.microsoft.com/office/drawing/2014/main" id="{5E7A848A-6BD4-66D0-DB21-EEB23C150764}"/>
              </a:ext>
            </a:extLst>
          </p:cNvPr>
          <p:cNvPicPr>
            <a:picLocks noChangeAspect="1"/>
          </p:cNvPicPr>
          <p:nvPr/>
        </p:nvPicPr>
        <p:blipFill>
          <a:blip r:embed="rId6"/>
          <a:stretch>
            <a:fillRect/>
          </a:stretch>
        </p:blipFill>
        <p:spPr>
          <a:xfrm>
            <a:off x="7463656" y="2286805"/>
            <a:ext cx="1543265" cy="1314633"/>
          </a:xfrm>
          <a:prstGeom prst="rect">
            <a:avLst/>
          </a:prstGeom>
        </p:spPr>
      </p:pic>
      <p:pic>
        <p:nvPicPr>
          <p:cNvPr id="10" name="図 9">
            <a:extLst>
              <a:ext uri="{FF2B5EF4-FFF2-40B4-BE49-F238E27FC236}">
                <a16:creationId xmlns:a16="http://schemas.microsoft.com/office/drawing/2014/main" id="{4F642DF1-86E7-C602-30C2-F5A2D6E20D9A}"/>
              </a:ext>
            </a:extLst>
          </p:cNvPr>
          <p:cNvPicPr>
            <a:picLocks noChangeAspect="1"/>
          </p:cNvPicPr>
          <p:nvPr/>
        </p:nvPicPr>
        <p:blipFill>
          <a:blip r:embed="rId7"/>
          <a:stretch>
            <a:fillRect/>
          </a:stretch>
        </p:blipFill>
        <p:spPr>
          <a:xfrm>
            <a:off x="5075745" y="4827714"/>
            <a:ext cx="1562318" cy="1314633"/>
          </a:xfrm>
          <a:prstGeom prst="rect">
            <a:avLst/>
          </a:prstGeom>
        </p:spPr>
      </p:pic>
      <p:sp>
        <p:nvSpPr>
          <p:cNvPr id="11" name="テキスト ボックス 10">
            <a:extLst>
              <a:ext uri="{FF2B5EF4-FFF2-40B4-BE49-F238E27FC236}">
                <a16:creationId xmlns:a16="http://schemas.microsoft.com/office/drawing/2014/main" id="{07859A70-FB10-470E-5C50-C4F11D7CED43}"/>
              </a:ext>
            </a:extLst>
          </p:cNvPr>
          <p:cNvSpPr txBox="1"/>
          <p:nvPr/>
        </p:nvSpPr>
        <p:spPr>
          <a:xfrm>
            <a:off x="7559593" y="1078876"/>
            <a:ext cx="1447328" cy="461665"/>
          </a:xfrm>
          <a:prstGeom prst="rect">
            <a:avLst/>
          </a:prstGeom>
          <a:noFill/>
        </p:spPr>
        <p:txBody>
          <a:bodyPr wrap="square" rtlCol="0">
            <a:spAutoFit/>
          </a:bodyPr>
          <a:lstStyle/>
          <a:p>
            <a:r>
              <a:rPr lang="ja-JP" altLang="en-US" sz="2400" dirty="0">
                <a:latin typeface="ＭＳ Ｐゴシック" panose="020B0600070205080204" pitchFamily="50" charset="-128"/>
                <a:ea typeface="ＭＳ Ｐゴシック" panose="020B0600070205080204" pitchFamily="50" charset="-128"/>
              </a:rPr>
              <a:t>潜在空間</a:t>
            </a:r>
            <a:endParaRPr lang="en-US" altLang="ja-JP" sz="2400" dirty="0">
              <a:latin typeface="ＭＳ Ｐゴシック" panose="020B0600070205080204" pitchFamily="50" charset="-128"/>
              <a:ea typeface="ＭＳ Ｐゴシック" panose="020B0600070205080204" pitchFamily="50" charset="-128"/>
            </a:endParaRPr>
          </a:p>
        </p:txBody>
      </p:sp>
      <p:sp>
        <p:nvSpPr>
          <p:cNvPr id="12" name="テキスト ボックス 11">
            <a:extLst>
              <a:ext uri="{FF2B5EF4-FFF2-40B4-BE49-F238E27FC236}">
                <a16:creationId xmlns:a16="http://schemas.microsoft.com/office/drawing/2014/main" id="{6AB1E338-6E6A-C5EE-8D76-DE9A2E639C91}"/>
              </a:ext>
            </a:extLst>
          </p:cNvPr>
          <p:cNvSpPr txBox="1"/>
          <p:nvPr/>
        </p:nvSpPr>
        <p:spPr>
          <a:xfrm>
            <a:off x="1369375" y="1009670"/>
            <a:ext cx="2521093" cy="461665"/>
          </a:xfrm>
          <a:prstGeom prst="rect">
            <a:avLst/>
          </a:prstGeom>
          <a:noFill/>
        </p:spPr>
        <p:txBody>
          <a:bodyPr wrap="square" rtlCol="0">
            <a:spAutoFit/>
          </a:bodyPr>
          <a:lstStyle/>
          <a:p>
            <a:r>
              <a:rPr lang="ja-JP" altLang="en-US" sz="2400" dirty="0">
                <a:latin typeface="ＭＳ Ｐゴシック" panose="020B0600070205080204" pitchFamily="50" charset="-128"/>
                <a:ea typeface="ＭＳ Ｐゴシック" panose="020B0600070205080204" pitchFamily="50" charset="-128"/>
              </a:rPr>
              <a:t>ピクセル空間</a:t>
            </a:r>
            <a:endParaRPr lang="en-US" altLang="ja-JP" sz="2400" dirty="0">
              <a:latin typeface="ＭＳ Ｐゴシック" panose="020B0600070205080204" pitchFamily="50" charset="-128"/>
              <a:ea typeface="ＭＳ Ｐゴシック" panose="020B0600070205080204" pitchFamily="50" charset="-128"/>
            </a:endParaRPr>
          </a:p>
        </p:txBody>
      </p:sp>
      <p:sp>
        <p:nvSpPr>
          <p:cNvPr id="13" name="矢印: 下 12">
            <a:extLst>
              <a:ext uri="{FF2B5EF4-FFF2-40B4-BE49-F238E27FC236}">
                <a16:creationId xmlns:a16="http://schemas.microsoft.com/office/drawing/2014/main" id="{BEA1CA31-1B40-836E-21DA-95C80B62EC22}"/>
              </a:ext>
            </a:extLst>
          </p:cNvPr>
          <p:cNvSpPr/>
          <p:nvPr/>
        </p:nvSpPr>
        <p:spPr>
          <a:xfrm rot="-5400000">
            <a:off x="3531211" y="1680631"/>
            <a:ext cx="326450" cy="2521095"/>
          </a:xfrm>
          <a:prstGeom prst="downArrow">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四角形: 角を丸くする 13">
            <a:extLst>
              <a:ext uri="{FF2B5EF4-FFF2-40B4-BE49-F238E27FC236}">
                <a16:creationId xmlns:a16="http://schemas.microsoft.com/office/drawing/2014/main" id="{E417C31C-ABD0-5DE8-32F7-B583C4A48E2A}"/>
              </a:ext>
            </a:extLst>
          </p:cNvPr>
          <p:cNvSpPr/>
          <p:nvPr/>
        </p:nvSpPr>
        <p:spPr>
          <a:xfrm>
            <a:off x="7513186" y="4816572"/>
            <a:ext cx="1450615" cy="1451011"/>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dirty="0">
                <a:solidFill>
                  <a:schemeClr val="tx1"/>
                </a:solidFill>
                <a:latin typeface="ＭＳ Ｐゴシック" panose="020B0600070205080204" pitchFamily="50" charset="-128"/>
                <a:ea typeface="ＭＳ Ｐゴシック" panose="020B0600070205080204" pitchFamily="50" charset="-128"/>
              </a:rPr>
              <a:t>U-Net</a:t>
            </a:r>
            <a:endParaRPr kumimoji="1" lang="ja-JP" altLang="en-US" sz="2400" dirty="0">
              <a:solidFill>
                <a:schemeClr val="tx1"/>
              </a:solidFill>
              <a:latin typeface="ＭＳ Ｐゴシック" panose="020B0600070205080204" pitchFamily="50" charset="-128"/>
              <a:ea typeface="ＭＳ Ｐゴシック" panose="020B0600070205080204" pitchFamily="50" charset="-128"/>
            </a:endParaRPr>
          </a:p>
        </p:txBody>
      </p:sp>
      <p:sp>
        <p:nvSpPr>
          <p:cNvPr id="15" name="台形 14">
            <a:extLst>
              <a:ext uri="{FF2B5EF4-FFF2-40B4-BE49-F238E27FC236}">
                <a16:creationId xmlns:a16="http://schemas.microsoft.com/office/drawing/2014/main" id="{C7DD4494-9DF8-A16F-2B42-A200BD721475}"/>
              </a:ext>
            </a:extLst>
          </p:cNvPr>
          <p:cNvSpPr/>
          <p:nvPr/>
        </p:nvSpPr>
        <p:spPr>
          <a:xfrm rot="5400000">
            <a:off x="2128875" y="2662478"/>
            <a:ext cx="1988720" cy="461665"/>
          </a:xfrm>
          <a:prstGeom prst="trapezoid">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VAE Encoder</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6" name="矢印: 下 15">
            <a:extLst>
              <a:ext uri="{FF2B5EF4-FFF2-40B4-BE49-F238E27FC236}">
                <a16:creationId xmlns:a16="http://schemas.microsoft.com/office/drawing/2014/main" id="{A35061F3-31B5-5AD3-3EE9-B504561F558C}"/>
              </a:ext>
            </a:extLst>
          </p:cNvPr>
          <p:cNvSpPr/>
          <p:nvPr/>
        </p:nvSpPr>
        <p:spPr>
          <a:xfrm rot="-5400000">
            <a:off x="6859035" y="2576525"/>
            <a:ext cx="326450" cy="633567"/>
          </a:xfrm>
          <a:prstGeom prst="downArrow">
            <a:avLst/>
          </a:prstGeom>
          <a:solidFill>
            <a:schemeClr val="tx1">
              <a:lumMod val="50000"/>
              <a:lumOff val="50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矢印: 下 16">
            <a:extLst>
              <a:ext uri="{FF2B5EF4-FFF2-40B4-BE49-F238E27FC236}">
                <a16:creationId xmlns:a16="http://schemas.microsoft.com/office/drawing/2014/main" id="{123BBC70-8185-2EB4-2EFC-9A2B90734F75}"/>
              </a:ext>
            </a:extLst>
          </p:cNvPr>
          <p:cNvSpPr/>
          <p:nvPr/>
        </p:nvSpPr>
        <p:spPr>
          <a:xfrm rot="-3600000">
            <a:off x="9370532" y="2787620"/>
            <a:ext cx="326450" cy="633567"/>
          </a:xfrm>
          <a:prstGeom prst="downArrow">
            <a:avLst/>
          </a:prstGeom>
          <a:solidFill>
            <a:schemeClr val="tx1">
              <a:lumMod val="50000"/>
              <a:lumOff val="50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テキスト ボックス 17">
            <a:extLst>
              <a:ext uri="{FF2B5EF4-FFF2-40B4-BE49-F238E27FC236}">
                <a16:creationId xmlns:a16="http://schemas.microsoft.com/office/drawing/2014/main" id="{C8317474-4D0F-7827-3DBE-6F956F68954B}"/>
              </a:ext>
            </a:extLst>
          </p:cNvPr>
          <p:cNvSpPr txBox="1"/>
          <p:nvPr/>
        </p:nvSpPr>
        <p:spPr>
          <a:xfrm>
            <a:off x="849471" y="3550626"/>
            <a:ext cx="1447328"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入力データ</a:t>
            </a:r>
            <a:endParaRPr lang="en-US" altLang="ja-JP" sz="2000" dirty="0">
              <a:latin typeface="ＭＳ Ｐゴシック" panose="020B0600070205080204" pitchFamily="50" charset="-128"/>
              <a:ea typeface="ＭＳ Ｐゴシック" panose="020B0600070205080204" pitchFamily="50" charset="-128"/>
            </a:endParaRPr>
          </a:p>
        </p:txBody>
      </p:sp>
      <p:sp>
        <p:nvSpPr>
          <p:cNvPr id="19" name="矢印: 下 18">
            <a:extLst>
              <a:ext uri="{FF2B5EF4-FFF2-40B4-BE49-F238E27FC236}">
                <a16:creationId xmlns:a16="http://schemas.microsoft.com/office/drawing/2014/main" id="{AEBE0319-1E61-2739-0399-FE6D3924891B}"/>
              </a:ext>
            </a:extLst>
          </p:cNvPr>
          <p:cNvSpPr/>
          <p:nvPr/>
        </p:nvSpPr>
        <p:spPr>
          <a:xfrm rot="5400000">
            <a:off x="3531210" y="4281531"/>
            <a:ext cx="326450" cy="2521095"/>
          </a:xfrm>
          <a:prstGeom prst="downArrow">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台形 19">
            <a:extLst>
              <a:ext uri="{FF2B5EF4-FFF2-40B4-BE49-F238E27FC236}">
                <a16:creationId xmlns:a16="http://schemas.microsoft.com/office/drawing/2014/main" id="{8C58D5FB-F3E6-3C34-DB8B-CE5D22B535DB}"/>
              </a:ext>
            </a:extLst>
          </p:cNvPr>
          <p:cNvSpPr/>
          <p:nvPr/>
        </p:nvSpPr>
        <p:spPr>
          <a:xfrm rot="16200000">
            <a:off x="2128875" y="5311244"/>
            <a:ext cx="1988721" cy="461665"/>
          </a:xfrm>
          <a:prstGeom prst="trapezoid">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VAE Decoder</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21" name="テキスト ボックス 20">
            <a:extLst>
              <a:ext uri="{FF2B5EF4-FFF2-40B4-BE49-F238E27FC236}">
                <a16:creationId xmlns:a16="http://schemas.microsoft.com/office/drawing/2014/main" id="{EADBDD64-6152-EDC1-1F71-1E560F04C6F3}"/>
              </a:ext>
            </a:extLst>
          </p:cNvPr>
          <p:cNvSpPr txBox="1"/>
          <p:nvPr/>
        </p:nvSpPr>
        <p:spPr>
          <a:xfrm>
            <a:off x="816142" y="6142347"/>
            <a:ext cx="1447328"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出力データ</a:t>
            </a:r>
            <a:endParaRPr lang="en-US" altLang="ja-JP" sz="2000" dirty="0">
              <a:latin typeface="ＭＳ Ｐゴシック" panose="020B0600070205080204" pitchFamily="50" charset="-128"/>
              <a:ea typeface="ＭＳ Ｐゴシック" panose="020B0600070205080204" pitchFamily="50" charset="-128"/>
            </a:endParaRPr>
          </a:p>
        </p:txBody>
      </p:sp>
      <p:sp>
        <p:nvSpPr>
          <p:cNvPr id="25" name="テキスト ボックス 24">
            <a:extLst>
              <a:ext uri="{FF2B5EF4-FFF2-40B4-BE49-F238E27FC236}">
                <a16:creationId xmlns:a16="http://schemas.microsoft.com/office/drawing/2014/main" id="{3410517A-E1EC-D516-9D6F-F65448DB756B}"/>
              </a:ext>
            </a:extLst>
          </p:cNvPr>
          <p:cNvSpPr txBox="1"/>
          <p:nvPr/>
        </p:nvSpPr>
        <p:spPr>
          <a:xfrm>
            <a:off x="6354749" y="1656878"/>
            <a:ext cx="1745061"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拡散プロセス</a:t>
            </a:r>
            <a:endParaRPr lang="en-US" altLang="ja-JP" sz="2000" dirty="0">
              <a:latin typeface="ＭＳ Ｐゴシック" panose="020B0600070205080204" pitchFamily="50" charset="-128"/>
              <a:ea typeface="ＭＳ Ｐゴシック" panose="020B0600070205080204" pitchFamily="50" charset="-128"/>
            </a:endParaRPr>
          </a:p>
        </p:txBody>
      </p:sp>
      <p:sp>
        <p:nvSpPr>
          <p:cNvPr id="26" name="テキスト ボックス 25">
            <a:extLst>
              <a:ext uri="{FF2B5EF4-FFF2-40B4-BE49-F238E27FC236}">
                <a16:creationId xmlns:a16="http://schemas.microsoft.com/office/drawing/2014/main" id="{26DD9645-F6FE-5823-2233-04A85F3CEFEB}"/>
              </a:ext>
            </a:extLst>
          </p:cNvPr>
          <p:cNvSpPr txBox="1"/>
          <p:nvPr/>
        </p:nvSpPr>
        <p:spPr>
          <a:xfrm>
            <a:off x="6225126" y="4368079"/>
            <a:ext cx="2004308"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逆拡散プロセス</a:t>
            </a:r>
            <a:endParaRPr lang="en-US" altLang="ja-JP" sz="2000" dirty="0">
              <a:latin typeface="ＭＳ Ｐゴシック" panose="020B0600070205080204" pitchFamily="50" charset="-128"/>
              <a:ea typeface="ＭＳ Ｐゴシック" panose="020B0600070205080204" pitchFamily="50" charset="-128"/>
            </a:endParaRPr>
          </a:p>
        </p:txBody>
      </p:sp>
      <p:sp>
        <p:nvSpPr>
          <p:cNvPr id="27" name="矢印: 下 26">
            <a:extLst>
              <a:ext uri="{FF2B5EF4-FFF2-40B4-BE49-F238E27FC236}">
                <a16:creationId xmlns:a16="http://schemas.microsoft.com/office/drawing/2014/main" id="{02AE5DA7-953B-5128-6AB1-F19291D1161A}"/>
              </a:ext>
            </a:extLst>
          </p:cNvPr>
          <p:cNvSpPr/>
          <p:nvPr/>
        </p:nvSpPr>
        <p:spPr>
          <a:xfrm rot="3600000">
            <a:off x="9370531" y="5295209"/>
            <a:ext cx="326450" cy="599197"/>
          </a:xfrm>
          <a:prstGeom prst="downArrow">
            <a:avLst/>
          </a:prstGeom>
          <a:solidFill>
            <a:schemeClr val="bg1"/>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 name="矢印: 下 27">
            <a:extLst>
              <a:ext uri="{FF2B5EF4-FFF2-40B4-BE49-F238E27FC236}">
                <a16:creationId xmlns:a16="http://schemas.microsoft.com/office/drawing/2014/main" id="{0E18CF26-4442-AF55-1D50-D43F9343FE84}"/>
              </a:ext>
            </a:extLst>
          </p:cNvPr>
          <p:cNvSpPr/>
          <p:nvPr/>
        </p:nvSpPr>
        <p:spPr>
          <a:xfrm rot="5400000">
            <a:off x="6900499" y="5295209"/>
            <a:ext cx="326450" cy="599197"/>
          </a:xfrm>
          <a:prstGeom prst="downArrow">
            <a:avLst/>
          </a:prstGeom>
          <a:solidFill>
            <a:schemeClr val="bg1"/>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29" name="図 28">
            <a:extLst>
              <a:ext uri="{FF2B5EF4-FFF2-40B4-BE49-F238E27FC236}">
                <a16:creationId xmlns:a16="http://schemas.microsoft.com/office/drawing/2014/main" id="{567F91C7-50CC-0115-9B9E-2629946A0130}"/>
              </a:ext>
            </a:extLst>
          </p:cNvPr>
          <p:cNvPicPr>
            <a:picLocks noChangeAspect="1"/>
          </p:cNvPicPr>
          <p:nvPr/>
        </p:nvPicPr>
        <p:blipFill>
          <a:blip r:embed="rId4"/>
          <a:stretch>
            <a:fillRect/>
          </a:stretch>
        </p:blipFill>
        <p:spPr>
          <a:xfrm>
            <a:off x="849471" y="4803037"/>
            <a:ext cx="1489884" cy="1257090"/>
          </a:xfrm>
          <a:prstGeom prst="rect">
            <a:avLst/>
          </a:prstGeom>
        </p:spPr>
      </p:pic>
    </p:spTree>
    <p:extLst>
      <p:ext uri="{BB962C8B-B14F-4D97-AF65-F5344CB8AC3E}">
        <p14:creationId xmlns:p14="http://schemas.microsoft.com/office/powerpoint/2010/main" val="34699192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6D035-E753-CE51-12D7-69C08522C616}"/>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D97661A-913E-883F-6CC0-962DDFCBB33C}"/>
              </a:ext>
            </a:extLst>
          </p:cNvPr>
          <p:cNvSpPr txBox="1">
            <a:spLocks noGrp="1" noRot="1" noMove="1" noResize="1" noEditPoints="1" noAdjustHandles="1" noChangeArrowheads="1" noChangeShapeType="1"/>
          </p:cNvSpPr>
          <p:nvPr/>
        </p:nvSpPr>
        <p:spPr>
          <a:xfrm>
            <a:off x="360000" y="216000"/>
            <a:ext cx="3217547"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FID</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について　</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A70F72E9-94E6-90A4-3483-06069DA4071E}"/>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正方形/長方形 1">
            <a:extLst>
              <a:ext uri="{FF2B5EF4-FFF2-40B4-BE49-F238E27FC236}">
                <a16:creationId xmlns:a16="http://schemas.microsoft.com/office/drawing/2014/main" id="{000F1BFA-5488-3C90-FBCF-A7D003791985}"/>
              </a:ext>
            </a:extLst>
          </p:cNvPr>
          <p:cNvSpPr/>
          <p:nvPr/>
        </p:nvSpPr>
        <p:spPr>
          <a:xfrm>
            <a:off x="373821" y="1091568"/>
            <a:ext cx="11506179" cy="2061955"/>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32B9C44B-7F32-8C7A-F0D5-A72472907E4C}"/>
              </a:ext>
            </a:extLst>
          </p:cNvPr>
          <p:cNvSpPr txBox="1"/>
          <p:nvPr/>
        </p:nvSpPr>
        <p:spPr>
          <a:xfrm>
            <a:off x="373821" y="1173466"/>
            <a:ext cx="10930300" cy="1815882"/>
          </a:xfrm>
          <a:prstGeom prst="rect">
            <a:avLst/>
          </a:prstGeom>
          <a:noFill/>
        </p:spPr>
        <p:txBody>
          <a:bodyPr wrap="square">
            <a:spAutoFit/>
          </a:bodyPr>
          <a:lstStyle/>
          <a:p>
            <a:r>
              <a:rPr lang="en-US" altLang="ja-JP" sz="2400" dirty="0">
                <a:latin typeface="ＭＳ Ｐゴシック" panose="020B0600070205080204" pitchFamily="50" charset="-128"/>
                <a:ea typeface="ＭＳ Ｐゴシック" panose="020B0600070205080204" pitchFamily="50" charset="-128"/>
              </a:rPr>
              <a:t>FID</a:t>
            </a:r>
            <a:r>
              <a:rPr lang="ja-JP" altLang="en-US" sz="2400" dirty="0">
                <a:latin typeface="ＭＳ Ｐゴシック" panose="020B0600070205080204" pitchFamily="50" charset="-128"/>
                <a:ea typeface="ＭＳ Ｐゴシック" panose="020B0600070205080204" pitchFamily="50" charset="-128"/>
              </a:rPr>
              <a:t>（</a:t>
            </a:r>
            <a:r>
              <a:rPr lang="en-US" altLang="ja-JP" sz="2400" dirty="0">
                <a:latin typeface="ＭＳ Ｐゴシック" panose="020B0600070205080204" pitchFamily="50" charset="-128"/>
                <a:ea typeface="ＭＳ Ｐゴシック" panose="020B0600070205080204" pitchFamily="50" charset="-128"/>
              </a:rPr>
              <a:t>Fréchet Inception Distance</a:t>
            </a:r>
            <a:r>
              <a:rPr lang="ja-JP" altLang="en-US" sz="2400" dirty="0">
                <a:latin typeface="ＭＳ Ｐゴシック" panose="020B0600070205080204" pitchFamily="50" charset="-128"/>
                <a:ea typeface="ＭＳ Ｐゴシック" panose="020B0600070205080204" pitchFamily="50" charset="-128"/>
              </a:rPr>
              <a:t>）について</a:t>
            </a:r>
            <a:endParaRPr lang="en-US" altLang="ja-JP" sz="2400" dirty="0">
              <a:latin typeface="ＭＳ Ｐゴシック" panose="020B0600070205080204" pitchFamily="50" charset="-128"/>
              <a:ea typeface="ＭＳ Ｐゴシック" panose="020B0600070205080204" pitchFamily="50" charset="-128"/>
            </a:endParaRPr>
          </a:p>
          <a:p>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合成画像の“リアルさ”を実画像と比較して定量的に評価するための指標</a:t>
            </a:r>
            <a:endParaRPr lang="en-US" altLang="ja-JP" sz="2000" dirty="0">
              <a:latin typeface="ＭＳ Ｐゴシック" panose="020B0600070205080204" pitchFamily="50" charset="-128"/>
              <a:ea typeface="ＭＳ Ｐゴシック" panose="020B0600070205080204" pitchFamily="50" charset="-128"/>
            </a:endParaRPr>
          </a:p>
          <a:p>
            <a:r>
              <a:rPr lang="en-US" altLang="ja-JP" sz="2000" dirty="0">
                <a:latin typeface="ＭＳ Ｐゴシック" panose="020B0600070205080204" pitchFamily="50" charset="-128"/>
                <a:ea typeface="ＭＳ Ｐゴシック" panose="020B0600070205080204" pitchFamily="50" charset="-128"/>
              </a:rPr>
              <a:t>	</a:t>
            </a: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値が</a:t>
            </a:r>
            <a:r>
              <a:rPr lang="ja-JP" altLang="en-US" sz="2000" dirty="0">
                <a:solidFill>
                  <a:srgbClr val="FF0000"/>
                </a:solidFill>
                <a:latin typeface="ＭＳ Ｐゴシック" panose="020B0600070205080204" pitchFamily="50" charset="-128"/>
                <a:ea typeface="ＭＳ Ｐゴシック" panose="020B0600070205080204" pitchFamily="50" charset="-128"/>
              </a:rPr>
              <a:t>小さい</a:t>
            </a:r>
            <a:r>
              <a:rPr lang="ja-JP" altLang="en-US" sz="2000" dirty="0">
                <a:latin typeface="ＭＳ Ｐゴシック" panose="020B0600070205080204" pitchFamily="50" charset="-128"/>
                <a:ea typeface="ＭＳ Ｐゴシック" panose="020B0600070205080204" pitchFamily="50" charset="-128"/>
              </a:rPr>
              <a:t>ほど実画像に近い</a:t>
            </a:r>
            <a:r>
              <a:rPr lang="en-US" altLang="ja-JP" sz="2400" dirty="0">
                <a:latin typeface="ＭＳ Ｐゴシック" panose="020B0600070205080204" pitchFamily="50" charset="-128"/>
                <a:ea typeface="ＭＳ Ｐゴシック" panose="020B0600070205080204" pitchFamily="50" charset="-128"/>
              </a:rPr>
              <a:t>	</a:t>
            </a:r>
            <a:endParaRPr lang="ja-JP" altLang="en-US" sz="2400" dirty="0">
              <a:latin typeface="ＭＳ Ｐゴシック" panose="020B0600070205080204" pitchFamily="50" charset="-128"/>
              <a:ea typeface="ＭＳ Ｐゴシック" panose="020B0600070205080204" pitchFamily="50" charset="-128"/>
            </a:endParaRPr>
          </a:p>
        </p:txBody>
      </p:sp>
      <p:sp>
        <p:nvSpPr>
          <p:cNvPr id="6" name="テキスト ボックス 5">
            <a:extLst>
              <a:ext uri="{FF2B5EF4-FFF2-40B4-BE49-F238E27FC236}">
                <a16:creationId xmlns:a16="http://schemas.microsoft.com/office/drawing/2014/main" id="{DE003A4A-AB2B-C45D-A4E0-FF59C5DDDDF0}"/>
              </a:ext>
            </a:extLst>
          </p:cNvPr>
          <p:cNvSpPr txBox="1"/>
          <p:nvPr/>
        </p:nvSpPr>
        <p:spPr>
          <a:xfrm>
            <a:off x="360000" y="3235421"/>
            <a:ext cx="1633900" cy="400110"/>
          </a:xfrm>
          <a:prstGeom prst="rect">
            <a:avLst/>
          </a:prstGeom>
          <a:noFill/>
        </p:spPr>
        <p:txBody>
          <a:bodyPr wrap="square">
            <a:spAutoFit/>
          </a:bodyPr>
          <a:lstStyle/>
          <a:p>
            <a:pPr marL="342900" indent="-342900">
              <a:buFont typeface="Wingdings" panose="05000000000000000000" pitchFamily="2" charset="2"/>
              <a:buChar char="p"/>
            </a:pPr>
            <a:r>
              <a:rPr lang="ja-JP" altLang="en-US" sz="2000" dirty="0">
                <a:latin typeface="ＭＳ Ｐゴシック" panose="020B0600070205080204" pitchFamily="50" charset="-128"/>
                <a:ea typeface="ＭＳ Ｐゴシック" panose="020B0600070205080204" pitchFamily="50" charset="-128"/>
              </a:rPr>
              <a:t>計算方法</a:t>
            </a:r>
            <a:endParaRPr lang="en-US" altLang="ja-JP" sz="2000" dirty="0">
              <a:latin typeface="ＭＳ Ｐゴシック" panose="020B0600070205080204" pitchFamily="50" charset="-128"/>
              <a:ea typeface="ＭＳ Ｐゴシック" panose="020B0600070205080204" pitchFamily="50" charset="-128"/>
            </a:endParaRPr>
          </a:p>
        </p:txBody>
      </p:sp>
      <p:sp>
        <p:nvSpPr>
          <p:cNvPr id="7" name="テキスト ボックス 6">
            <a:extLst>
              <a:ext uri="{FF2B5EF4-FFF2-40B4-BE49-F238E27FC236}">
                <a16:creationId xmlns:a16="http://schemas.microsoft.com/office/drawing/2014/main" id="{970D4AEA-7F16-A708-8978-34FEC4769106}"/>
              </a:ext>
            </a:extLst>
          </p:cNvPr>
          <p:cNvSpPr txBox="1"/>
          <p:nvPr/>
        </p:nvSpPr>
        <p:spPr>
          <a:xfrm>
            <a:off x="433804" y="3642805"/>
            <a:ext cx="7953683" cy="3139321"/>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実画像と生成画像を同じ枚数だけ用意</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両方の画像を、</a:t>
            </a:r>
            <a:r>
              <a:rPr kumimoji="1" lang="en-US" altLang="ja-JP" dirty="0">
                <a:latin typeface="ＭＳ Ｐゴシック" panose="020B0600070205080204" pitchFamily="50" charset="-128"/>
                <a:ea typeface="ＭＳ Ｐゴシック" panose="020B0600070205080204" pitchFamily="50" charset="-128"/>
              </a:rPr>
              <a:t>Inception v3 </a:t>
            </a:r>
            <a:r>
              <a:rPr kumimoji="1" lang="ja-JP" altLang="en-US" dirty="0">
                <a:latin typeface="ＭＳ Ｐゴシック" panose="020B0600070205080204" pitchFamily="50" charset="-128"/>
                <a:ea typeface="ＭＳ Ｐゴシック" panose="020B0600070205080204" pitchFamily="50" charset="-128"/>
              </a:rPr>
              <a:t>という</a:t>
            </a:r>
            <a:endParaRPr kumimoji="1"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　　</a:t>
            </a:r>
            <a:r>
              <a:rPr kumimoji="1" lang="ja-JP" altLang="en-US" dirty="0">
                <a:latin typeface="ＭＳ Ｐゴシック" panose="020B0600070205080204" pitchFamily="50" charset="-128"/>
                <a:ea typeface="ＭＳ Ｐゴシック" panose="020B0600070205080204" pitchFamily="50" charset="-128"/>
              </a:rPr>
              <a:t>画像分類ネットワークに通す</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特徴ベクトル（高次元の数値情報）を抽出</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それぞれの画像群から、平均ベクトル </a:t>
            </a:r>
            <a:r>
              <a:rPr kumimoji="1" lang="en-US" altLang="ja-JP" dirty="0">
                <a:latin typeface="ＭＳ Ｐゴシック" panose="020B0600070205080204" pitchFamily="50" charset="-128"/>
                <a:ea typeface="ＭＳ Ｐゴシック" panose="020B0600070205080204" pitchFamily="50" charset="-128"/>
              </a:rPr>
              <a:t>μ </a:t>
            </a:r>
            <a:r>
              <a:rPr kumimoji="1" lang="ja-JP" altLang="en-US" dirty="0">
                <a:latin typeface="ＭＳ Ｐゴシック" panose="020B0600070205080204" pitchFamily="50" charset="-128"/>
                <a:ea typeface="ＭＳ Ｐゴシック" panose="020B0600070205080204" pitchFamily="50" charset="-128"/>
              </a:rPr>
              <a:t>と </a:t>
            </a:r>
            <a:endParaRPr kumimoji="1"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　　</a:t>
            </a:r>
            <a:r>
              <a:rPr kumimoji="1" lang="ja-JP" altLang="en-US" dirty="0">
                <a:latin typeface="ＭＳ Ｐゴシック" panose="020B0600070205080204" pitchFamily="50" charset="-128"/>
                <a:ea typeface="ＭＳ Ｐゴシック" panose="020B0600070205080204" pitchFamily="50" charset="-128"/>
              </a:rPr>
              <a:t>共分散行列 </a:t>
            </a:r>
            <a:r>
              <a:rPr kumimoji="1" lang="en-US" altLang="ja-JP" dirty="0">
                <a:latin typeface="ＭＳ Ｐゴシック" panose="020B0600070205080204" pitchFamily="50" charset="-128"/>
                <a:ea typeface="ＭＳ Ｐゴシック" panose="020B0600070205080204" pitchFamily="50" charset="-128"/>
              </a:rPr>
              <a:t>Σ </a:t>
            </a:r>
            <a:r>
              <a:rPr kumimoji="1" lang="ja-JP" altLang="en-US" dirty="0">
                <a:latin typeface="ＭＳ Ｐゴシック" panose="020B0600070205080204" pitchFamily="50" charset="-128"/>
                <a:ea typeface="ＭＳ Ｐゴシック" panose="020B0600070205080204" pitchFamily="50" charset="-128"/>
              </a:rPr>
              <a:t>を求める</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右</a:t>
            </a:r>
            <a:r>
              <a:rPr kumimoji="1" lang="ja-JP" altLang="en-US" dirty="0">
                <a:latin typeface="ＭＳ Ｐゴシック" panose="020B0600070205080204" pitchFamily="50" charset="-128"/>
                <a:ea typeface="ＭＳ Ｐゴシック" panose="020B0600070205080204" pitchFamily="50" charset="-128"/>
              </a:rPr>
              <a:t>の数式で </a:t>
            </a:r>
            <a:r>
              <a:rPr kumimoji="1" lang="en-US" altLang="ja-JP" dirty="0">
                <a:latin typeface="ＭＳ Ｐゴシック" panose="020B0600070205080204" pitchFamily="50" charset="-128"/>
                <a:ea typeface="ＭＳ Ｐゴシック" panose="020B0600070205080204" pitchFamily="50" charset="-128"/>
              </a:rPr>
              <a:t>FID</a:t>
            </a:r>
            <a:r>
              <a:rPr kumimoji="1" lang="ja-JP" altLang="en-US" dirty="0">
                <a:latin typeface="ＭＳ Ｐゴシック" panose="020B0600070205080204" pitchFamily="50" charset="-128"/>
                <a:ea typeface="ＭＳ Ｐゴシック" panose="020B0600070205080204" pitchFamily="50" charset="-128"/>
              </a:rPr>
              <a:t>を計算</a:t>
            </a:r>
          </a:p>
        </p:txBody>
      </p:sp>
      <p:pic>
        <p:nvPicPr>
          <p:cNvPr id="8" name="図 7">
            <a:extLst>
              <a:ext uri="{FF2B5EF4-FFF2-40B4-BE49-F238E27FC236}">
                <a16:creationId xmlns:a16="http://schemas.microsoft.com/office/drawing/2014/main" id="{E452597C-C4FC-2C65-FC19-5EC7D9E9AB72}"/>
              </a:ext>
            </a:extLst>
          </p:cNvPr>
          <p:cNvPicPr>
            <a:picLocks noChangeAspect="1"/>
          </p:cNvPicPr>
          <p:nvPr/>
        </p:nvPicPr>
        <p:blipFill>
          <a:blip r:embed="rId3"/>
          <a:srcRect l="1832" t="19739" r="2825" b="28572"/>
          <a:stretch/>
        </p:blipFill>
        <p:spPr>
          <a:xfrm>
            <a:off x="6474142" y="3658485"/>
            <a:ext cx="5392037" cy="319056"/>
          </a:xfrm>
          <a:prstGeom prst="rect">
            <a:avLst/>
          </a:prstGeom>
        </p:spPr>
      </p:pic>
      <p:grpSp>
        <p:nvGrpSpPr>
          <p:cNvPr id="9" name="グループ化 8">
            <a:extLst>
              <a:ext uri="{FF2B5EF4-FFF2-40B4-BE49-F238E27FC236}">
                <a16:creationId xmlns:a16="http://schemas.microsoft.com/office/drawing/2014/main" id="{FBA83026-C59F-E974-30B1-A75367BCDFF2}"/>
              </a:ext>
            </a:extLst>
          </p:cNvPr>
          <p:cNvGrpSpPr/>
          <p:nvPr/>
        </p:nvGrpSpPr>
        <p:grpSpPr>
          <a:xfrm>
            <a:off x="8293909" y="4191346"/>
            <a:ext cx="4052454" cy="1419131"/>
            <a:chOff x="6838883" y="4916128"/>
            <a:chExt cx="4052454" cy="1419131"/>
          </a:xfrm>
        </p:grpSpPr>
        <p:grpSp>
          <p:nvGrpSpPr>
            <p:cNvPr id="10" name="グループ化 9">
              <a:extLst>
                <a:ext uri="{FF2B5EF4-FFF2-40B4-BE49-F238E27FC236}">
                  <a16:creationId xmlns:a16="http://schemas.microsoft.com/office/drawing/2014/main" id="{3B3A7E14-012A-7108-F63C-1BC181A091DC}"/>
                </a:ext>
              </a:extLst>
            </p:cNvPr>
            <p:cNvGrpSpPr/>
            <p:nvPr/>
          </p:nvGrpSpPr>
          <p:grpSpPr>
            <a:xfrm>
              <a:off x="6838883" y="4978415"/>
              <a:ext cx="360000" cy="1299814"/>
              <a:chOff x="6838883" y="4978415"/>
              <a:chExt cx="360000" cy="1299814"/>
            </a:xfrm>
          </p:grpSpPr>
          <p:pic>
            <p:nvPicPr>
              <p:cNvPr id="16" name="図 15">
                <a:extLst>
                  <a:ext uri="{FF2B5EF4-FFF2-40B4-BE49-F238E27FC236}">
                    <a16:creationId xmlns:a16="http://schemas.microsoft.com/office/drawing/2014/main" id="{FB3963FB-9222-0CE0-6ACB-03880AE9BC1C}"/>
                  </a:ext>
                </a:extLst>
              </p:cNvPr>
              <p:cNvPicPr>
                <a:picLocks noChangeAspect="1"/>
              </p:cNvPicPr>
              <p:nvPr/>
            </p:nvPicPr>
            <p:blipFill>
              <a:blip r:embed="rId4"/>
              <a:stretch>
                <a:fillRect/>
              </a:stretch>
            </p:blipFill>
            <p:spPr>
              <a:xfrm>
                <a:off x="6838883" y="4978415"/>
                <a:ext cx="360000" cy="301622"/>
              </a:xfrm>
              <a:prstGeom prst="rect">
                <a:avLst/>
              </a:prstGeom>
            </p:spPr>
          </p:pic>
          <p:pic>
            <p:nvPicPr>
              <p:cNvPr id="17" name="図 16">
                <a:extLst>
                  <a:ext uri="{FF2B5EF4-FFF2-40B4-BE49-F238E27FC236}">
                    <a16:creationId xmlns:a16="http://schemas.microsoft.com/office/drawing/2014/main" id="{EFC67537-76B6-926E-18D5-43AB3B2197FE}"/>
                  </a:ext>
                </a:extLst>
              </p:cNvPr>
              <p:cNvPicPr>
                <a:picLocks noChangeAspect="1"/>
              </p:cNvPicPr>
              <p:nvPr/>
            </p:nvPicPr>
            <p:blipFill>
              <a:blip r:embed="rId5"/>
              <a:stretch>
                <a:fillRect/>
              </a:stretch>
            </p:blipFill>
            <p:spPr>
              <a:xfrm>
                <a:off x="6838883" y="5337066"/>
                <a:ext cx="360000" cy="274285"/>
              </a:xfrm>
              <a:prstGeom prst="rect">
                <a:avLst/>
              </a:prstGeom>
            </p:spPr>
          </p:pic>
          <p:pic>
            <p:nvPicPr>
              <p:cNvPr id="18" name="図 17">
                <a:extLst>
                  <a:ext uri="{FF2B5EF4-FFF2-40B4-BE49-F238E27FC236}">
                    <a16:creationId xmlns:a16="http://schemas.microsoft.com/office/drawing/2014/main" id="{68CAE025-2B2A-5960-6E30-14B8FD8FAE94}"/>
                  </a:ext>
                </a:extLst>
              </p:cNvPr>
              <p:cNvPicPr>
                <a:picLocks noChangeAspect="1"/>
              </p:cNvPicPr>
              <p:nvPr/>
            </p:nvPicPr>
            <p:blipFill>
              <a:blip r:embed="rId6"/>
              <a:stretch>
                <a:fillRect/>
              </a:stretch>
            </p:blipFill>
            <p:spPr>
              <a:xfrm>
                <a:off x="6838883" y="5705927"/>
                <a:ext cx="360000" cy="260000"/>
              </a:xfrm>
              <a:prstGeom prst="rect">
                <a:avLst/>
              </a:prstGeom>
            </p:spPr>
          </p:pic>
          <p:pic>
            <p:nvPicPr>
              <p:cNvPr id="19" name="図 18">
                <a:extLst>
                  <a:ext uri="{FF2B5EF4-FFF2-40B4-BE49-F238E27FC236}">
                    <a16:creationId xmlns:a16="http://schemas.microsoft.com/office/drawing/2014/main" id="{A2B6486F-49C3-B116-99B0-EBE3B4739992}"/>
                  </a:ext>
                </a:extLst>
              </p:cNvPr>
              <p:cNvPicPr>
                <a:picLocks noChangeAspect="1"/>
              </p:cNvPicPr>
              <p:nvPr/>
            </p:nvPicPr>
            <p:blipFill>
              <a:blip r:embed="rId7"/>
              <a:stretch>
                <a:fillRect/>
              </a:stretch>
            </p:blipFill>
            <p:spPr>
              <a:xfrm>
                <a:off x="6838883" y="6022956"/>
                <a:ext cx="360000" cy="255273"/>
              </a:xfrm>
              <a:prstGeom prst="rect">
                <a:avLst/>
              </a:prstGeom>
            </p:spPr>
          </p:pic>
        </p:grpSp>
        <p:grpSp>
          <p:nvGrpSpPr>
            <p:cNvPr id="11" name="グループ化 10">
              <a:extLst>
                <a:ext uri="{FF2B5EF4-FFF2-40B4-BE49-F238E27FC236}">
                  <a16:creationId xmlns:a16="http://schemas.microsoft.com/office/drawing/2014/main" id="{020E2482-E7CA-4402-EC13-63300DF30DB9}"/>
                </a:ext>
              </a:extLst>
            </p:cNvPr>
            <p:cNvGrpSpPr/>
            <p:nvPr/>
          </p:nvGrpSpPr>
          <p:grpSpPr>
            <a:xfrm>
              <a:off x="7220943" y="4916128"/>
              <a:ext cx="3670394" cy="1419131"/>
              <a:chOff x="7220943" y="4916128"/>
              <a:chExt cx="3670394" cy="1419131"/>
            </a:xfrm>
          </p:grpSpPr>
          <p:sp>
            <p:nvSpPr>
              <p:cNvPr id="12" name="テキスト ボックス 11">
                <a:extLst>
                  <a:ext uri="{FF2B5EF4-FFF2-40B4-BE49-F238E27FC236}">
                    <a16:creationId xmlns:a16="http://schemas.microsoft.com/office/drawing/2014/main" id="{DD608699-58A3-A8CB-4DAA-BDAAE6956DEF}"/>
                  </a:ext>
                </a:extLst>
              </p:cNvPr>
              <p:cNvSpPr txBox="1"/>
              <p:nvPr/>
            </p:nvSpPr>
            <p:spPr>
              <a:xfrm>
                <a:off x="7220943" y="4916128"/>
                <a:ext cx="3670394"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rPr>
                  <a:t>：　</a:t>
                </a:r>
                <a:r>
                  <a:rPr kumimoji="1" lang="ja-JP" altLang="en-US" dirty="0">
                    <a:latin typeface="ＭＳ Ｐゴシック" panose="020B0600070205080204" pitchFamily="50" charset="-128"/>
                    <a:ea typeface="ＭＳ Ｐゴシック" panose="020B0600070205080204" pitchFamily="50" charset="-128"/>
                  </a:rPr>
                  <a:t>実画像の平均ベクトル</a:t>
                </a:r>
              </a:p>
            </p:txBody>
          </p:sp>
          <p:sp>
            <p:nvSpPr>
              <p:cNvPr id="13" name="テキスト ボックス 12">
                <a:extLst>
                  <a:ext uri="{FF2B5EF4-FFF2-40B4-BE49-F238E27FC236}">
                    <a16:creationId xmlns:a16="http://schemas.microsoft.com/office/drawing/2014/main" id="{C87B8D48-19EF-98C9-D058-0DB1D596C8BC}"/>
                  </a:ext>
                </a:extLst>
              </p:cNvPr>
              <p:cNvSpPr txBox="1"/>
              <p:nvPr/>
            </p:nvSpPr>
            <p:spPr>
              <a:xfrm>
                <a:off x="7220943" y="5227263"/>
                <a:ext cx="3670394" cy="369332"/>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　生成画像の平均ベクトル</a:t>
                </a:r>
              </a:p>
            </p:txBody>
          </p:sp>
          <p:sp>
            <p:nvSpPr>
              <p:cNvPr id="14" name="テキスト ボックス 13">
                <a:extLst>
                  <a:ext uri="{FF2B5EF4-FFF2-40B4-BE49-F238E27FC236}">
                    <a16:creationId xmlns:a16="http://schemas.microsoft.com/office/drawing/2014/main" id="{ADB7FAA7-3A0E-FA9B-79C2-2C813F1A77AF}"/>
                  </a:ext>
                </a:extLst>
              </p:cNvPr>
              <p:cNvSpPr txBox="1"/>
              <p:nvPr/>
            </p:nvSpPr>
            <p:spPr>
              <a:xfrm>
                <a:off x="7220943" y="5596595"/>
                <a:ext cx="3670394"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rPr>
                  <a:t>：　実画像の共分散行列</a:t>
                </a:r>
                <a:endParaRPr kumimoji="1" lang="ja-JP" altLang="en-US" dirty="0">
                  <a:latin typeface="ＭＳ Ｐゴシック" panose="020B0600070205080204" pitchFamily="50" charset="-128"/>
                  <a:ea typeface="ＭＳ Ｐゴシック" panose="020B0600070205080204" pitchFamily="50" charset="-128"/>
                </a:endParaRPr>
              </a:p>
            </p:txBody>
          </p:sp>
          <p:sp>
            <p:nvSpPr>
              <p:cNvPr id="15" name="テキスト ボックス 14">
                <a:extLst>
                  <a:ext uri="{FF2B5EF4-FFF2-40B4-BE49-F238E27FC236}">
                    <a16:creationId xmlns:a16="http://schemas.microsoft.com/office/drawing/2014/main" id="{AEB5C9D8-5859-872E-4771-214B0CC43D26}"/>
                  </a:ext>
                </a:extLst>
              </p:cNvPr>
              <p:cNvSpPr txBox="1"/>
              <p:nvPr/>
            </p:nvSpPr>
            <p:spPr>
              <a:xfrm>
                <a:off x="7220943" y="5965927"/>
                <a:ext cx="2799270"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rPr>
                  <a:t>：　生成画像の共分散行列</a:t>
                </a:r>
                <a:endParaRPr kumimoji="1" lang="ja-JP" altLang="en-US" dirty="0">
                  <a:latin typeface="ＭＳ Ｐゴシック" panose="020B0600070205080204" pitchFamily="50" charset="-128"/>
                  <a:ea typeface="ＭＳ Ｐゴシック" panose="020B0600070205080204" pitchFamily="50" charset="-128"/>
                </a:endParaRPr>
              </a:p>
            </p:txBody>
          </p:sp>
        </p:grpSp>
      </p:grpSp>
    </p:spTree>
    <p:extLst>
      <p:ext uri="{BB962C8B-B14F-4D97-AF65-F5344CB8AC3E}">
        <p14:creationId xmlns:p14="http://schemas.microsoft.com/office/powerpoint/2010/main" val="12763962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8EB56-3833-BB1C-566C-48F4F8D2D71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91FDCAD-1564-7FBA-17D3-973BB1FE4480}"/>
              </a:ext>
            </a:extLst>
          </p:cNvPr>
          <p:cNvSpPr txBox="1">
            <a:spLocks noGrp="1" noRot="1" noMove="1" noResize="1" noEditPoints="1" noAdjustHandles="1" noChangeArrowheads="1" noChangeShapeType="1"/>
          </p:cNvSpPr>
          <p:nvPr/>
        </p:nvSpPr>
        <p:spPr>
          <a:xfrm>
            <a:off x="360000" y="216000"/>
            <a:ext cx="1574470"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IS</a:t>
            </a:r>
          </a:p>
        </p:txBody>
      </p:sp>
      <p:cxnSp>
        <p:nvCxnSpPr>
          <p:cNvPr id="5" name="直線コネクタ 4">
            <a:extLst>
              <a:ext uri="{FF2B5EF4-FFF2-40B4-BE49-F238E27FC236}">
                <a16:creationId xmlns:a16="http://schemas.microsoft.com/office/drawing/2014/main" id="{1662D614-A9A6-B7D4-4AF5-023E4FA94169}"/>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9B99C1A3-9551-212C-4750-B73B8FB3B565}"/>
              </a:ext>
            </a:extLst>
          </p:cNvPr>
          <p:cNvSpPr/>
          <p:nvPr/>
        </p:nvSpPr>
        <p:spPr>
          <a:xfrm>
            <a:off x="373821" y="1091569"/>
            <a:ext cx="11506179" cy="1937382"/>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89E6892C-3D53-D0C4-174A-817261A56002}"/>
              </a:ext>
            </a:extLst>
          </p:cNvPr>
          <p:cNvSpPr txBox="1"/>
          <p:nvPr/>
        </p:nvSpPr>
        <p:spPr>
          <a:xfrm>
            <a:off x="373821" y="1173466"/>
            <a:ext cx="10930300" cy="1754326"/>
          </a:xfrm>
          <a:prstGeom prst="rect">
            <a:avLst/>
          </a:prstGeom>
          <a:noFill/>
        </p:spPr>
        <p:txBody>
          <a:bodyPr wrap="square">
            <a:spAutoFit/>
          </a:bodyPr>
          <a:lstStyle/>
          <a:p>
            <a:r>
              <a:rPr lang="en-US" altLang="ja-JP" sz="2400" dirty="0">
                <a:latin typeface="ＭＳ Ｐゴシック" panose="020B0600070205080204" pitchFamily="50" charset="-128"/>
                <a:ea typeface="ＭＳ Ｐゴシック" panose="020B0600070205080204" pitchFamily="50" charset="-128"/>
              </a:rPr>
              <a:t>IS</a:t>
            </a:r>
            <a:r>
              <a:rPr lang="ja-JP" altLang="en-US" sz="2400" dirty="0">
                <a:latin typeface="ＭＳ Ｐゴシック" panose="020B0600070205080204" pitchFamily="50" charset="-128"/>
                <a:ea typeface="ＭＳ Ｐゴシック" panose="020B0600070205080204" pitchFamily="50" charset="-128"/>
              </a:rPr>
              <a:t>（</a:t>
            </a:r>
            <a:r>
              <a:rPr lang="en-US" altLang="ja-JP" sz="2400" dirty="0">
                <a:latin typeface="ＭＳ Ｐゴシック" panose="020B0600070205080204" pitchFamily="50" charset="-128"/>
                <a:ea typeface="ＭＳ Ｐゴシック" panose="020B0600070205080204" pitchFamily="50" charset="-128"/>
              </a:rPr>
              <a:t>Inception</a:t>
            </a:r>
            <a:r>
              <a:rPr lang="ja-JP" altLang="en-US" sz="2400" dirty="0">
                <a:latin typeface="ＭＳ Ｐゴシック" panose="020B0600070205080204" pitchFamily="50" charset="-128"/>
                <a:ea typeface="ＭＳ Ｐゴシック" panose="020B0600070205080204" pitchFamily="50" charset="-128"/>
              </a:rPr>
              <a:t>　</a:t>
            </a:r>
            <a:r>
              <a:rPr lang="en-US" altLang="ja-JP" sz="2400" dirty="0">
                <a:latin typeface="ＭＳ Ｐゴシック" panose="020B0600070205080204" pitchFamily="50" charset="-128"/>
                <a:ea typeface="ＭＳ Ｐゴシック" panose="020B0600070205080204" pitchFamily="50" charset="-128"/>
              </a:rPr>
              <a:t>Score</a:t>
            </a:r>
            <a:r>
              <a:rPr lang="ja-JP" altLang="en-US" sz="2400" dirty="0">
                <a:latin typeface="ＭＳ Ｐゴシック" panose="020B0600070205080204" pitchFamily="50" charset="-128"/>
                <a:ea typeface="ＭＳ Ｐゴシック" panose="020B0600070205080204" pitchFamily="50" charset="-128"/>
              </a:rPr>
              <a:t>）について</a:t>
            </a:r>
            <a:endParaRPr lang="en-US" altLang="ja-JP" sz="2400" dirty="0">
              <a:latin typeface="ＭＳ Ｐゴシック" panose="020B0600070205080204" pitchFamily="50" charset="-128"/>
              <a:ea typeface="ＭＳ Ｐゴシック" panose="020B0600070205080204" pitchFamily="50" charset="-128"/>
            </a:endParaRPr>
          </a:p>
          <a:p>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生成画像の「多様性」と「識別しやすさ」を評価する指標</a:t>
            </a:r>
            <a:endParaRPr lang="en-US" altLang="ja-JP" sz="20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値が</a:t>
            </a:r>
            <a:r>
              <a:rPr lang="ja-JP" altLang="en-US" sz="2000" dirty="0">
                <a:solidFill>
                  <a:srgbClr val="FF0000"/>
                </a:solidFill>
                <a:latin typeface="ＭＳ Ｐゴシック" panose="020B0600070205080204" pitchFamily="50" charset="-128"/>
                <a:ea typeface="ＭＳ Ｐゴシック" panose="020B0600070205080204" pitchFamily="50" charset="-128"/>
              </a:rPr>
              <a:t>高い</a:t>
            </a:r>
            <a:r>
              <a:rPr lang="ja-JP" altLang="en-US" sz="2000" dirty="0">
                <a:latin typeface="ＭＳ Ｐゴシック" panose="020B0600070205080204" pitchFamily="50" charset="-128"/>
                <a:ea typeface="ＭＳ Ｐゴシック" panose="020B0600070205080204" pitchFamily="50" charset="-128"/>
              </a:rPr>
              <a:t>ほど良い画像とされる</a:t>
            </a:r>
            <a:r>
              <a:rPr lang="en-US" altLang="ja-JP" sz="2000" dirty="0">
                <a:latin typeface="ＭＳ Ｐゴシック" panose="020B0600070205080204" pitchFamily="50" charset="-128"/>
                <a:ea typeface="ＭＳ Ｐゴシック" panose="020B0600070205080204" pitchFamily="50" charset="-128"/>
              </a:rPr>
              <a:t>		</a:t>
            </a:r>
            <a:endParaRPr lang="ja-JP" altLang="en-US" sz="2000" dirty="0">
              <a:latin typeface="ＭＳ Ｐゴシック" panose="020B0600070205080204" pitchFamily="50" charset="-128"/>
              <a:ea typeface="ＭＳ Ｐゴシック" panose="020B0600070205080204" pitchFamily="50" charset="-128"/>
            </a:endParaRPr>
          </a:p>
        </p:txBody>
      </p:sp>
      <p:sp>
        <p:nvSpPr>
          <p:cNvPr id="58" name="テキスト ボックス 57">
            <a:extLst>
              <a:ext uri="{FF2B5EF4-FFF2-40B4-BE49-F238E27FC236}">
                <a16:creationId xmlns:a16="http://schemas.microsoft.com/office/drawing/2014/main" id="{0B493981-65E2-5023-CAA6-A76BE6D835E8}"/>
              </a:ext>
            </a:extLst>
          </p:cNvPr>
          <p:cNvSpPr txBox="1"/>
          <p:nvPr/>
        </p:nvSpPr>
        <p:spPr>
          <a:xfrm>
            <a:off x="360000" y="3182075"/>
            <a:ext cx="1633900" cy="400110"/>
          </a:xfrm>
          <a:prstGeom prst="rect">
            <a:avLst/>
          </a:prstGeom>
          <a:noFill/>
        </p:spPr>
        <p:txBody>
          <a:bodyPr wrap="square">
            <a:spAutoFit/>
          </a:bodyPr>
          <a:lstStyle/>
          <a:p>
            <a:pPr marL="342900" indent="-342900">
              <a:buFont typeface="Wingdings" panose="05000000000000000000" pitchFamily="2" charset="2"/>
              <a:buChar char="p"/>
            </a:pPr>
            <a:r>
              <a:rPr lang="ja-JP" altLang="en-US" sz="2000" dirty="0">
                <a:latin typeface="ＭＳ Ｐゴシック" panose="020B0600070205080204" pitchFamily="50" charset="-128"/>
                <a:ea typeface="ＭＳ Ｐゴシック" panose="020B0600070205080204" pitchFamily="50" charset="-128"/>
              </a:rPr>
              <a:t>計算方法</a:t>
            </a:r>
            <a:endParaRPr lang="en-US" altLang="ja-JP" sz="2000" dirty="0">
              <a:latin typeface="ＭＳ Ｐゴシック" panose="020B0600070205080204" pitchFamily="50" charset="-128"/>
              <a:ea typeface="ＭＳ Ｐゴシック" panose="020B0600070205080204" pitchFamily="50" charset="-128"/>
            </a:endParaRPr>
          </a:p>
        </p:txBody>
      </p:sp>
      <p:sp>
        <p:nvSpPr>
          <p:cNvPr id="59" name="テキスト ボックス 58">
            <a:extLst>
              <a:ext uri="{FF2B5EF4-FFF2-40B4-BE49-F238E27FC236}">
                <a16:creationId xmlns:a16="http://schemas.microsoft.com/office/drawing/2014/main" id="{226421F0-4150-308D-F120-91D6CA069B6B}"/>
              </a:ext>
            </a:extLst>
          </p:cNvPr>
          <p:cNvSpPr txBox="1"/>
          <p:nvPr/>
        </p:nvSpPr>
        <p:spPr>
          <a:xfrm>
            <a:off x="373821" y="4218823"/>
            <a:ext cx="5893629" cy="2031325"/>
          </a:xfrm>
          <a:prstGeom prst="rect">
            <a:avLst/>
          </a:prstGeom>
          <a:noFill/>
        </p:spPr>
        <p:txBody>
          <a:bodyPr wrap="square" rtlCol="0">
            <a:spAutoFit/>
          </a:bodyPr>
          <a:lstStyle/>
          <a:p>
            <a:pPr marL="285750" indent="-285750">
              <a:buFont typeface="Arial" panose="020B0604020202020204" pitchFamily="34" charset="0"/>
              <a:buChar char="•"/>
            </a:pPr>
            <a:r>
              <a:rPr lang="en-US" altLang="ja-JP" dirty="0">
                <a:latin typeface="ＭＳ Ｐゴシック" panose="020B0600070205080204" pitchFamily="50" charset="-128"/>
                <a:ea typeface="ＭＳ Ｐゴシック" panose="020B0600070205080204" pitchFamily="50" charset="-128"/>
              </a:rPr>
              <a:t>Inception v3</a:t>
            </a:r>
            <a:r>
              <a:rPr lang="ja-JP" altLang="en-US" dirty="0">
                <a:latin typeface="ＭＳ Ｐゴシック" panose="020B0600070205080204" pitchFamily="50" charset="-128"/>
                <a:ea typeface="ＭＳ Ｐゴシック" panose="020B0600070205080204" pitchFamily="50" charset="-128"/>
              </a:rPr>
              <a:t>に生成画像を入力</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各画像に対して、分類器の出力確率分布</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全画像にわたるマージナル分布を推定（＝全体の平均）</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各画像について、</a:t>
            </a:r>
            <a:r>
              <a:rPr lang="en-US" altLang="ja-JP" dirty="0">
                <a:latin typeface="ＭＳ Ｐゴシック" panose="020B0600070205080204" pitchFamily="50" charset="-128"/>
                <a:ea typeface="ＭＳ Ｐゴシック" panose="020B0600070205080204" pitchFamily="50" charset="-128"/>
              </a:rPr>
              <a:t>KL</a:t>
            </a:r>
            <a:r>
              <a:rPr lang="ja-JP" altLang="en-US" dirty="0">
                <a:latin typeface="ＭＳ Ｐゴシック" panose="020B0600070205080204" pitchFamily="50" charset="-128"/>
                <a:ea typeface="ＭＳ Ｐゴシック" panose="020B0600070205080204" pitchFamily="50" charset="-128"/>
              </a:rPr>
              <a:t>ダイバージェンスを計算してそれを</a:t>
            </a:r>
            <a:endParaRPr lang="en-US" altLang="ja-JP" dirty="0">
              <a:latin typeface="ＭＳ Ｐゴシック" panose="020B0600070205080204" pitchFamily="50" charset="-128"/>
              <a:ea typeface="ＭＳ Ｐゴシック" panose="020B0600070205080204" pitchFamily="50" charset="-128"/>
            </a:endParaRPr>
          </a:p>
        </p:txBody>
      </p:sp>
      <p:sp>
        <p:nvSpPr>
          <p:cNvPr id="61" name="テキスト ボックス 60">
            <a:extLst>
              <a:ext uri="{FF2B5EF4-FFF2-40B4-BE49-F238E27FC236}">
                <a16:creationId xmlns:a16="http://schemas.microsoft.com/office/drawing/2014/main" id="{36B71DC6-A192-BEA7-3D7F-07726729F741}"/>
              </a:ext>
            </a:extLst>
          </p:cNvPr>
          <p:cNvSpPr txBox="1"/>
          <p:nvPr/>
        </p:nvSpPr>
        <p:spPr>
          <a:xfrm>
            <a:off x="6336506" y="3779875"/>
            <a:ext cx="4967615" cy="369332"/>
          </a:xfrm>
          <a:prstGeom prst="rect">
            <a:avLst/>
          </a:prstGeom>
          <a:noFill/>
        </p:spPr>
        <p:txBody>
          <a:bodyPr wrap="square">
            <a:spAutoFit/>
          </a:bodyPr>
          <a:lstStyle/>
          <a:p>
            <a:r>
              <a:rPr lang="ja-JP" altLang="en-US" dirty="0">
                <a:latin typeface="ＭＳ Ｐゴシック" panose="020B0600070205080204" pitchFamily="50" charset="-128"/>
                <a:ea typeface="ＭＳ Ｐゴシック" panose="020B0600070205080204" pitchFamily="50" charset="-128"/>
              </a:rPr>
              <a:t>良い画像は明確な対象（ラベル）を持つ</a:t>
            </a:r>
            <a:endParaRPr lang="en-US" altLang="ja-JP" dirty="0">
              <a:latin typeface="ＭＳ Ｐゴシック" panose="020B0600070205080204" pitchFamily="50" charset="-128"/>
              <a:ea typeface="ＭＳ Ｐゴシック" panose="020B0600070205080204" pitchFamily="50" charset="-128"/>
            </a:endParaRPr>
          </a:p>
        </p:txBody>
      </p:sp>
      <p:sp>
        <p:nvSpPr>
          <p:cNvPr id="62" name="テキスト ボックス 61">
            <a:extLst>
              <a:ext uri="{FF2B5EF4-FFF2-40B4-BE49-F238E27FC236}">
                <a16:creationId xmlns:a16="http://schemas.microsoft.com/office/drawing/2014/main" id="{628D4741-DBD7-B798-E2D1-416CC2AA8C60}"/>
              </a:ext>
            </a:extLst>
          </p:cNvPr>
          <p:cNvSpPr txBox="1"/>
          <p:nvPr/>
        </p:nvSpPr>
        <p:spPr>
          <a:xfrm>
            <a:off x="6096000" y="3265479"/>
            <a:ext cx="2514600" cy="400110"/>
          </a:xfrm>
          <a:prstGeom prst="rect">
            <a:avLst/>
          </a:prstGeom>
          <a:noFill/>
        </p:spPr>
        <p:txBody>
          <a:bodyPr wrap="square">
            <a:spAutoFit/>
          </a:bodyPr>
          <a:lstStyle/>
          <a:p>
            <a:pPr marL="342900" indent="-342900">
              <a:buFont typeface="Wingdings" panose="05000000000000000000" pitchFamily="2" charset="2"/>
              <a:buChar char="p"/>
            </a:pPr>
            <a:r>
              <a:rPr lang="ja-JP" altLang="en-US" sz="2000" dirty="0">
                <a:latin typeface="ＭＳ Ｐゴシック" panose="020B0600070205080204" pitchFamily="50" charset="-128"/>
                <a:ea typeface="ＭＳ Ｐゴシック" panose="020B0600070205080204" pitchFamily="50" charset="-128"/>
              </a:rPr>
              <a:t>基本的な考え方</a:t>
            </a:r>
            <a:endParaRPr lang="en-US" altLang="ja-JP" sz="2000" dirty="0">
              <a:latin typeface="ＭＳ Ｐゴシック" panose="020B0600070205080204" pitchFamily="50" charset="-128"/>
              <a:ea typeface="ＭＳ Ｐゴシック" panose="020B0600070205080204" pitchFamily="50" charset="-128"/>
            </a:endParaRPr>
          </a:p>
        </p:txBody>
      </p:sp>
      <p:sp>
        <p:nvSpPr>
          <p:cNvPr id="1024" name="テキスト ボックス 1023">
            <a:extLst>
              <a:ext uri="{FF2B5EF4-FFF2-40B4-BE49-F238E27FC236}">
                <a16:creationId xmlns:a16="http://schemas.microsoft.com/office/drawing/2014/main" id="{0959CA4E-91D1-6916-01A8-1F0606ECFB28}"/>
              </a:ext>
            </a:extLst>
          </p:cNvPr>
          <p:cNvSpPr txBox="1"/>
          <p:nvPr/>
        </p:nvSpPr>
        <p:spPr>
          <a:xfrm>
            <a:off x="6336506" y="5315202"/>
            <a:ext cx="4967615" cy="369332"/>
          </a:xfrm>
          <a:prstGeom prst="rect">
            <a:avLst/>
          </a:prstGeom>
          <a:noFill/>
        </p:spPr>
        <p:txBody>
          <a:bodyPr wrap="square">
            <a:spAutoFit/>
          </a:bodyPr>
          <a:lstStyle/>
          <a:p>
            <a:r>
              <a:rPr lang="ja-JP" altLang="en-US" sz="1800" dirty="0">
                <a:latin typeface="ＭＳ Ｐゴシック" panose="020B0600070205080204" pitchFamily="50" charset="-128"/>
                <a:ea typeface="ＭＳ Ｐゴシック" panose="020B0600070205080204" pitchFamily="50" charset="-128"/>
              </a:rPr>
              <a:t>良い画像群は多様なカテゴリにわたるべき</a:t>
            </a:r>
            <a:endParaRPr lang="ja-JP" altLang="en-US" dirty="0"/>
          </a:p>
        </p:txBody>
      </p:sp>
      <p:sp>
        <p:nvSpPr>
          <p:cNvPr id="1027" name="テキスト ボックス 1026">
            <a:extLst>
              <a:ext uri="{FF2B5EF4-FFF2-40B4-BE49-F238E27FC236}">
                <a16:creationId xmlns:a16="http://schemas.microsoft.com/office/drawing/2014/main" id="{D9A36711-4430-01C0-D59F-9B46FBBBB4D8}"/>
              </a:ext>
            </a:extLst>
          </p:cNvPr>
          <p:cNvSpPr txBox="1"/>
          <p:nvPr/>
        </p:nvSpPr>
        <p:spPr>
          <a:xfrm>
            <a:off x="6336506" y="4600531"/>
            <a:ext cx="5341144" cy="369332"/>
          </a:xfrm>
          <a:prstGeom prst="rect">
            <a:avLst/>
          </a:prstGeom>
          <a:noFill/>
        </p:spPr>
        <p:txBody>
          <a:bodyPr wrap="square">
            <a:spAutoFit/>
          </a:bodyPr>
          <a:lstStyle/>
          <a:p>
            <a:r>
              <a:rPr lang="ja-JP" altLang="en-US" u="sng" dirty="0">
                <a:latin typeface="ＭＳ Ｐゴシック" panose="020B0600070205080204" pitchFamily="50" charset="-128"/>
                <a:ea typeface="ＭＳ Ｐゴシック" panose="020B0600070205080204" pitchFamily="50" charset="-128"/>
              </a:rPr>
              <a:t>類器が「これは○○だ」と自信を持って分類できること</a:t>
            </a:r>
          </a:p>
        </p:txBody>
      </p:sp>
      <p:sp>
        <p:nvSpPr>
          <p:cNvPr id="1031" name="テキスト ボックス 1030">
            <a:extLst>
              <a:ext uri="{FF2B5EF4-FFF2-40B4-BE49-F238E27FC236}">
                <a16:creationId xmlns:a16="http://schemas.microsoft.com/office/drawing/2014/main" id="{8F64F9A1-83F0-35E3-506F-81BD7BC4326E}"/>
              </a:ext>
            </a:extLst>
          </p:cNvPr>
          <p:cNvSpPr txBox="1"/>
          <p:nvPr/>
        </p:nvSpPr>
        <p:spPr>
          <a:xfrm>
            <a:off x="6382031" y="6031088"/>
            <a:ext cx="4922090" cy="646331"/>
          </a:xfrm>
          <a:prstGeom prst="rect">
            <a:avLst/>
          </a:prstGeom>
          <a:noFill/>
        </p:spPr>
        <p:txBody>
          <a:bodyPr wrap="square">
            <a:spAutoFit/>
          </a:bodyPr>
          <a:lstStyle/>
          <a:p>
            <a:r>
              <a:rPr lang="ja-JP" altLang="en-US" u="sng" dirty="0">
                <a:latin typeface="ＭＳ Ｐゴシック" panose="020B0600070205080204" pitchFamily="50" charset="-128"/>
                <a:ea typeface="ＭＳ Ｐゴシック" panose="020B0600070205080204" pitchFamily="50" charset="-128"/>
              </a:rPr>
              <a:t>すべての画像が同じものではなく、</a:t>
            </a:r>
            <a:endParaRPr lang="en-US" altLang="ja-JP" u="sng" dirty="0">
              <a:latin typeface="ＭＳ Ｐゴシック" panose="020B0600070205080204" pitchFamily="50" charset="-128"/>
              <a:ea typeface="ＭＳ Ｐゴシック" panose="020B0600070205080204" pitchFamily="50" charset="-128"/>
            </a:endParaRPr>
          </a:p>
          <a:p>
            <a:r>
              <a:rPr lang="ja-JP" altLang="en-US" u="sng" dirty="0">
                <a:latin typeface="ＭＳ Ｐゴシック" panose="020B0600070205080204" pitchFamily="50" charset="-128"/>
                <a:ea typeface="ＭＳ Ｐゴシック" panose="020B0600070205080204" pitchFamily="50" charset="-128"/>
              </a:rPr>
              <a:t>出力全体のカテゴリ分布が広がっていること</a:t>
            </a:r>
          </a:p>
        </p:txBody>
      </p:sp>
      <p:sp>
        <p:nvSpPr>
          <p:cNvPr id="1032" name="二等辺三角形 1031">
            <a:extLst>
              <a:ext uri="{FF2B5EF4-FFF2-40B4-BE49-F238E27FC236}">
                <a16:creationId xmlns:a16="http://schemas.microsoft.com/office/drawing/2014/main" id="{CF3385D0-3F7D-9CCD-92CE-55004E0D1A3E}"/>
              </a:ext>
            </a:extLst>
          </p:cNvPr>
          <p:cNvSpPr/>
          <p:nvPr/>
        </p:nvSpPr>
        <p:spPr>
          <a:xfrm rot="10800000">
            <a:off x="7867650" y="4275338"/>
            <a:ext cx="1485900" cy="318773"/>
          </a:xfrm>
          <a:prstGeom prst="triangle">
            <a:avLst>
              <a:gd name="adj" fmla="val 48524"/>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3" name="二等辺三角形 1032">
            <a:extLst>
              <a:ext uri="{FF2B5EF4-FFF2-40B4-BE49-F238E27FC236}">
                <a16:creationId xmlns:a16="http://schemas.microsoft.com/office/drawing/2014/main" id="{A5673B35-374C-D64E-AE0A-193C61574D12}"/>
              </a:ext>
            </a:extLst>
          </p:cNvPr>
          <p:cNvSpPr/>
          <p:nvPr/>
        </p:nvSpPr>
        <p:spPr>
          <a:xfrm rot="10800000">
            <a:off x="7921532" y="5762613"/>
            <a:ext cx="1485900" cy="318773"/>
          </a:xfrm>
          <a:prstGeom prst="triangle">
            <a:avLst>
              <a:gd name="adj" fmla="val 48524"/>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006901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65B09-90C9-A206-D8B6-ADED72DDBD8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321C005-5321-DA60-DC9E-59D459691866}"/>
              </a:ext>
            </a:extLst>
          </p:cNvPr>
          <p:cNvSpPr txBox="1">
            <a:spLocks noGrp="1" noRot="1" noMove="1" noResize="1" noEditPoints="1" noAdjustHandles="1" noChangeArrowheads="1" noChangeShapeType="1"/>
          </p:cNvSpPr>
          <p:nvPr/>
        </p:nvSpPr>
        <p:spPr>
          <a:xfrm>
            <a:off x="360000" y="216000"/>
            <a:ext cx="325922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GDRP</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について</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00F62B8A-9ED5-64E3-F9ED-7BC35D394FF7}"/>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A5E26B08-FB38-6D50-C990-3C1D57196943}"/>
              </a:ext>
            </a:extLst>
          </p:cNvPr>
          <p:cNvSpPr txBox="1">
            <a:spLocks/>
          </p:cNvSpPr>
          <p:nvPr/>
        </p:nvSpPr>
        <p:spPr>
          <a:xfrm>
            <a:off x="360000" y="1080000"/>
            <a:ext cx="754550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sz="2400" dirty="0" err="1">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GDPR（General</a:t>
            </a:r>
            <a:r>
              <a:rPr 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 Data Protection Regulation）</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3" name="テキスト ボックス 2">
            <a:extLst>
              <a:ext uri="{FF2B5EF4-FFF2-40B4-BE49-F238E27FC236}">
                <a16:creationId xmlns:a16="http://schemas.microsoft.com/office/drawing/2014/main" id="{F98E93CD-965A-17C7-C9D8-F802BDA1317C}"/>
              </a:ext>
            </a:extLst>
          </p:cNvPr>
          <p:cNvSpPr txBox="1"/>
          <p:nvPr/>
        </p:nvSpPr>
        <p:spPr>
          <a:xfrm>
            <a:off x="503252" y="2022349"/>
            <a:ext cx="7953683" cy="313932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一般データ保護規則（</a:t>
            </a:r>
            <a:r>
              <a:rPr lang="en-US" altLang="ja-JP" dirty="0">
                <a:latin typeface="ＭＳ Ｐゴシック" panose="020B0600070205080204" pitchFamily="50" charset="-128"/>
                <a:ea typeface="ＭＳ Ｐゴシック" panose="020B0600070205080204" pitchFamily="50" charset="-128"/>
              </a:rPr>
              <a:t>General Data Protection Regulation</a:t>
            </a:r>
            <a:r>
              <a:rPr lang="ja-JP" altLang="en-US" dirty="0">
                <a:latin typeface="ＭＳ Ｐゴシック" panose="020B0600070205080204" pitchFamily="50" charset="-128"/>
                <a:ea typeface="ＭＳ Ｐゴシック" panose="020B0600070205080204" pitchFamily="50" charset="-128"/>
              </a:rPr>
              <a:t>）</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en-US" altLang="ja-JP" dirty="0">
                <a:latin typeface="ＭＳ Ｐゴシック" panose="020B0600070205080204" pitchFamily="50" charset="-128"/>
                <a:ea typeface="ＭＳ Ｐゴシック" panose="020B0600070205080204" pitchFamily="50" charset="-128"/>
              </a:rPr>
              <a:t>EU</a:t>
            </a:r>
            <a:r>
              <a:rPr lang="ja-JP" altLang="en-US" dirty="0">
                <a:latin typeface="ＭＳ Ｐゴシック" panose="020B0600070205080204" pitchFamily="50" charset="-128"/>
                <a:ea typeface="ＭＳ Ｐゴシック" panose="020B0600070205080204" pitchFamily="50" charset="-128"/>
              </a:rPr>
              <a:t>域内の個人の個人データを処理するすべての組織（</a:t>
            </a:r>
            <a:r>
              <a:rPr lang="en-US" altLang="ja-JP" dirty="0">
                <a:latin typeface="ＭＳ Ｐゴシック" panose="020B0600070205080204" pitchFamily="50" charset="-128"/>
                <a:ea typeface="ＭＳ Ｐゴシック" panose="020B0600070205080204" pitchFamily="50" charset="-128"/>
              </a:rPr>
              <a:t>EU</a:t>
            </a:r>
            <a:r>
              <a:rPr lang="ja-JP" altLang="en-US" dirty="0">
                <a:latin typeface="ＭＳ Ｐゴシック" panose="020B0600070205080204" pitchFamily="50" charset="-128"/>
                <a:ea typeface="ＭＳ Ｐゴシック" panose="020B0600070205080204" pitchFamily="50" charset="-128"/>
              </a:rPr>
              <a:t>外の企業も含む）</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個人のプライバシー権の保護とデータの透明な取り扱い</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en-US" altLang="ja-JP" dirty="0">
                <a:latin typeface="ＭＳ Ｐゴシック" panose="020B0600070205080204" pitchFamily="50" charset="-128"/>
                <a:ea typeface="ＭＳ Ｐゴシック" panose="020B0600070205080204" pitchFamily="50" charset="-128"/>
              </a:rPr>
              <a:t>2018</a:t>
            </a:r>
            <a:r>
              <a:rPr lang="ja-JP" altLang="en-US" dirty="0">
                <a:latin typeface="ＭＳ Ｐゴシック" panose="020B0600070205080204" pitchFamily="50" charset="-128"/>
                <a:ea typeface="ＭＳ Ｐゴシック" panose="020B0600070205080204" pitchFamily="50" charset="-128"/>
              </a:rPr>
              <a:t>年</a:t>
            </a:r>
            <a:r>
              <a:rPr lang="en-US" altLang="ja-JP" dirty="0">
                <a:latin typeface="ＭＳ Ｐゴシック" panose="020B0600070205080204" pitchFamily="50" charset="-128"/>
                <a:ea typeface="ＭＳ Ｐゴシック" panose="020B0600070205080204" pitchFamily="50" charset="-128"/>
              </a:rPr>
              <a:t>5</a:t>
            </a:r>
            <a:r>
              <a:rPr lang="ja-JP" altLang="en-US" dirty="0">
                <a:latin typeface="ＭＳ Ｐゴシック" panose="020B0600070205080204" pitchFamily="50" charset="-128"/>
                <a:ea typeface="ＭＳ Ｐゴシック" panose="020B0600070205080204" pitchFamily="50" charset="-128"/>
              </a:rPr>
              <a:t>月</a:t>
            </a:r>
            <a:r>
              <a:rPr lang="en-US" altLang="ja-JP" dirty="0">
                <a:latin typeface="ＭＳ Ｐゴシック" panose="020B0600070205080204" pitchFamily="50" charset="-128"/>
                <a:ea typeface="ＭＳ Ｐゴシック" panose="020B0600070205080204" pitchFamily="50" charset="-128"/>
              </a:rPr>
              <a:t>25</a:t>
            </a:r>
            <a:r>
              <a:rPr lang="ja-JP" altLang="en-US" dirty="0">
                <a:latin typeface="ＭＳ Ｐゴシック" panose="020B0600070205080204" pitchFamily="50" charset="-128"/>
                <a:ea typeface="ＭＳ Ｐゴシック" panose="020B0600070205080204" pitchFamily="50" charset="-128"/>
              </a:rPr>
              <a:t>日</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最大で</a:t>
            </a:r>
            <a:r>
              <a:rPr kumimoji="1" lang="en-US" altLang="ja-JP" dirty="0">
                <a:latin typeface="ＭＳ Ｐゴシック" panose="020B0600070205080204" pitchFamily="50" charset="-128"/>
                <a:ea typeface="ＭＳ Ｐゴシック" panose="020B0600070205080204" pitchFamily="50" charset="-128"/>
              </a:rPr>
              <a:t>2,000</a:t>
            </a:r>
            <a:r>
              <a:rPr kumimoji="1" lang="ja-JP" altLang="en-US" dirty="0">
                <a:latin typeface="ＭＳ Ｐゴシック" panose="020B0600070205080204" pitchFamily="50" charset="-128"/>
                <a:ea typeface="ＭＳ Ｐゴシック" panose="020B0600070205080204" pitchFamily="50" charset="-128"/>
              </a:rPr>
              <a:t>万ユーロ または 全世界売上高の</a:t>
            </a:r>
            <a:r>
              <a:rPr kumimoji="1" lang="en-US" altLang="ja-JP" dirty="0">
                <a:latin typeface="ＭＳ Ｐゴシック" panose="020B0600070205080204" pitchFamily="50" charset="-128"/>
                <a:ea typeface="ＭＳ Ｐゴシック" panose="020B0600070205080204" pitchFamily="50" charset="-128"/>
              </a:rPr>
              <a:t>4</a:t>
            </a:r>
            <a:r>
              <a:rPr kumimoji="1" lang="ja-JP" altLang="en-US" dirty="0">
                <a:latin typeface="ＭＳ Ｐゴシック" panose="020B0600070205080204" pitchFamily="50" charset="-128"/>
                <a:ea typeface="ＭＳ Ｐゴシック" panose="020B0600070205080204" pitchFamily="50" charset="-128"/>
              </a:rPr>
              <a:t>％（高い方）</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研究データであっても、本人が再識別される可能性がある場合は</a:t>
            </a:r>
            <a:r>
              <a:rPr kumimoji="1" lang="en-US" altLang="ja-JP" dirty="0">
                <a:latin typeface="ＭＳ Ｐゴシック" panose="020B0600070205080204" pitchFamily="50" charset="-128"/>
                <a:ea typeface="ＭＳ Ｐゴシック" panose="020B0600070205080204" pitchFamily="50" charset="-128"/>
              </a:rPr>
              <a:t>GDPR</a:t>
            </a:r>
            <a:r>
              <a:rPr kumimoji="1" lang="ja-JP" altLang="en-US" dirty="0">
                <a:latin typeface="ＭＳ Ｐゴシック" panose="020B0600070205080204" pitchFamily="50" charset="-128"/>
                <a:ea typeface="ＭＳ Ｐゴシック" panose="020B0600070205080204" pitchFamily="50" charset="-128"/>
              </a:rPr>
              <a:t>の対象</a:t>
            </a:r>
          </a:p>
        </p:txBody>
      </p:sp>
    </p:spTree>
    <p:extLst>
      <p:ext uri="{BB962C8B-B14F-4D97-AF65-F5344CB8AC3E}">
        <p14:creationId xmlns:p14="http://schemas.microsoft.com/office/powerpoint/2010/main" val="2708639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0CDF1-4CF8-CBA8-71A0-241EBC8A9A4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7B5C586-8DA2-B2C5-443F-D9951010A644}"/>
              </a:ext>
            </a:extLst>
          </p:cNvPr>
          <p:cNvSpPr txBox="1">
            <a:spLocks noGrp="1" noRot="1" noMove="1" noResize="1" noEditPoints="1" noAdjustHandles="1" noChangeArrowheads="1" noChangeShapeType="1"/>
          </p:cNvSpPr>
          <p:nvPr/>
        </p:nvSpPr>
        <p:spPr>
          <a:xfrm>
            <a:off x="360000" y="216000"/>
            <a:ext cx="275748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データ拡張</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26DE349B-695C-D3F2-A264-41B23CA0F88B}"/>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CF6D521C-21CE-D6C2-731E-CDA1F0A2AA77}"/>
              </a:ext>
            </a:extLst>
          </p:cNvPr>
          <p:cNvSpPr txBox="1">
            <a:spLocks/>
          </p:cNvSpPr>
          <p:nvPr/>
        </p:nvSpPr>
        <p:spPr>
          <a:xfrm>
            <a:off x="360000" y="1080000"/>
            <a:ext cx="5415767"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セグメンテーションタスクのデータ拡張</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graphicFrame>
        <p:nvGraphicFramePr>
          <p:cNvPr id="6" name="表 6">
            <a:extLst>
              <a:ext uri="{FF2B5EF4-FFF2-40B4-BE49-F238E27FC236}">
                <a16:creationId xmlns:a16="http://schemas.microsoft.com/office/drawing/2014/main" id="{63414D38-0B85-74A8-42B3-60B58437CFAF}"/>
              </a:ext>
            </a:extLst>
          </p:cNvPr>
          <p:cNvGraphicFramePr>
            <a:graphicFrameLocks noGrp="1"/>
          </p:cNvGraphicFramePr>
          <p:nvPr>
            <p:extLst>
              <p:ext uri="{D42A27DB-BD31-4B8C-83A1-F6EECF244321}">
                <p14:modId xmlns:p14="http://schemas.microsoft.com/office/powerpoint/2010/main" val="2523502270"/>
              </p:ext>
            </p:extLst>
          </p:nvPr>
        </p:nvGraphicFramePr>
        <p:xfrm>
          <a:off x="539372" y="2069998"/>
          <a:ext cx="11446888" cy="3139439"/>
        </p:xfrm>
        <a:graphic>
          <a:graphicData uri="http://schemas.openxmlformats.org/drawingml/2006/table">
            <a:tbl>
              <a:tblPr firstRow="1" bandRow="1">
                <a:tableStyleId>{5C22544A-7EE6-4342-B048-85BDC9FD1C3A}</a:tableStyleId>
              </a:tblPr>
              <a:tblGrid>
                <a:gridCol w="4178641">
                  <a:extLst>
                    <a:ext uri="{9D8B030D-6E8A-4147-A177-3AD203B41FA5}">
                      <a16:colId xmlns:a16="http://schemas.microsoft.com/office/drawing/2014/main" val="1773963629"/>
                    </a:ext>
                  </a:extLst>
                </a:gridCol>
                <a:gridCol w="7268247">
                  <a:extLst>
                    <a:ext uri="{9D8B030D-6E8A-4147-A177-3AD203B41FA5}">
                      <a16:colId xmlns:a16="http://schemas.microsoft.com/office/drawing/2014/main" val="1675578800"/>
                    </a:ext>
                  </a:extLst>
                </a:gridCol>
              </a:tblGrid>
              <a:tr h="396240">
                <a:tc>
                  <a:txBody>
                    <a:bodyPr/>
                    <a:lstStyle/>
                    <a:p>
                      <a:pPr algn="ctr"/>
                      <a:r>
                        <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データ拡張手法</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内容</a:t>
                      </a:r>
                      <a:endPar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931568"/>
                  </a:ext>
                </a:extLst>
              </a:tr>
              <a:tr h="45719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反転（</a:t>
                      </a:r>
                      <a:r>
                        <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flipping</a:t>
                      </a: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lnT w="12700" cap="flat" cmpd="sng" algn="ctr">
                      <a:solidFill>
                        <a:schemeClr val="tx1"/>
                      </a:solidFill>
                      <a:prstDash val="solid"/>
                      <a:round/>
                      <a:headEnd type="none" w="med" len="med"/>
                      <a:tailEnd type="none" w="med" len="med"/>
                    </a:lnT>
                    <a:noFill/>
                  </a:tcPr>
                </a:tc>
                <a:tc>
                  <a:txBody>
                    <a:bodyPr/>
                    <a:lstStyle/>
                    <a:p>
                      <a:pPr algn="ct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左右反転など。腫瘍の位置に対するモデルの頑健性を向上</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59090370"/>
                  </a:ext>
                </a:extLst>
              </a:tr>
              <a:tr h="655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回転（</a:t>
                      </a:r>
                      <a:r>
                        <a:rPr kumimoji="1" lang="en-US" altLang="ja-JP" sz="20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rotation</a:t>
                      </a:r>
                      <a:r>
                        <a:rPr kumimoji="1" lang="ja-JP" altLang="en-US" sz="20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noFill/>
                  </a:tcPr>
                </a:tc>
                <a:tc>
                  <a:txBody>
                    <a:bodyPr/>
                    <a:lstStyle/>
                    <a:p>
                      <a:pPr algn="ctr"/>
                      <a:r>
                        <a:rPr lang="ja-JP" altLang="en-US" sz="2000" dirty="0">
                          <a:solidFill>
                            <a:schemeClr val="tx1"/>
                          </a:solidFill>
                          <a:latin typeface="ＭＳ Ｐゴシック" panose="020B0600070205080204" pitchFamily="50" charset="-128"/>
                          <a:ea typeface="ＭＳ Ｐゴシック" panose="020B0600070205080204" pitchFamily="50" charset="-128"/>
                        </a:rPr>
                        <a:t>数度～十数度のランダム回転。形状に対するロバスト性を付与</a:t>
                      </a:r>
                    </a:p>
                  </a:txBody>
                  <a:tcPr anchor="ctr">
                    <a:noFill/>
                  </a:tcPr>
                </a:tc>
                <a:extLst>
                  <a:ext uri="{0D108BD9-81ED-4DB2-BD59-A6C34878D82A}">
                    <a16:rowId xmlns:a16="http://schemas.microsoft.com/office/drawing/2014/main" val="2668172088"/>
                  </a:ext>
                </a:extLst>
              </a:tr>
              <a:tr h="624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スケーリング（</a:t>
                      </a:r>
                      <a:r>
                        <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scaling</a:t>
                      </a: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noFill/>
                  </a:tcPr>
                </a:tc>
                <a:tc>
                  <a:txBody>
                    <a:bodyPr/>
                    <a:lstStyle/>
                    <a:p>
                      <a:pPr algn="ctr"/>
                      <a:r>
                        <a:rPr lang="ja-JP" altLang="en-US" sz="2000" dirty="0">
                          <a:solidFill>
                            <a:schemeClr val="tx1"/>
                          </a:solidFill>
                          <a:latin typeface="ＭＳ Ｐゴシック" panose="020B0600070205080204" pitchFamily="50" charset="-128"/>
                          <a:ea typeface="ＭＳ Ｐゴシック" panose="020B0600070205080204" pitchFamily="50" charset="-128"/>
                        </a:rPr>
                        <a:t>拡大・縮小によってスケール変動に対応</a:t>
                      </a:r>
                    </a:p>
                  </a:txBody>
                  <a:tcPr anchor="ctr">
                    <a:noFill/>
                  </a:tcPr>
                </a:tc>
                <a:extLst>
                  <a:ext uri="{0D108BD9-81ED-4DB2-BD59-A6C34878D82A}">
                    <a16:rowId xmlns:a16="http://schemas.microsoft.com/office/drawing/2014/main" val="2336395097"/>
                  </a:ext>
                </a:extLst>
              </a:tr>
              <a:tr h="58440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弾性変形（</a:t>
                      </a:r>
                      <a:r>
                        <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elastic deformation</a:t>
                      </a: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noFill/>
                  </a:tcPr>
                </a:tc>
                <a:tc>
                  <a:txBody>
                    <a:bodyPr/>
                    <a:lstStyle/>
                    <a:p>
                      <a:pPr algn="ctr"/>
                      <a:r>
                        <a:rPr lang="ja-JP" altLang="en-US" sz="2000" dirty="0">
                          <a:latin typeface="ＭＳ Ｐゴシック" panose="020B0600070205080204" pitchFamily="50" charset="-128"/>
                          <a:ea typeface="ＭＳ Ｐゴシック" panose="020B0600070205080204" pitchFamily="50" charset="-128"/>
                        </a:rPr>
                        <a:t>医療画像でよく使われる非線形変形</a:t>
                      </a:r>
                      <a:endParaRPr lang="en-US" altLang="ja-JP" sz="2000" dirty="0">
                        <a:latin typeface="ＭＳ Ｐゴシック" panose="020B0600070205080204" pitchFamily="50" charset="-128"/>
                        <a:ea typeface="ＭＳ Ｐゴシック" panose="020B0600070205080204" pitchFamily="50" charset="-128"/>
                      </a:endParaRPr>
                    </a:p>
                    <a:p>
                      <a:pPr algn="ctr"/>
                      <a:r>
                        <a:rPr lang="ja-JP" altLang="en-US" sz="2000" dirty="0">
                          <a:latin typeface="ＭＳ Ｐゴシック" panose="020B0600070205080204" pitchFamily="50" charset="-128"/>
                          <a:ea typeface="ＭＳ Ｐゴシック" panose="020B0600070205080204" pitchFamily="50" charset="-128"/>
                        </a:rPr>
                        <a:t>局所的なゆがみを加える処理</a:t>
                      </a:r>
                      <a:endParaRPr lang="en-US" altLang="ja-JP" sz="2000" dirty="0">
                        <a:latin typeface="ＭＳ Ｐゴシック" panose="020B0600070205080204" pitchFamily="50" charset="-128"/>
                        <a:ea typeface="ＭＳ Ｐゴシック" panose="020B0600070205080204" pitchFamily="50" charset="-128"/>
                      </a:endParaRPr>
                    </a:p>
                    <a:p>
                      <a:pPr algn="ctr"/>
                      <a:r>
                        <a:rPr lang="ja-JP" altLang="en-US" sz="2000" dirty="0">
                          <a:latin typeface="ＭＳ Ｐゴシック" panose="020B0600070205080204" pitchFamily="50" charset="-128"/>
                          <a:ea typeface="ＭＳ Ｐゴシック" panose="020B0600070205080204" pitchFamily="50" charset="-128"/>
                        </a:rPr>
                        <a:t>臓器や腫瘍のゆらぎを模倣</a:t>
                      </a:r>
                    </a:p>
                  </a:txBody>
                  <a:tcPr anchor="ctr">
                    <a:noFill/>
                  </a:tcPr>
                </a:tc>
                <a:extLst>
                  <a:ext uri="{0D108BD9-81ED-4DB2-BD59-A6C34878D82A}">
                    <a16:rowId xmlns:a16="http://schemas.microsoft.com/office/drawing/2014/main" val="510127910"/>
                  </a:ext>
                </a:extLst>
              </a:tr>
            </a:tbl>
          </a:graphicData>
        </a:graphic>
      </p:graphicFrame>
    </p:spTree>
    <p:extLst>
      <p:ext uri="{BB962C8B-B14F-4D97-AF65-F5344CB8AC3E}">
        <p14:creationId xmlns:p14="http://schemas.microsoft.com/office/powerpoint/2010/main" val="36321729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E7B21-0AAF-29D3-7CE1-C85A051EFE7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0586AA9-A112-314C-932F-C2ABE44211E1}"/>
              </a:ext>
            </a:extLst>
          </p:cNvPr>
          <p:cNvSpPr txBox="1">
            <a:spLocks noGrp="1" noRot="1" noMove="1" noResize="1" noEditPoints="1" noAdjustHandles="1" noChangeArrowheads="1" noChangeShapeType="1"/>
          </p:cNvSpPr>
          <p:nvPr/>
        </p:nvSpPr>
        <p:spPr>
          <a:xfrm>
            <a:off x="360000" y="216000"/>
            <a:ext cx="1915909"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GAN</a:t>
            </a:r>
          </a:p>
        </p:txBody>
      </p:sp>
      <p:cxnSp>
        <p:nvCxnSpPr>
          <p:cNvPr id="5" name="直線コネクタ 4">
            <a:extLst>
              <a:ext uri="{FF2B5EF4-FFF2-40B4-BE49-F238E27FC236}">
                <a16:creationId xmlns:a16="http://schemas.microsoft.com/office/drawing/2014/main" id="{613B4685-215F-B635-8F99-E20C621933F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BBCD1CC6-B14D-A9AC-BE15-6C714F7C7E30}"/>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GAN</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の歴史について</a:t>
            </a:r>
            <a:endPar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3" name="矢印: 右 2">
            <a:extLst>
              <a:ext uri="{FF2B5EF4-FFF2-40B4-BE49-F238E27FC236}">
                <a16:creationId xmlns:a16="http://schemas.microsoft.com/office/drawing/2014/main" id="{FCBB06F9-A4D3-F8B4-DB61-0E9C48281C80}"/>
              </a:ext>
            </a:extLst>
          </p:cNvPr>
          <p:cNvSpPr/>
          <p:nvPr/>
        </p:nvSpPr>
        <p:spPr>
          <a:xfrm>
            <a:off x="421532" y="3132305"/>
            <a:ext cx="11310025" cy="785509"/>
          </a:xfrm>
          <a:prstGeom prst="rightArrow">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0B8F77B-DBBC-E4CC-D0B3-DAE57EFD49E7}"/>
              </a:ext>
            </a:extLst>
          </p:cNvPr>
          <p:cNvSpPr txBox="1"/>
          <p:nvPr/>
        </p:nvSpPr>
        <p:spPr>
          <a:xfrm>
            <a:off x="528535" y="3323144"/>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2014 </a:t>
            </a:r>
          </a:p>
        </p:txBody>
      </p:sp>
      <p:sp>
        <p:nvSpPr>
          <p:cNvPr id="7" name="テキスト ボックス 6">
            <a:extLst>
              <a:ext uri="{FF2B5EF4-FFF2-40B4-BE49-F238E27FC236}">
                <a16:creationId xmlns:a16="http://schemas.microsoft.com/office/drawing/2014/main" id="{003C470E-4FFE-6E9C-BA10-A4287E9A5B05}"/>
              </a:ext>
            </a:extLst>
          </p:cNvPr>
          <p:cNvSpPr txBox="1"/>
          <p:nvPr/>
        </p:nvSpPr>
        <p:spPr>
          <a:xfrm>
            <a:off x="1611549" y="3325002"/>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2015 </a:t>
            </a:r>
          </a:p>
        </p:txBody>
      </p:sp>
      <p:sp>
        <p:nvSpPr>
          <p:cNvPr id="8" name="テキスト ボックス 7">
            <a:extLst>
              <a:ext uri="{FF2B5EF4-FFF2-40B4-BE49-F238E27FC236}">
                <a16:creationId xmlns:a16="http://schemas.microsoft.com/office/drawing/2014/main" id="{A55D0304-B65A-524F-4098-1C5F70237765}"/>
              </a:ext>
            </a:extLst>
          </p:cNvPr>
          <p:cNvSpPr txBox="1"/>
          <p:nvPr/>
        </p:nvSpPr>
        <p:spPr>
          <a:xfrm>
            <a:off x="2619979" y="3325002"/>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2016 </a:t>
            </a:r>
          </a:p>
        </p:txBody>
      </p:sp>
      <p:sp>
        <p:nvSpPr>
          <p:cNvPr id="9" name="テキスト ボックス 8">
            <a:extLst>
              <a:ext uri="{FF2B5EF4-FFF2-40B4-BE49-F238E27FC236}">
                <a16:creationId xmlns:a16="http://schemas.microsoft.com/office/drawing/2014/main" id="{CDAED9B9-E6B0-E88F-1D52-2184EFAA2436}"/>
              </a:ext>
            </a:extLst>
          </p:cNvPr>
          <p:cNvSpPr txBox="1"/>
          <p:nvPr/>
        </p:nvSpPr>
        <p:spPr>
          <a:xfrm>
            <a:off x="3608957" y="3321356"/>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2017 </a:t>
            </a:r>
          </a:p>
        </p:txBody>
      </p:sp>
      <p:sp>
        <p:nvSpPr>
          <p:cNvPr id="10" name="吹き出し: 角を丸めた四角形 9">
            <a:extLst>
              <a:ext uri="{FF2B5EF4-FFF2-40B4-BE49-F238E27FC236}">
                <a16:creationId xmlns:a16="http://schemas.microsoft.com/office/drawing/2014/main" id="{69B75953-75C4-F2E2-88D9-385DDB32BDA6}"/>
              </a:ext>
            </a:extLst>
          </p:cNvPr>
          <p:cNvSpPr/>
          <p:nvPr/>
        </p:nvSpPr>
        <p:spPr>
          <a:xfrm>
            <a:off x="421532" y="2346793"/>
            <a:ext cx="1248384" cy="785509"/>
          </a:xfrm>
          <a:prstGeom prst="wedgeRoundRectCallout">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rgbClr val="FF0000"/>
                </a:solidFill>
                <a:latin typeface="ＭＳ Ｐゴシック" panose="020B0600070205080204" pitchFamily="50" charset="-128"/>
                <a:ea typeface="ＭＳ Ｐゴシック" panose="020B0600070205080204" pitchFamily="50" charset="-128"/>
              </a:rPr>
              <a:t>GAN</a:t>
            </a:r>
          </a:p>
          <a:p>
            <a:pPr algn="ctr"/>
            <a:r>
              <a:rPr lang="en-US" altLang="ja-JP" dirty="0">
                <a:solidFill>
                  <a:schemeClr val="tx1"/>
                </a:solidFill>
                <a:latin typeface="ＭＳ Ｐゴシック" panose="020B0600070205080204" pitchFamily="50" charset="-128"/>
                <a:ea typeface="ＭＳ Ｐゴシック" panose="020B0600070205080204" pitchFamily="50" charset="-128"/>
              </a:rPr>
              <a:t>CGAN</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1" name="テキスト ボックス 10">
            <a:extLst>
              <a:ext uri="{FF2B5EF4-FFF2-40B4-BE49-F238E27FC236}">
                <a16:creationId xmlns:a16="http://schemas.microsoft.com/office/drawing/2014/main" id="{A70AF141-42CA-D1BE-B8B3-5C11EB94762A}"/>
              </a:ext>
            </a:extLst>
          </p:cNvPr>
          <p:cNvSpPr txBox="1"/>
          <p:nvPr/>
        </p:nvSpPr>
        <p:spPr>
          <a:xfrm>
            <a:off x="4967590" y="3332399"/>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2018 </a:t>
            </a:r>
          </a:p>
        </p:txBody>
      </p:sp>
      <p:sp>
        <p:nvSpPr>
          <p:cNvPr id="12" name="テキスト ボックス 11">
            <a:extLst>
              <a:ext uri="{FF2B5EF4-FFF2-40B4-BE49-F238E27FC236}">
                <a16:creationId xmlns:a16="http://schemas.microsoft.com/office/drawing/2014/main" id="{6C4F8FC5-90A8-6DFC-9BC3-D1FCB2F265AD}"/>
              </a:ext>
            </a:extLst>
          </p:cNvPr>
          <p:cNvSpPr txBox="1"/>
          <p:nvPr/>
        </p:nvSpPr>
        <p:spPr>
          <a:xfrm>
            <a:off x="6352157" y="3332399"/>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2019 </a:t>
            </a:r>
          </a:p>
        </p:txBody>
      </p:sp>
      <p:sp>
        <p:nvSpPr>
          <p:cNvPr id="13" name="吹き出し: 角を丸めた四角形 12">
            <a:extLst>
              <a:ext uri="{FF2B5EF4-FFF2-40B4-BE49-F238E27FC236}">
                <a16:creationId xmlns:a16="http://schemas.microsoft.com/office/drawing/2014/main" id="{BCB2F7D9-051A-FBF4-DE92-728AF41FF471}"/>
              </a:ext>
            </a:extLst>
          </p:cNvPr>
          <p:cNvSpPr/>
          <p:nvPr/>
        </p:nvSpPr>
        <p:spPr>
          <a:xfrm>
            <a:off x="1643975" y="3917811"/>
            <a:ext cx="1248384" cy="785509"/>
          </a:xfrm>
          <a:prstGeom prst="wedgeRoundRectCallout">
            <a:avLst>
              <a:gd name="adj1" fmla="val -23950"/>
              <a:gd name="adj2" fmla="val -6629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DCGAN</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4" name="吹き出し: 角を丸めた四角形 13">
            <a:extLst>
              <a:ext uri="{FF2B5EF4-FFF2-40B4-BE49-F238E27FC236}">
                <a16:creationId xmlns:a16="http://schemas.microsoft.com/office/drawing/2014/main" id="{DD3064AA-D5F2-B671-0A59-906C02B9D15C}"/>
              </a:ext>
            </a:extLst>
          </p:cNvPr>
          <p:cNvSpPr/>
          <p:nvPr/>
        </p:nvSpPr>
        <p:spPr>
          <a:xfrm>
            <a:off x="2658888" y="2333894"/>
            <a:ext cx="1248384" cy="785509"/>
          </a:xfrm>
          <a:prstGeom prst="wedgeRoundRectCallout">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VGAN</a:t>
            </a:r>
          </a:p>
          <a:p>
            <a:pPr algn="ctr"/>
            <a:r>
              <a:rPr kumimoji="1" lang="en-US" altLang="ja-JP" dirty="0" err="1">
                <a:solidFill>
                  <a:schemeClr val="tx1"/>
                </a:solidFill>
                <a:latin typeface="ＭＳ Ｐゴシック" panose="020B0600070205080204" pitchFamily="50" charset="-128"/>
                <a:ea typeface="ＭＳ Ｐゴシック" panose="020B0600070205080204" pitchFamily="50" charset="-128"/>
              </a:rPr>
              <a:t>Se</a:t>
            </a:r>
            <a:r>
              <a:rPr lang="en-US" altLang="ja-JP" dirty="0" err="1">
                <a:solidFill>
                  <a:schemeClr val="tx1"/>
                </a:solidFill>
                <a:latin typeface="ＭＳ Ｐゴシック" panose="020B0600070205080204" pitchFamily="50" charset="-128"/>
                <a:ea typeface="ＭＳ Ｐゴシック" panose="020B0600070205080204" pitchFamily="50" charset="-128"/>
              </a:rPr>
              <a:t>qGAN</a:t>
            </a:r>
            <a:endParaRPr kumimoji="1" lang="en-US" altLang="ja-JP" dirty="0">
              <a:solidFill>
                <a:schemeClr val="tx1"/>
              </a:solidFill>
              <a:latin typeface="ＭＳ Ｐゴシック" panose="020B0600070205080204" pitchFamily="50" charset="-128"/>
              <a:ea typeface="ＭＳ Ｐゴシック" panose="020B0600070205080204" pitchFamily="50" charset="-128"/>
            </a:endParaRPr>
          </a:p>
        </p:txBody>
      </p:sp>
      <p:sp>
        <p:nvSpPr>
          <p:cNvPr id="15" name="吹き出し: 角を丸めた四角形 14">
            <a:extLst>
              <a:ext uri="{FF2B5EF4-FFF2-40B4-BE49-F238E27FC236}">
                <a16:creationId xmlns:a16="http://schemas.microsoft.com/office/drawing/2014/main" id="{FFA2A3B6-F644-2EDC-51CB-8BB678EFA947}"/>
              </a:ext>
            </a:extLst>
          </p:cNvPr>
          <p:cNvSpPr/>
          <p:nvPr/>
        </p:nvSpPr>
        <p:spPr>
          <a:xfrm>
            <a:off x="3508443" y="3943617"/>
            <a:ext cx="1459148" cy="1484283"/>
          </a:xfrm>
          <a:prstGeom prst="wedgeRoundRectCallout">
            <a:avLst>
              <a:gd name="adj1" fmla="val -27656"/>
              <a:gd name="adj2" fmla="val -60176"/>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r>
              <a:rPr lang="en-US" altLang="ja-JP" dirty="0" err="1">
                <a:solidFill>
                  <a:schemeClr val="tx1"/>
                </a:solidFill>
                <a:latin typeface="ＭＳ Ｐゴシック" panose="020B0600070205080204" pitchFamily="50" charset="-128"/>
                <a:ea typeface="ＭＳ Ｐゴシック" panose="020B0600070205080204" pitchFamily="50" charset="-128"/>
              </a:rPr>
              <a:t>CycleGAN</a:t>
            </a: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r>
              <a:rPr lang="en-US" altLang="ja-JP" dirty="0">
                <a:solidFill>
                  <a:schemeClr val="tx1"/>
                </a:solidFill>
                <a:latin typeface="ＭＳ Ｐゴシック" panose="020B0600070205080204" pitchFamily="50" charset="-128"/>
                <a:ea typeface="ＭＳ Ｐゴシック" panose="020B0600070205080204" pitchFamily="50" charset="-128"/>
              </a:rPr>
              <a:t>WGAN</a:t>
            </a:r>
          </a:p>
          <a:p>
            <a:pPr algn="ctr"/>
            <a:r>
              <a:rPr lang="en-US" altLang="ja-JP" dirty="0" err="1">
                <a:solidFill>
                  <a:schemeClr val="tx1"/>
                </a:solidFill>
                <a:latin typeface="ＭＳ Ｐゴシック" panose="020B0600070205080204" pitchFamily="50" charset="-128"/>
                <a:ea typeface="ＭＳ Ｐゴシック" panose="020B0600070205080204" pitchFamily="50" charset="-128"/>
              </a:rPr>
              <a:t>StackGAN</a:t>
            </a: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p:txBody>
      </p:sp>
      <p:sp>
        <p:nvSpPr>
          <p:cNvPr id="16" name="吹き出し: 角を丸めた四角形 15">
            <a:extLst>
              <a:ext uri="{FF2B5EF4-FFF2-40B4-BE49-F238E27FC236}">
                <a16:creationId xmlns:a16="http://schemas.microsoft.com/office/drawing/2014/main" id="{0CC55837-30D2-14C2-BE1B-EC32429353EE}"/>
              </a:ext>
            </a:extLst>
          </p:cNvPr>
          <p:cNvSpPr/>
          <p:nvPr/>
        </p:nvSpPr>
        <p:spPr>
          <a:xfrm>
            <a:off x="6245157" y="3917810"/>
            <a:ext cx="1459147" cy="785509"/>
          </a:xfrm>
          <a:prstGeom prst="wedgeRoundRectCallout">
            <a:avLst>
              <a:gd name="adj1" fmla="val -24989"/>
              <a:gd name="adj2" fmla="val -6629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ＭＳ Ｐゴシック" panose="020B0600070205080204" pitchFamily="50" charset="-128"/>
                <a:ea typeface="ＭＳ Ｐゴシック" panose="020B0600070205080204" pitchFamily="50" charset="-128"/>
              </a:rPr>
              <a:t>StyleGAN 2</a:t>
            </a:r>
            <a:r>
              <a:rPr lang="en-US" altLang="ja-JP" dirty="0">
                <a:solidFill>
                  <a:schemeClr val="tx1"/>
                </a:solidFill>
                <a:latin typeface="ＭＳ Ｐゴシック" panose="020B0600070205080204" pitchFamily="50" charset="-128"/>
                <a:ea typeface="ＭＳ Ｐゴシック" panose="020B0600070205080204" pitchFamily="50" charset="-128"/>
              </a:rPr>
              <a:t> </a:t>
            </a:r>
          </a:p>
        </p:txBody>
      </p:sp>
      <p:sp>
        <p:nvSpPr>
          <p:cNvPr id="17" name="吹き出し: 角を丸めた四角形 16">
            <a:extLst>
              <a:ext uri="{FF2B5EF4-FFF2-40B4-BE49-F238E27FC236}">
                <a16:creationId xmlns:a16="http://schemas.microsoft.com/office/drawing/2014/main" id="{6E80FA49-58EE-E20C-5692-237C2E1AFA4D}"/>
              </a:ext>
            </a:extLst>
          </p:cNvPr>
          <p:cNvSpPr/>
          <p:nvPr/>
        </p:nvSpPr>
        <p:spPr>
          <a:xfrm>
            <a:off x="4401758" y="2333893"/>
            <a:ext cx="1348914" cy="798409"/>
          </a:xfrm>
          <a:prstGeom prst="wedgeRoundRectCallout">
            <a:avLst>
              <a:gd name="adj1" fmla="val 21474"/>
              <a:gd name="adj2" fmla="val 7062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rgbClr val="FF0000"/>
                </a:solidFill>
                <a:latin typeface="ＭＳ Ｐゴシック" panose="020B0600070205080204" pitchFamily="50" charset="-128"/>
                <a:ea typeface="ＭＳ Ｐゴシック" panose="020B0600070205080204" pitchFamily="50" charset="-128"/>
              </a:rPr>
              <a:t>ProGAN</a:t>
            </a:r>
            <a:endParaRPr kumimoji="1" lang="en-US" altLang="ja-JP" dirty="0">
              <a:solidFill>
                <a:srgbClr val="FF0000"/>
              </a:solidFill>
              <a:latin typeface="ＭＳ Ｐゴシック" panose="020B0600070205080204" pitchFamily="50" charset="-128"/>
              <a:ea typeface="ＭＳ Ｐゴシック" panose="020B0600070205080204" pitchFamily="50" charset="-128"/>
            </a:endParaRPr>
          </a:p>
          <a:p>
            <a:pPr algn="ctr"/>
            <a:r>
              <a:rPr lang="en-US" altLang="ja-JP" dirty="0">
                <a:solidFill>
                  <a:srgbClr val="FF0000"/>
                </a:solidFill>
                <a:latin typeface="ＭＳ Ｐゴシック" panose="020B0600070205080204" pitchFamily="50" charset="-128"/>
                <a:ea typeface="ＭＳ Ｐゴシック" panose="020B0600070205080204" pitchFamily="50" charset="-128"/>
              </a:rPr>
              <a:t>StyleGAN</a:t>
            </a:r>
          </a:p>
        </p:txBody>
      </p:sp>
      <p:sp>
        <p:nvSpPr>
          <p:cNvPr id="18" name="テキスト ボックス 17">
            <a:extLst>
              <a:ext uri="{FF2B5EF4-FFF2-40B4-BE49-F238E27FC236}">
                <a16:creationId xmlns:a16="http://schemas.microsoft.com/office/drawing/2014/main" id="{1FC3383D-36E7-DC3E-C185-13732165687C}"/>
              </a:ext>
            </a:extLst>
          </p:cNvPr>
          <p:cNvSpPr txBox="1"/>
          <p:nvPr/>
        </p:nvSpPr>
        <p:spPr>
          <a:xfrm>
            <a:off x="8699768" y="3356550"/>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2021 </a:t>
            </a:r>
          </a:p>
        </p:txBody>
      </p:sp>
      <p:sp>
        <p:nvSpPr>
          <p:cNvPr id="19" name="吹き出し: 角を丸めた四角形 18">
            <a:extLst>
              <a:ext uri="{FF2B5EF4-FFF2-40B4-BE49-F238E27FC236}">
                <a16:creationId xmlns:a16="http://schemas.microsoft.com/office/drawing/2014/main" id="{247E56A0-CAA8-5B0A-9DDC-4A308EEBDE6B}"/>
              </a:ext>
            </a:extLst>
          </p:cNvPr>
          <p:cNvSpPr/>
          <p:nvPr/>
        </p:nvSpPr>
        <p:spPr>
          <a:xfrm>
            <a:off x="8741928" y="2333894"/>
            <a:ext cx="1582367" cy="785509"/>
          </a:xfrm>
          <a:prstGeom prst="wedgeRoundRectCallout">
            <a:avLst>
              <a:gd name="adj1" fmla="val -27448"/>
              <a:gd name="adj2" fmla="val 69105"/>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r>
              <a:rPr lang="en-US" altLang="ja-JP" dirty="0">
                <a:solidFill>
                  <a:srgbClr val="FF0000"/>
                </a:solidFill>
                <a:latin typeface="ＭＳ Ｐゴシック" panose="020B0600070205080204" pitchFamily="50" charset="-128"/>
                <a:ea typeface="ＭＳ Ｐゴシック" panose="020B0600070205080204" pitchFamily="50" charset="-128"/>
              </a:rPr>
              <a:t>StyleGAN 3</a:t>
            </a:r>
          </a:p>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p:txBody>
      </p:sp>
      <p:sp>
        <p:nvSpPr>
          <p:cNvPr id="20" name="テキスト ボックス 19">
            <a:extLst>
              <a:ext uri="{FF2B5EF4-FFF2-40B4-BE49-F238E27FC236}">
                <a16:creationId xmlns:a16="http://schemas.microsoft.com/office/drawing/2014/main" id="{2DB08976-89DA-E7D5-2FF9-BF56FAECCA59}"/>
              </a:ext>
            </a:extLst>
          </p:cNvPr>
          <p:cNvSpPr txBox="1"/>
          <p:nvPr/>
        </p:nvSpPr>
        <p:spPr>
          <a:xfrm>
            <a:off x="9873574" y="3321356"/>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2022 </a:t>
            </a:r>
          </a:p>
        </p:txBody>
      </p:sp>
      <p:sp>
        <p:nvSpPr>
          <p:cNvPr id="21" name="吹き出し: 角を丸めた四角形 20">
            <a:extLst>
              <a:ext uri="{FF2B5EF4-FFF2-40B4-BE49-F238E27FC236}">
                <a16:creationId xmlns:a16="http://schemas.microsoft.com/office/drawing/2014/main" id="{51ADA64B-3B98-144B-D7AF-BFDC976CD1CC}"/>
              </a:ext>
            </a:extLst>
          </p:cNvPr>
          <p:cNvSpPr/>
          <p:nvPr/>
        </p:nvSpPr>
        <p:spPr>
          <a:xfrm>
            <a:off x="9736576" y="3943617"/>
            <a:ext cx="1622898" cy="785509"/>
          </a:xfrm>
          <a:prstGeom prst="wedgeRoundRectCallout">
            <a:avLst>
              <a:gd name="adj1" fmla="val -24614"/>
              <a:gd name="adj2" fmla="val -66292"/>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StyleGAN-XL</a:t>
            </a:r>
          </a:p>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SURF-GAN</a:t>
            </a:r>
          </a:p>
        </p:txBody>
      </p:sp>
      <p:sp>
        <p:nvSpPr>
          <p:cNvPr id="22" name="テキスト ボックス 21">
            <a:extLst>
              <a:ext uri="{FF2B5EF4-FFF2-40B4-BE49-F238E27FC236}">
                <a16:creationId xmlns:a16="http://schemas.microsoft.com/office/drawing/2014/main" id="{8375A179-4DB8-137A-2FA7-6BBDDE5D8994}"/>
              </a:ext>
            </a:extLst>
          </p:cNvPr>
          <p:cNvSpPr txBox="1"/>
          <p:nvPr/>
        </p:nvSpPr>
        <p:spPr>
          <a:xfrm>
            <a:off x="7616754" y="3317644"/>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2020 </a:t>
            </a:r>
          </a:p>
        </p:txBody>
      </p:sp>
      <p:sp>
        <p:nvSpPr>
          <p:cNvPr id="23" name="吹き出し: 角を丸めた四角形 22">
            <a:extLst>
              <a:ext uri="{FF2B5EF4-FFF2-40B4-BE49-F238E27FC236}">
                <a16:creationId xmlns:a16="http://schemas.microsoft.com/office/drawing/2014/main" id="{11735FD1-D07D-ACB1-C0E6-D0D0D0D66F5A}"/>
              </a:ext>
            </a:extLst>
          </p:cNvPr>
          <p:cNvSpPr/>
          <p:nvPr/>
        </p:nvSpPr>
        <p:spPr>
          <a:xfrm>
            <a:off x="6245158" y="2320993"/>
            <a:ext cx="2078474" cy="785509"/>
          </a:xfrm>
          <a:prstGeom prst="wedgeRoundRectCallout">
            <a:avLst>
              <a:gd name="adj1" fmla="val 29763"/>
              <a:gd name="adj2" fmla="val 6745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StyleGAN 2-ADA </a:t>
            </a:r>
          </a:p>
        </p:txBody>
      </p:sp>
    </p:spTree>
    <p:extLst>
      <p:ext uri="{BB962C8B-B14F-4D97-AF65-F5344CB8AC3E}">
        <p14:creationId xmlns:p14="http://schemas.microsoft.com/office/powerpoint/2010/main" val="9476584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DAF6C-BDC3-D0D1-3459-AADB2C627642}"/>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57D1860-DBD8-2D22-73B6-B23830551721}"/>
              </a:ext>
            </a:extLst>
          </p:cNvPr>
          <p:cNvSpPr txBox="1">
            <a:spLocks noGrp="1" noRot="1" noMove="1" noResize="1" noEditPoints="1" noAdjustHandles="1" noChangeArrowheads="1" noChangeShapeType="1"/>
          </p:cNvSpPr>
          <p:nvPr/>
        </p:nvSpPr>
        <p:spPr>
          <a:xfrm>
            <a:off x="360000" y="216000"/>
            <a:ext cx="1915909"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GAN</a:t>
            </a:r>
          </a:p>
        </p:txBody>
      </p:sp>
      <p:cxnSp>
        <p:nvCxnSpPr>
          <p:cNvPr id="5" name="直線コネクタ 4">
            <a:extLst>
              <a:ext uri="{FF2B5EF4-FFF2-40B4-BE49-F238E27FC236}">
                <a16:creationId xmlns:a16="http://schemas.microsoft.com/office/drawing/2014/main" id="{3A34409D-C918-7B79-8FA6-76DB0D686609}"/>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495D0F18-837D-4D82-58B0-A9E78D00E728}"/>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StyleGAN3</a:t>
            </a:r>
          </a:p>
        </p:txBody>
      </p:sp>
      <p:sp>
        <p:nvSpPr>
          <p:cNvPr id="24" name="テキスト ボックス 23">
            <a:extLst>
              <a:ext uri="{FF2B5EF4-FFF2-40B4-BE49-F238E27FC236}">
                <a16:creationId xmlns:a16="http://schemas.microsoft.com/office/drawing/2014/main" id="{0B6DDAD5-FAB8-C845-CE60-B85E1878FF38}"/>
              </a:ext>
            </a:extLst>
          </p:cNvPr>
          <p:cNvSpPr txBox="1"/>
          <p:nvPr/>
        </p:nvSpPr>
        <p:spPr>
          <a:xfrm>
            <a:off x="360000" y="2500151"/>
            <a:ext cx="7063940" cy="1200329"/>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エリアシング（</a:t>
            </a:r>
            <a:r>
              <a:rPr lang="en-US" altLang="ja-JP" dirty="0">
                <a:latin typeface="ＭＳ Ｐゴシック" panose="020B0600070205080204" pitchFamily="50" charset="-128"/>
                <a:ea typeface="ＭＳ Ｐゴシック" panose="020B0600070205080204" pitchFamily="50" charset="-128"/>
                <a:cs typeface="Arial" panose="020B0604020202020204" pitchFamily="34" charset="0"/>
              </a:rPr>
              <a:t>aliasing</a:t>
            </a:r>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）の除去</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画像を回転・拡大・縮小するときに発生する人工的なノイズや歪みで</a:t>
            </a:r>
            <a:endParaRPr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　　エリアシングを除去してより自然な画像を生成</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25" name="テキスト ボックス 24">
            <a:extLst>
              <a:ext uri="{FF2B5EF4-FFF2-40B4-BE49-F238E27FC236}">
                <a16:creationId xmlns:a16="http://schemas.microsoft.com/office/drawing/2014/main" id="{7329EA62-00B8-7613-4D9A-DD58C366D3A0}"/>
              </a:ext>
            </a:extLst>
          </p:cNvPr>
          <p:cNvSpPr txBox="1"/>
          <p:nvPr/>
        </p:nvSpPr>
        <p:spPr>
          <a:xfrm>
            <a:off x="360000" y="3953118"/>
            <a:ext cx="5697166" cy="1200329"/>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ピクセル座標への依存を排除</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画像内のオブジェクトが絶対的な座標に固定されず、</a:t>
            </a:r>
            <a:endParaRPr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　　より自然な構造を持つ。</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26" name="テキスト ボックス 25">
            <a:extLst>
              <a:ext uri="{FF2B5EF4-FFF2-40B4-BE49-F238E27FC236}">
                <a16:creationId xmlns:a16="http://schemas.microsoft.com/office/drawing/2014/main" id="{218FA7FA-8E4A-4ACC-332E-F72792CFC4B4}"/>
              </a:ext>
            </a:extLst>
          </p:cNvPr>
          <p:cNvSpPr txBox="1"/>
          <p:nvPr/>
        </p:nvSpPr>
        <p:spPr>
          <a:xfrm>
            <a:off x="360000" y="5329885"/>
            <a:ext cx="4751016" cy="923330"/>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学習の安定性向上</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トレーニング時の振動や不安定性を軽減。</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pic>
        <p:nvPicPr>
          <p:cNvPr id="27" name="図 26">
            <a:extLst>
              <a:ext uri="{FF2B5EF4-FFF2-40B4-BE49-F238E27FC236}">
                <a16:creationId xmlns:a16="http://schemas.microsoft.com/office/drawing/2014/main" id="{87FCB017-3BB3-7061-7CD3-655CC1BAB85E}"/>
              </a:ext>
            </a:extLst>
          </p:cNvPr>
          <p:cNvPicPr>
            <a:picLocks noChangeAspect="1"/>
          </p:cNvPicPr>
          <p:nvPr/>
        </p:nvPicPr>
        <p:blipFill>
          <a:blip r:embed="rId3"/>
          <a:stretch>
            <a:fillRect/>
          </a:stretch>
        </p:blipFill>
        <p:spPr>
          <a:xfrm>
            <a:off x="7498519" y="2533798"/>
            <a:ext cx="4519677" cy="4188045"/>
          </a:xfrm>
          <a:prstGeom prst="rect">
            <a:avLst/>
          </a:prstGeom>
        </p:spPr>
      </p:pic>
      <p:sp>
        <p:nvSpPr>
          <p:cNvPr id="28" name="テキスト ボックス 27">
            <a:extLst>
              <a:ext uri="{FF2B5EF4-FFF2-40B4-BE49-F238E27FC236}">
                <a16:creationId xmlns:a16="http://schemas.microsoft.com/office/drawing/2014/main" id="{D17C8A3E-E4A7-60DB-6727-3CA1EE084C60}"/>
              </a:ext>
            </a:extLst>
          </p:cNvPr>
          <p:cNvSpPr txBox="1"/>
          <p:nvPr/>
        </p:nvSpPr>
        <p:spPr>
          <a:xfrm>
            <a:off x="360000" y="1685664"/>
            <a:ext cx="3630888"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以下の点で</a:t>
            </a:r>
            <a:r>
              <a:rPr lang="en-US" altLang="ja-JP" dirty="0">
                <a:latin typeface="ＭＳ Ｐゴシック" panose="020B0600070205080204" pitchFamily="50" charset="-128"/>
                <a:ea typeface="ＭＳ Ｐゴシック" panose="020B0600070205080204" pitchFamily="50" charset="-128"/>
                <a:cs typeface="Arial" panose="020B0604020202020204" pitchFamily="34" charset="0"/>
              </a:rPr>
              <a:t>StyleGAN</a:t>
            </a:r>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　</a:t>
            </a:r>
            <a:r>
              <a:rPr lang="en-US" altLang="ja-JP" dirty="0">
                <a:latin typeface="ＭＳ Ｐゴシック" panose="020B0600070205080204" pitchFamily="50" charset="-128"/>
                <a:ea typeface="ＭＳ Ｐゴシック" panose="020B0600070205080204" pitchFamily="50" charset="-128"/>
                <a:cs typeface="Arial" panose="020B0604020202020204" pitchFamily="34" charset="0"/>
              </a:rPr>
              <a:t>2</a:t>
            </a:r>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を改良した。</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spTree>
    <p:extLst>
      <p:ext uri="{BB962C8B-B14F-4D97-AF65-F5344CB8AC3E}">
        <p14:creationId xmlns:p14="http://schemas.microsoft.com/office/powerpoint/2010/main" val="12547185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7656</TotalTime>
  <Words>5282</Words>
  <Application>Microsoft Office PowerPoint</Application>
  <PresentationFormat>ワイド画面</PresentationFormat>
  <Paragraphs>473</Paragraphs>
  <Slides>46</Slides>
  <Notes>27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46</vt:i4>
      </vt:variant>
    </vt:vector>
  </HeadingPairs>
  <TitlesOfParts>
    <vt:vector size="53" baseType="lpstr">
      <vt:lpstr>ＭＳ Ｐゴシック</vt:lpstr>
      <vt:lpstr>ＭＳ Ｐゴシック</vt:lpstr>
      <vt:lpstr>游ゴシック</vt:lpstr>
      <vt:lpstr>游ゴシック Light</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池口晃太</dc:creator>
  <cp:lastModifiedBy>池口晃太</cp:lastModifiedBy>
  <cp:revision>4</cp:revision>
  <dcterms:created xsi:type="dcterms:W3CDTF">2025-04-05T21:25:57Z</dcterms:created>
  <dcterms:modified xsi:type="dcterms:W3CDTF">2025-10-20T07:23:14Z</dcterms:modified>
</cp:coreProperties>
</file>