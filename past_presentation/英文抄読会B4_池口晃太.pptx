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73" r:id="rId3"/>
    <p:sldId id="276" r:id="rId4"/>
    <p:sldId id="275" r:id="rId5"/>
    <p:sldId id="277" r:id="rId6"/>
    <p:sldId id="278" r:id="rId7"/>
    <p:sldId id="280" r:id="rId8"/>
    <p:sldId id="279" r:id="rId9"/>
    <p:sldId id="305" r:id="rId10"/>
    <p:sldId id="307" r:id="rId11"/>
    <p:sldId id="285" r:id="rId12"/>
    <p:sldId id="293" r:id="rId13"/>
    <p:sldId id="295" r:id="rId14"/>
    <p:sldId id="308" r:id="rId15"/>
    <p:sldId id="296" r:id="rId16"/>
    <p:sldId id="287" r:id="rId17"/>
    <p:sldId id="309" r:id="rId18"/>
    <p:sldId id="292" r:id="rId19"/>
    <p:sldId id="303" r:id="rId20"/>
    <p:sldId id="313" r:id="rId21"/>
    <p:sldId id="314" r:id="rId22"/>
    <p:sldId id="311" r:id="rId23"/>
    <p:sldId id="290" r:id="rId24"/>
    <p:sldId id="299" r:id="rId25"/>
    <p:sldId id="300" r:id="rId26"/>
    <p:sldId id="312" r:id="rId27"/>
    <p:sldId id="301" r:id="rId28"/>
    <p:sldId id="288" r:id="rId29"/>
    <p:sldId id="291" r:id="rId30"/>
    <p:sldId id="315" r:id="rId31"/>
    <p:sldId id="318" r:id="rId32"/>
    <p:sldId id="316" r:id="rId33"/>
    <p:sldId id="320" r:id="rId34"/>
    <p:sldId id="319" r:id="rId35"/>
    <p:sldId id="286" r:id="rId36"/>
    <p:sldId id="317" r:id="rId37"/>
    <p:sldId id="304" r:id="rId38"/>
    <p:sldId id="274" r:id="rId39"/>
    <p:sldId id="297" r:id="rId4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E5D2AE3B-7A5C-4D46-8AAD-F2AE40644845}">
          <p14:sldIdLst/>
        </p14:section>
        <p14:section name="題名" id="{6A3F428E-D098-4E8F-AEAC-D637281EFDBE}">
          <p14:sldIdLst>
            <p14:sldId id="256"/>
          </p14:sldIdLst>
        </p14:section>
        <p14:section name="背景" id="{C8B63D26-BC60-4365-A659-81DA6D311B52}">
          <p14:sldIdLst>
            <p14:sldId id="273"/>
            <p14:sldId id="276"/>
            <p14:sldId id="275"/>
            <p14:sldId id="277"/>
            <p14:sldId id="278"/>
            <p14:sldId id="280"/>
          </p14:sldIdLst>
        </p14:section>
        <p14:section name="目的" id="{92547E4D-7A8B-4891-924B-CC604678BD7C}">
          <p14:sldIdLst>
            <p14:sldId id="279"/>
          </p14:sldIdLst>
        </p14:section>
        <p14:section name="目次" id="{F9AFEA90-B9DF-450F-8410-27C529CACD10}">
          <p14:sldIdLst>
            <p14:sldId id="305"/>
          </p14:sldIdLst>
        </p14:section>
        <p14:section name="目次１" id="{B91DA0B3-E59D-48FB-A747-8D85D3C10F1E}">
          <p14:sldIdLst>
            <p14:sldId id="307"/>
          </p14:sldIdLst>
        </p14:section>
        <p14:section name="方法" id="{630BB3E8-ACC2-4B7F-A748-D567EF612C0F}">
          <p14:sldIdLst>
            <p14:sldId id="285"/>
            <p14:sldId id="293"/>
          </p14:sldIdLst>
        </p14:section>
        <p14:section name="結果" id="{BAFF677B-054A-4A0E-BF97-88DB0555C2A9}">
          <p14:sldIdLst>
            <p14:sldId id="295"/>
            <p14:sldId id="308"/>
            <p14:sldId id="296"/>
            <p14:sldId id="287"/>
          </p14:sldIdLst>
        </p14:section>
        <p14:section name="目次２" id="{088D6C27-C0D8-4FEA-B890-7C01F2002B88}">
          <p14:sldIdLst>
            <p14:sldId id="309"/>
          </p14:sldIdLst>
        </p14:section>
        <p14:section name="方法" id="{99F4B74A-C409-4400-A44B-5E07BD2F874C}">
          <p14:sldIdLst>
            <p14:sldId id="292"/>
            <p14:sldId id="303"/>
          </p14:sldIdLst>
        </p14:section>
        <p14:section name="結果" id="{3351097E-2F24-4605-8755-A44469185013}">
          <p14:sldIdLst>
            <p14:sldId id="313"/>
            <p14:sldId id="314"/>
          </p14:sldIdLst>
        </p14:section>
        <p14:section name="目次3.1" id="{D156A3E6-410E-4CFC-ABA6-76F60DDCFB2A}">
          <p14:sldIdLst>
            <p14:sldId id="311"/>
            <p14:sldId id="290"/>
            <p14:sldId id="299"/>
            <p14:sldId id="300"/>
          </p14:sldIdLst>
        </p14:section>
        <p14:section name="目次3.2" id="{6D2F4E66-AAB9-4094-82AE-21672D1EBEF1}">
          <p14:sldIdLst>
            <p14:sldId id="312"/>
            <p14:sldId id="301"/>
            <p14:sldId id="288"/>
          </p14:sldIdLst>
        </p14:section>
        <p14:section name="結言" id="{24307CF5-AF6C-4E37-AF3D-50218BF0CE88}">
          <p14:sldIdLst>
            <p14:sldId id="291"/>
          </p14:sldIdLst>
        </p14:section>
        <p14:section name="補足" id="{E9E6212F-E830-42AF-ABA0-2AFF83FC22EB}">
          <p14:sldIdLst>
            <p14:sldId id="315"/>
            <p14:sldId id="318"/>
            <p14:sldId id="316"/>
            <p14:sldId id="320"/>
            <p14:sldId id="319"/>
            <p14:sldId id="286"/>
            <p14:sldId id="317"/>
            <p14:sldId id="304"/>
            <p14:sldId id="274"/>
            <p14:sldId id="297"/>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AC64E2-B8C5-CF1B-32FE-A9454E725DDB}" name="池口　晃太" initials="c" userId="S::cgsg0027@mail4.doshisha.ac.jp::dec468ab-743d-4860-a388-077b2b03ea3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DCDAC9-F5DC-450B-9783-2C53E939E86A}" v="2" dt="2024-07-10T04:44:43.350"/>
    <p1510:client id="{CCD9B3B3-A6B6-4A27-A2FE-34E6FB9D3373}" v="214" dt="2024-07-10T07:09:03.69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304" autoAdjust="0"/>
  </p:normalViewPr>
  <p:slideViewPr>
    <p:cSldViewPr snapToGrid="0" showGuides="1">
      <p:cViewPr varScale="1">
        <p:scale>
          <a:sx n="83" d="100"/>
          <a:sy n="83" d="100"/>
        </p:scale>
        <p:origin x="1518" y="90"/>
      </p:cViewPr>
      <p:guideLst>
        <p:guide orient="horz" pos="2160"/>
        <p:guide pos="3863"/>
      </p:guideLst>
    </p:cSldViewPr>
  </p:slideViewPr>
  <p:notesTextViewPr>
    <p:cViewPr>
      <p:scale>
        <a:sx n="1" d="1"/>
        <a:sy n="1" d="1"/>
      </p:scale>
      <p:origin x="0" y="-24"/>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池口　晃太" userId="dec468ab-743d-4860-a388-077b2b03ea36" providerId="ADAL" clId="{9ADCDAC9-F5DC-450B-9783-2C53E939E86A}"/>
    <pc:docChg chg="modSld sldOrd addSection modSection">
      <pc:chgData name="池口　晃太" userId="dec468ab-743d-4860-a388-077b2b03ea36" providerId="ADAL" clId="{9ADCDAC9-F5DC-450B-9783-2C53E939E86A}" dt="2024-07-10T05:25:11.671" v="2477" actId="20577"/>
      <pc:docMkLst>
        <pc:docMk/>
      </pc:docMkLst>
      <pc:sldChg chg="modNotesTx">
        <pc:chgData name="池口　晃太" userId="dec468ab-743d-4860-a388-077b2b03ea36" providerId="ADAL" clId="{9ADCDAC9-F5DC-450B-9783-2C53E939E86A}" dt="2024-06-28T06:29:25.583" v="248" actId="20577"/>
        <pc:sldMkLst>
          <pc:docMk/>
          <pc:sldMk cId="3329537526" sldId="256"/>
        </pc:sldMkLst>
      </pc:sldChg>
      <pc:sldChg chg="modSp mod modNotesTx">
        <pc:chgData name="池口　晃太" userId="dec468ab-743d-4860-a388-077b2b03ea36" providerId="ADAL" clId="{9ADCDAC9-F5DC-450B-9783-2C53E939E86A}" dt="2024-06-28T10:22:19.141" v="740" actId="20577"/>
        <pc:sldMkLst>
          <pc:docMk/>
          <pc:sldMk cId="2012628499" sldId="273"/>
        </pc:sldMkLst>
        <pc:spChg chg="mod">
          <ac:chgData name="池口　晃太" userId="dec468ab-743d-4860-a388-077b2b03ea36" providerId="ADAL" clId="{9ADCDAC9-F5DC-450B-9783-2C53E939E86A}" dt="2024-06-28T10:21:37.529" v="719" actId="20577"/>
          <ac:spMkLst>
            <pc:docMk/>
            <pc:sldMk cId="2012628499" sldId="273"/>
            <ac:spMk id="4" creationId="{99A538F7-65ED-48A3-DBF1-E0C89F359EF1}"/>
          </ac:spMkLst>
        </pc:spChg>
      </pc:sldChg>
      <pc:sldChg chg="ord">
        <pc:chgData name="池口　晃太" userId="dec468ab-743d-4860-a388-077b2b03ea36" providerId="ADAL" clId="{9ADCDAC9-F5DC-450B-9783-2C53E939E86A}" dt="2024-06-28T05:26:46.875" v="3"/>
        <pc:sldMkLst>
          <pc:docMk/>
          <pc:sldMk cId="890629017" sldId="274"/>
        </pc:sldMkLst>
      </pc:sldChg>
      <pc:sldChg chg="modSp mod modNotesTx">
        <pc:chgData name="池口　晃太" userId="dec468ab-743d-4860-a388-077b2b03ea36" providerId="ADAL" clId="{9ADCDAC9-F5DC-450B-9783-2C53E939E86A}" dt="2024-06-28T11:35:30.659" v="1634" actId="20577"/>
        <pc:sldMkLst>
          <pc:docMk/>
          <pc:sldMk cId="1200261978" sldId="275"/>
        </pc:sldMkLst>
        <pc:spChg chg="mod">
          <ac:chgData name="池口　晃太" userId="dec468ab-743d-4860-a388-077b2b03ea36" providerId="ADAL" clId="{9ADCDAC9-F5DC-450B-9783-2C53E939E86A}" dt="2024-06-28T10:54:43.310" v="1194" actId="20577"/>
          <ac:spMkLst>
            <pc:docMk/>
            <pc:sldMk cId="1200261978" sldId="275"/>
            <ac:spMk id="4" creationId="{38E8A619-37DE-0F76-6BBE-1AC22A86F48F}"/>
          </ac:spMkLst>
        </pc:spChg>
        <pc:spChg chg="mod">
          <ac:chgData name="池口　晃太" userId="dec468ab-743d-4860-a388-077b2b03ea36" providerId="ADAL" clId="{9ADCDAC9-F5DC-450B-9783-2C53E939E86A}" dt="2024-06-28T11:03:49.141" v="1458" actId="20577"/>
          <ac:spMkLst>
            <pc:docMk/>
            <pc:sldMk cId="1200261978" sldId="275"/>
            <ac:spMk id="5" creationId="{B291250F-1D31-1865-7156-56EC4AB2D687}"/>
          </ac:spMkLst>
        </pc:spChg>
        <pc:spChg chg="mod">
          <ac:chgData name="池口　晃太" userId="dec468ab-743d-4860-a388-077b2b03ea36" providerId="ADAL" clId="{9ADCDAC9-F5DC-450B-9783-2C53E939E86A}" dt="2024-06-28T10:55:15.817" v="1216" actId="14100"/>
          <ac:spMkLst>
            <pc:docMk/>
            <pc:sldMk cId="1200261978" sldId="275"/>
            <ac:spMk id="6" creationId="{AEA70488-66F4-3BC6-6858-3FEF394D40D9}"/>
          </ac:spMkLst>
        </pc:spChg>
        <pc:spChg chg="mod">
          <ac:chgData name="池口　晃太" userId="dec468ab-743d-4860-a388-077b2b03ea36" providerId="ADAL" clId="{9ADCDAC9-F5DC-450B-9783-2C53E939E86A}" dt="2024-06-28T10:55:08.773" v="1215" actId="14100"/>
          <ac:spMkLst>
            <pc:docMk/>
            <pc:sldMk cId="1200261978" sldId="275"/>
            <ac:spMk id="7" creationId="{8894DF64-79B4-8826-BE32-E2E455B05064}"/>
          </ac:spMkLst>
        </pc:spChg>
      </pc:sldChg>
      <pc:sldChg chg="modSp mod modNotesTx">
        <pc:chgData name="池口　晃太" userId="dec468ab-743d-4860-a388-077b2b03ea36" providerId="ADAL" clId="{9ADCDAC9-F5DC-450B-9783-2C53E939E86A}" dt="2024-06-28T10:53:11.606" v="1126" actId="20577"/>
        <pc:sldMkLst>
          <pc:docMk/>
          <pc:sldMk cId="381452406" sldId="276"/>
        </pc:sldMkLst>
        <pc:spChg chg="mod">
          <ac:chgData name="池口　晃太" userId="dec468ab-743d-4860-a388-077b2b03ea36" providerId="ADAL" clId="{9ADCDAC9-F5DC-450B-9783-2C53E939E86A}" dt="2024-06-28T05:31:53.547" v="59" actId="1076"/>
          <ac:spMkLst>
            <pc:docMk/>
            <pc:sldMk cId="381452406" sldId="276"/>
            <ac:spMk id="8" creationId="{7432A911-4F80-16E9-A513-6495B294848A}"/>
          </ac:spMkLst>
        </pc:spChg>
        <pc:spChg chg="mod">
          <ac:chgData name="池口　晃太" userId="dec468ab-743d-4860-a388-077b2b03ea36" providerId="ADAL" clId="{9ADCDAC9-F5DC-450B-9783-2C53E939E86A}" dt="2024-06-28T10:42:46.439" v="1015" actId="20577"/>
          <ac:spMkLst>
            <pc:docMk/>
            <pc:sldMk cId="381452406" sldId="276"/>
            <ac:spMk id="11" creationId="{6BAB3D64-837B-624D-4A99-1557E21FC387}"/>
          </ac:spMkLst>
        </pc:spChg>
      </pc:sldChg>
      <pc:sldChg chg="addSp modSp mod">
        <pc:chgData name="池口　晃太" userId="dec468ab-743d-4860-a388-077b2b03ea36" providerId="ADAL" clId="{9ADCDAC9-F5DC-450B-9783-2C53E939E86A}" dt="2024-06-28T06:16:21.035" v="180" actId="1076"/>
        <pc:sldMkLst>
          <pc:docMk/>
          <pc:sldMk cId="3396943277" sldId="286"/>
        </pc:sldMkLst>
        <pc:spChg chg="add mod">
          <ac:chgData name="池口　晃太" userId="dec468ab-743d-4860-a388-077b2b03ea36" providerId="ADAL" clId="{9ADCDAC9-F5DC-450B-9783-2C53E939E86A}" dt="2024-06-28T06:16:12.705" v="179" actId="1076"/>
          <ac:spMkLst>
            <pc:docMk/>
            <pc:sldMk cId="3396943277" sldId="286"/>
            <ac:spMk id="3" creationId="{4D0F98C2-1A56-52EE-B501-F4FC12021D29}"/>
          </ac:spMkLst>
        </pc:spChg>
        <pc:picChg chg="mod">
          <ac:chgData name="池口　晃太" userId="dec468ab-743d-4860-a388-077b2b03ea36" providerId="ADAL" clId="{9ADCDAC9-F5DC-450B-9783-2C53E939E86A}" dt="2024-06-28T06:16:21.035" v="180" actId="1076"/>
          <ac:picMkLst>
            <pc:docMk/>
            <pc:sldMk cId="3396943277" sldId="286"/>
            <ac:picMk id="5" creationId="{C394411F-E95C-0B0D-FA2E-C9111A7E7E82}"/>
          </ac:picMkLst>
        </pc:picChg>
      </pc:sldChg>
      <pc:sldChg chg="modNotesTx">
        <pc:chgData name="池口　晃太" userId="dec468ab-743d-4860-a388-077b2b03ea36" providerId="ADAL" clId="{9ADCDAC9-F5DC-450B-9783-2C53E939E86A}" dt="2024-07-10T04:40:13.998" v="1700" actId="20577"/>
        <pc:sldMkLst>
          <pc:docMk/>
          <pc:sldMk cId="510835663" sldId="287"/>
        </pc:sldMkLst>
      </pc:sldChg>
      <pc:sldChg chg="modSp mod modNotesTx">
        <pc:chgData name="池口　晃太" userId="dec468ab-743d-4860-a388-077b2b03ea36" providerId="ADAL" clId="{9ADCDAC9-F5DC-450B-9783-2C53E939E86A}" dt="2024-07-10T05:25:11.671" v="2477" actId="20577"/>
        <pc:sldMkLst>
          <pc:docMk/>
          <pc:sldMk cId="1207156158" sldId="288"/>
        </pc:sldMkLst>
        <pc:spChg chg="mod">
          <ac:chgData name="池口　晃太" userId="dec468ab-743d-4860-a388-077b2b03ea36" providerId="ADAL" clId="{9ADCDAC9-F5DC-450B-9783-2C53E939E86A}" dt="2024-07-10T04:57:14.702" v="2118" actId="1076"/>
          <ac:spMkLst>
            <pc:docMk/>
            <pc:sldMk cId="1207156158" sldId="288"/>
            <ac:spMk id="15" creationId="{8D1B3844-BC5B-7CCF-D969-8F2CD20702B8}"/>
          </ac:spMkLst>
        </pc:spChg>
        <pc:grpChg chg="mod">
          <ac:chgData name="池口　晃太" userId="dec468ab-743d-4860-a388-077b2b03ea36" providerId="ADAL" clId="{9ADCDAC9-F5DC-450B-9783-2C53E939E86A}" dt="2024-07-10T04:46:52.554" v="1830" actId="1076"/>
          <ac:grpSpMkLst>
            <pc:docMk/>
            <pc:sldMk cId="1207156158" sldId="288"/>
            <ac:grpSpMk id="8" creationId="{81372697-1BC1-616A-C33B-93CB6852FA13}"/>
          </ac:grpSpMkLst>
        </pc:grpChg>
      </pc:sldChg>
      <pc:sldChg chg="modSp">
        <pc:chgData name="池口　晃太" userId="dec468ab-743d-4860-a388-077b2b03ea36" providerId="ADAL" clId="{9ADCDAC9-F5DC-450B-9783-2C53E939E86A}" dt="2024-06-28T05:05:21.453" v="1" actId="20578"/>
        <pc:sldMkLst>
          <pc:docMk/>
          <pc:sldMk cId="2490581731" sldId="297"/>
        </pc:sldMkLst>
        <pc:spChg chg="mod">
          <ac:chgData name="池口　晃太" userId="dec468ab-743d-4860-a388-077b2b03ea36" providerId="ADAL" clId="{9ADCDAC9-F5DC-450B-9783-2C53E939E86A}" dt="2024-06-28T05:05:21.453" v="1" actId="20578"/>
          <ac:spMkLst>
            <pc:docMk/>
            <pc:sldMk cId="2490581731" sldId="297"/>
            <ac:spMk id="5" creationId="{B291250F-1D31-1865-7156-56EC4AB2D687}"/>
          </ac:spMkLst>
        </pc:spChg>
      </pc:sldChg>
      <pc:sldChg chg="modSp mod modNotesTx">
        <pc:chgData name="池口　晃太" userId="dec468ab-743d-4860-a388-077b2b03ea36" providerId="ADAL" clId="{9ADCDAC9-F5DC-450B-9783-2C53E939E86A}" dt="2024-07-10T04:41:06.262" v="1715" actId="20577"/>
        <pc:sldMkLst>
          <pc:docMk/>
          <pc:sldMk cId="1019084019" sldId="303"/>
        </pc:sldMkLst>
        <pc:spChg chg="mod">
          <ac:chgData name="池口　晃太" userId="dec468ab-743d-4860-a388-077b2b03ea36" providerId="ADAL" clId="{9ADCDAC9-F5DC-450B-9783-2C53E939E86A}" dt="2024-07-10T04:41:06.262" v="1715" actId="20577"/>
          <ac:spMkLst>
            <pc:docMk/>
            <pc:sldMk cId="1019084019" sldId="303"/>
            <ac:spMk id="2" creationId="{CE40E1C7-CCB5-160E-DA6B-137B4687CE8D}"/>
          </ac:spMkLst>
        </pc:spChg>
      </pc:sldChg>
      <pc:sldChg chg="modSp mod modNotesTx">
        <pc:chgData name="池口　晃太" userId="dec468ab-743d-4860-a388-077b2b03ea36" providerId="ADAL" clId="{9ADCDAC9-F5DC-450B-9783-2C53E939E86A}" dt="2024-07-10T04:37:50.931" v="1673" actId="20577"/>
        <pc:sldMkLst>
          <pc:docMk/>
          <pc:sldMk cId="2656734789" sldId="308"/>
        </pc:sldMkLst>
        <pc:spChg chg="mod">
          <ac:chgData name="池口　晃太" userId="dec468ab-743d-4860-a388-077b2b03ea36" providerId="ADAL" clId="{9ADCDAC9-F5DC-450B-9783-2C53E939E86A}" dt="2024-07-10T04:37:50.931" v="1673" actId="20577"/>
          <ac:spMkLst>
            <pc:docMk/>
            <pc:sldMk cId="2656734789" sldId="308"/>
            <ac:spMk id="3" creationId="{252E3B82-FA1F-6CF5-4B60-E8DA8731A948}"/>
          </ac:spMkLst>
        </pc:spChg>
      </pc:sldChg>
      <pc:sldChg chg="modNotesTx">
        <pc:chgData name="池口　晃太" userId="dec468ab-743d-4860-a388-077b2b03ea36" providerId="ADAL" clId="{9ADCDAC9-F5DC-450B-9783-2C53E939E86A}" dt="2024-07-10T04:45:05.584" v="1808" actId="20577"/>
        <pc:sldMkLst>
          <pc:docMk/>
          <pc:sldMk cId="256652223" sldId="313"/>
        </pc:sldMkLst>
      </pc:sldChg>
      <pc:sldChg chg="modSp mod">
        <pc:chgData name="池口　晃太" userId="dec468ab-743d-4860-a388-077b2b03ea36" providerId="ADAL" clId="{9ADCDAC9-F5DC-450B-9783-2C53E939E86A}" dt="2024-07-10T04:45:32.285" v="1826" actId="20577"/>
        <pc:sldMkLst>
          <pc:docMk/>
          <pc:sldMk cId="460542159" sldId="314"/>
        </pc:sldMkLst>
        <pc:spChg chg="mod">
          <ac:chgData name="池口　晃太" userId="dec468ab-743d-4860-a388-077b2b03ea36" providerId="ADAL" clId="{9ADCDAC9-F5DC-450B-9783-2C53E939E86A}" dt="2024-07-10T04:45:32.285" v="1826" actId="20577"/>
          <ac:spMkLst>
            <pc:docMk/>
            <pc:sldMk cId="460542159" sldId="314"/>
            <ac:spMk id="2" creationId="{CE40E1C7-CCB5-160E-DA6B-137B4687CE8D}"/>
          </ac:spMkLst>
        </pc:spChg>
      </pc:sldChg>
    </pc:docChg>
  </pc:docChgLst>
  <pc:docChgLst>
    <pc:chgData name="池口　晃太" userId="dec468ab-743d-4860-a388-077b2b03ea36" providerId="ADAL" clId="{CCD9B3B3-A6B6-4A27-A2FE-34E6FB9D3373}"/>
    <pc:docChg chg="undo redo custSel addSld delSld modSld sldOrd addSection delSection modSection">
      <pc:chgData name="池口　晃太" userId="dec468ab-743d-4860-a388-077b2b03ea36" providerId="ADAL" clId="{CCD9B3B3-A6B6-4A27-A2FE-34E6FB9D3373}" dt="2024-07-10T07:36:07.022" v="33981" actId="20577"/>
      <pc:docMkLst>
        <pc:docMk/>
      </pc:docMkLst>
      <pc:sldChg chg="addSp delSp modSp mod modClrScheme chgLayout">
        <pc:chgData name="池口　晃太" userId="dec468ab-743d-4860-a388-077b2b03ea36" providerId="ADAL" clId="{CCD9B3B3-A6B6-4A27-A2FE-34E6FB9D3373}" dt="2024-06-12T06:09:27.241" v="6122" actId="1076"/>
        <pc:sldMkLst>
          <pc:docMk/>
          <pc:sldMk cId="3329537526" sldId="256"/>
        </pc:sldMkLst>
        <pc:spChg chg="del">
          <ac:chgData name="池口　晃太" userId="dec468ab-743d-4860-a388-077b2b03ea36" providerId="ADAL" clId="{CCD9B3B3-A6B6-4A27-A2FE-34E6FB9D3373}" dt="2024-05-29T10:15:33.533" v="0" actId="478"/>
          <ac:spMkLst>
            <pc:docMk/>
            <pc:sldMk cId="3329537526" sldId="256"/>
            <ac:spMk id="2" creationId="{13A2B9D4-EC5E-2F1E-1075-F4C79C3F96C6}"/>
          </ac:spMkLst>
        </pc:spChg>
        <pc:spChg chg="del">
          <ac:chgData name="池口　晃太" userId="dec468ab-743d-4860-a388-077b2b03ea36" providerId="ADAL" clId="{CCD9B3B3-A6B6-4A27-A2FE-34E6FB9D3373}" dt="2024-05-29T10:15:35.876" v="1" actId="478"/>
          <ac:spMkLst>
            <pc:docMk/>
            <pc:sldMk cId="3329537526" sldId="256"/>
            <ac:spMk id="3" creationId="{2E8C619B-7BEE-5C96-D1C5-45463DCE1E73}"/>
          </ac:spMkLst>
        </pc:spChg>
        <pc:spChg chg="add del mod">
          <ac:chgData name="池口　晃太" userId="dec468ab-743d-4860-a388-077b2b03ea36" providerId="ADAL" clId="{CCD9B3B3-A6B6-4A27-A2FE-34E6FB9D3373}" dt="2024-05-29T10:20:44.746" v="47" actId="478"/>
          <ac:spMkLst>
            <pc:docMk/>
            <pc:sldMk cId="3329537526" sldId="256"/>
            <ac:spMk id="7" creationId="{FF10C0EB-17BC-E8C8-DA07-66AA9827B665}"/>
          </ac:spMkLst>
        </pc:spChg>
        <pc:spChg chg="add mod ord">
          <ac:chgData name="池口　晃太" userId="dec468ab-743d-4860-a388-077b2b03ea36" providerId="ADAL" clId="{CCD9B3B3-A6B6-4A27-A2FE-34E6FB9D3373}" dt="2024-06-12T06:09:27.241" v="6122" actId="1076"/>
          <ac:spMkLst>
            <pc:docMk/>
            <pc:sldMk cId="3329537526" sldId="256"/>
            <ac:spMk id="8" creationId="{ECE71C95-0FF0-A893-40F8-18734C6E97E5}"/>
          </ac:spMkLst>
        </pc:spChg>
        <pc:spChg chg="add del mod">
          <ac:chgData name="池口　晃太" userId="dec468ab-743d-4860-a388-077b2b03ea36" providerId="ADAL" clId="{CCD9B3B3-A6B6-4A27-A2FE-34E6FB9D3373}" dt="2024-05-29T10:21:18.687" v="51" actId="478"/>
          <ac:spMkLst>
            <pc:docMk/>
            <pc:sldMk cId="3329537526" sldId="256"/>
            <ac:spMk id="10" creationId="{11328881-B3BB-8911-627C-E674F05E2F46}"/>
          </ac:spMkLst>
        </pc:spChg>
        <pc:spChg chg="add mod">
          <ac:chgData name="池口　晃太" userId="dec468ab-743d-4860-a388-077b2b03ea36" providerId="ADAL" clId="{CCD9B3B3-A6B6-4A27-A2FE-34E6FB9D3373}" dt="2024-05-29T10:23:00.011" v="96" actId="20577"/>
          <ac:spMkLst>
            <pc:docMk/>
            <pc:sldMk cId="3329537526" sldId="256"/>
            <ac:spMk id="11" creationId="{AA8EC959-9AB7-7CB6-2B4B-F24B0B909463}"/>
          </ac:spMkLst>
        </pc:spChg>
        <pc:picChg chg="add del mod">
          <ac:chgData name="池口　晃太" userId="dec468ab-743d-4860-a388-077b2b03ea36" providerId="ADAL" clId="{CCD9B3B3-A6B6-4A27-A2FE-34E6FB9D3373}" dt="2024-06-12T02:52:35.851" v="4875" actId="478"/>
          <ac:picMkLst>
            <pc:docMk/>
            <pc:sldMk cId="3329537526" sldId="256"/>
            <ac:picMk id="2" creationId="{45508FEA-B73E-952F-904B-B95EE4BE29A1}"/>
          </ac:picMkLst>
        </pc:picChg>
        <pc:picChg chg="add mod">
          <ac:chgData name="池口　晃太" userId="dec468ab-743d-4860-a388-077b2b03ea36" providerId="ADAL" clId="{CCD9B3B3-A6B6-4A27-A2FE-34E6FB9D3373}" dt="2024-05-29T10:20:58.531" v="50" actId="1076"/>
          <ac:picMkLst>
            <pc:docMk/>
            <pc:sldMk cId="3329537526" sldId="256"/>
            <ac:picMk id="4" creationId="{9F4C2637-B81D-CBB9-D670-E0720BB4AEA1}"/>
          </ac:picMkLst>
        </pc:picChg>
        <pc:picChg chg="add mod">
          <ac:chgData name="池口　晃太" userId="dec468ab-743d-4860-a388-077b2b03ea36" providerId="ADAL" clId="{CCD9B3B3-A6B6-4A27-A2FE-34E6FB9D3373}" dt="2024-06-12T02:53:13.436" v="4879" actId="1076"/>
          <ac:picMkLst>
            <pc:docMk/>
            <pc:sldMk cId="3329537526" sldId="256"/>
            <ac:picMk id="5" creationId="{80F2721C-E4B8-47C1-4481-9FE74135DD19}"/>
          </ac:picMkLst>
        </pc:picChg>
        <pc:picChg chg="add del mod modCrop">
          <ac:chgData name="池口　晃太" userId="dec468ab-743d-4860-a388-077b2b03ea36" providerId="ADAL" clId="{CCD9B3B3-A6B6-4A27-A2FE-34E6FB9D3373}" dt="2024-06-12T02:51:44.254" v="4831" actId="21"/>
          <ac:picMkLst>
            <pc:docMk/>
            <pc:sldMk cId="3329537526" sldId="256"/>
            <ac:picMk id="6" creationId="{31A47DEA-C7A8-DB5E-496B-D772E58B4E6D}"/>
          </ac:picMkLst>
        </pc:picChg>
      </pc:sldChg>
      <pc:sldChg chg="add del">
        <pc:chgData name="池口　晃太" userId="dec468ab-743d-4860-a388-077b2b03ea36" providerId="ADAL" clId="{CCD9B3B3-A6B6-4A27-A2FE-34E6FB9D3373}" dt="2024-06-12T06:33:25.697" v="6615"/>
        <pc:sldMkLst>
          <pc:docMk/>
          <pc:sldMk cId="1573259436" sldId="257"/>
        </pc:sldMkLst>
      </pc:sldChg>
      <pc:sldChg chg="addSp delSp modSp new del mod">
        <pc:chgData name="池口　晃太" userId="dec468ab-743d-4860-a388-077b2b03ea36" providerId="ADAL" clId="{CCD9B3B3-A6B6-4A27-A2FE-34E6FB9D3373}" dt="2024-06-12T06:31:17.103" v="6613" actId="2696"/>
        <pc:sldMkLst>
          <pc:docMk/>
          <pc:sldMk cId="4023085852" sldId="257"/>
        </pc:sldMkLst>
        <pc:spChg chg="add mod">
          <ac:chgData name="池口　晃太" userId="dec468ab-743d-4860-a388-077b2b03ea36" providerId="ADAL" clId="{CCD9B3B3-A6B6-4A27-A2FE-34E6FB9D3373}" dt="2024-05-29T10:45:38.299" v="181" actId="20577"/>
          <ac:spMkLst>
            <pc:docMk/>
            <pc:sldMk cId="4023085852" sldId="257"/>
            <ac:spMk id="2" creationId="{40E6628C-CF6E-4E13-2A9D-2DC276368935}"/>
          </ac:spMkLst>
        </pc:spChg>
        <pc:spChg chg="add mod">
          <ac:chgData name="池口　晃太" userId="dec468ab-743d-4860-a388-077b2b03ea36" providerId="ADAL" clId="{CCD9B3B3-A6B6-4A27-A2FE-34E6FB9D3373}" dt="2024-05-29T23:08:35.286" v="816" actId="1076"/>
          <ac:spMkLst>
            <pc:docMk/>
            <pc:sldMk cId="4023085852" sldId="257"/>
            <ac:spMk id="3" creationId="{9BD0AA37-23B9-5B3E-0377-BFC5B8B7E6DB}"/>
          </ac:spMkLst>
        </pc:spChg>
        <pc:spChg chg="add del mod">
          <ac:chgData name="池口　晃太" userId="dec468ab-743d-4860-a388-077b2b03ea36" providerId="ADAL" clId="{CCD9B3B3-A6B6-4A27-A2FE-34E6FB9D3373}" dt="2024-05-29T10:56:50.449" v="249" actId="478"/>
          <ac:spMkLst>
            <pc:docMk/>
            <pc:sldMk cId="4023085852" sldId="257"/>
            <ac:spMk id="6" creationId="{E8BF27F2-86A1-BA66-9C49-A32DE69351A5}"/>
          </ac:spMkLst>
        </pc:spChg>
        <pc:spChg chg="add mod">
          <ac:chgData name="池口　晃太" userId="dec468ab-743d-4860-a388-077b2b03ea36" providerId="ADAL" clId="{CCD9B3B3-A6B6-4A27-A2FE-34E6FB9D3373}" dt="2024-05-29T23:15:30.980" v="1093" actId="1076"/>
          <ac:spMkLst>
            <pc:docMk/>
            <pc:sldMk cId="4023085852" sldId="257"/>
            <ac:spMk id="7" creationId="{8F58F6F9-87B2-E26A-476F-D95DDC83581E}"/>
          </ac:spMkLst>
        </pc:spChg>
        <pc:spChg chg="add mod">
          <ac:chgData name="池口　晃太" userId="dec468ab-743d-4860-a388-077b2b03ea36" providerId="ADAL" clId="{CCD9B3B3-A6B6-4A27-A2FE-34E6FB9D3373}" dt="2024-05-30T00:34:28.965" v="1604" actId="1076"/>
          <ac:spMkLst>
            <pc:docMk/>
            <pc:sldMk cId="4023085852" sldId="257"/>
            <ac:spMk id="8" creationId="{89DE415C-C6C0-7175-6EFD-8D1E8CB57DDA}"/>
          </ac:spMkLst>
        </pc:spChg>
        <pc:spChg chg="add mod">
          <ac:chgData name="池口　晃太" userId="dec468ab-743d-4860-a388-077b2b03ea36" providerId="ADAL" clId="{CCD9B3B3-A6B6-4A27-A2FE-34E6FB9D3373}" dt="2024-05-30T00:34:35.631" v="1614" actId="20577"/>
          <ac:spMkLst>
            <pc:docMk/>
            <pc:sldMk cId="4023085852" sldId="257"/>
            <ac:spMk id="9" creationId="{15D1E5A8-DC5C-EB99-C7D4-6455676D1B84}"/>
          </ac:spMkLst>
        </pc:spChg>
        <pc:picChg chg="add mod">
          <ac:chgData name="池口　晃太" userId="dec468ab-743d-4860-a388-077b2b03ea36" providerId="ADAL" clId="{CCD9B3B3-A6B6-4A27-A2FE-34E6FB9D3373}" dt="2024-05-29T10:56:09.058" v="244" actId="1076"/>
          <ac:picMkLst>
            <pc:docMk/>
            <pc:sldMk cId="4023085852" sldId="257"/>
            <ac:picMk id="5" creationId="{A549FD83-5CD6-862E-6612-B6A2145D37F0}"/>
          </ac:picMkLst>
        </pc:picChg>
      </pc:sldChg>
      <pc:sldChg chg="addSp modSp new del mod">
        <pc:chgData name="池口　晃太" userId="dec468ab-743d-4860-a388-077b2b03ea36" providerId="ADAL" clId="{CCD9B3B3-A6B6-4A27-A2FE-34E6FB9D3373}" dt="2024-05-29T23:08:40.657" v="817" actId="2696"/>
        <pc:sldMkLst>
          <pc:docMk/>
          <pc:sldMk cId="1856864758" sldId="258"/>
        </pc:sldMkLst>
        <pc:spChg chg="add mod">
          <ac:chgData name="池口　晃太" userId="dec468ab-743d-4860-a388-077b2b03ea36" providerId="ADAL" clId="{CCD9B3B3-A6B6-4A27-A2FE-34E6FB9D3373}" dt="2024-05-29T10:59:24.788" v="370" actId="20577"/>
          <ac:spMkLst>
            <pc:docMk/>
            <pc:sldMk cId="1856864758" sldId="258"/>
            <ac:spMk id="2" creationId="{8BF4B291-B19C-8D83-94B9-7377274AECA3}"/>
          </ac:spMkLst>
        </pc:spChg>
      </pc:sldChg>
      <pc:sldChg chg="add del">
        <pc:chgData name="池口　晃太" userId="dec468ab-743d-4860-a388-077b2b03ea36" providerId="ADAL" clId="{CCD9B3B3-A6B6-4A27-A2FE-34E6FB9D3373}" dt="2024-06-12T06:33:25.697" v="6615"/>
        <pc:sldMkLst>
          <pc:docMk/>
          <pc:sldMk cId="1362182614" sldId="259"/>
        </pc:sldMkLst>
      </pc:sldChg>
      <pc:sldChg chg="addSp delSp modSp new del mod">
        <pc:chgData name="池口　晃太" userId="dec468ab-743d-4860-a388-077b2b03ea36" providerId="ADAL" clId="{CCD9B3B3-A6B6-4A27-A2FE-34E6FB9D3373}" dt="2024-06-12T06:31:17.103" v="6613" actId="2696"/>
        <pc:sldMkLst>
          <pc:docMk/>
          <pc:sldMk cId="1681736737" sldId="259"/>
        </pc:sldMkLst>
        <pc:spChg chg="add mod">
          <ac:chgData name="池口　晃太" userId="dec468ab-743d-4860-a388-077b2b03ea36" providerId="ADAL" clId="{CCD9B3B3-A6B6-4A27-A2FE-34E6FB9D3373}" dt="2024-05-29T11:24:31.183" v="657" actId="20577"/>
          <ac:spMkLst>
            <pc:docMk/>
            <pc:sldMk cId="1681736737" sldId="259"/>
            <ac:spMk id="2" creationId="{BFB708A5-A844-842D-49CA-0D80D0435B61}"/>
          </ac:spMkLst>
        </pc:spChg>
        <pc:spChg chg="add mod">
          <ac:chgData name="池口　晃太" userId="dec468ab-743d-4860-a388-077b2b03ea36" providerId="ADAL" clId="{CCD9B3B3-A6B6-4A27-A2FE-34E6FB9D3373}" dt="2024-05-29T11:18:33.668" v="544" actId="1076"/>
          <ac:spMkLst>
            <pc:docMk/>
            <pc:sldMk cId="1681736737" sldId="259"/>
            <ac:spMk id="3" creationId="{0D6A8CE1-38CC-DC49-7724-E9DB6D91C8DB}"/>
          </ac:spMkLst>
        </pc:spChg>
        <pc:spChg chg="add mod">
          <ac:chgData name="池口　晃太" userId="dec468ab-743d-4860-a388-077b2b03ea36" providerId="ADAL" clId="{CCD9B3B3-A6B6-4A27-A2FE-34E6FB9D3373}" dt="2024-05-29T11:19:05.009" v="588" actId="1076"/>
          <ac:spMkLst>
            <pc:docMk/>
            <pc:sldMk cId="1681736737" sldId="259"/>
            <ac:spMk id="6" creationId="{A0193FBF-EB28-C224-AF10-F9ED9CD794E4}"/>
          </ac:spMkLst>
        </pc:spChg>
        <pc:spChg chg="add del mod">
          <ac:chgData name="池口　晃太" userId="dec468ab-743d-4860-a388-077b2b03ea36" providerId="ADAL" clId="{CCD9B3B3-A6B6-4A27-A2FE-34E6FB9D3373}" dt="2024-05-29T11:24:02.102" v="635" actId="478"/>
          <ac:spMkLst>
            <pc:docMk/>
            <pc:sldMk cId="1681736737" sldId="259"/>
            <ac:spMk id="7" creationId="{46C6915E-A066-4AFD-0317-72BEAA2B6F41}"/>
          </ac:spMkLst>
        </pc:spChg>
        <pc:picChg chg="add mod">
          <ac:chgData name="池口　晃太" userId="dec468ab-743d-4860-a388-077b2b03ea36" providerId="ADAL" clId="{CCD9B3B3-A6B6-4A27-A2FE-34E6FB9D3373}" dt="2024-05-29T11:14:50.128" v="502" actId="1076"/>
          <ac:picMkLst>
            <pc:docMk/>
            <pc:sldMk cId="1681736737" sldId="259"/>
            <ac:picMk id="5" creationId="{E50DFEE3-0636-2DB4-8907-AB311C96E1DF}"/>
          </ac:picMkLst>
        </pc:picChg>
      </pc:sldChg>
      <pc:sldChg chg="addSp delSp modSp add del mod ord">
        <pc:chgData name="池口　晃太" userId="dec468ab-743d-4860-a388-077b2b03ea36" providerId="ADAL" clId="{CCD9B3B3-A6B6-4A27-A2FE-34E6FB9D3373}" dt="2024-06-12T06:31:17.103" v="6613" actId="2696"/>
        <pc:sldMkLst>
          <pc:docMk/>
          <pc:sldMk cId="2079565771" sldId="260"/>
        </pc:sldMkLst>
        <pc:spChg chg="mod">
          <ac:chgData name="池口　晃太" userId="dec468ab-743d-4860-a388-077b2b03ea36" providerId="ADAL" clId="{CCD9B3B3-A6B6-4A27-A2FE-34E6FB9D3373}" dt="2024-05-29T11:25:09.310" v="708" actId="20577"/>
          <ac:spMkLst>
            <pc:docMk/>
            <pc:sldMk cId="2079565771" sldId="260"/>
            <ac:spMk id="2" creationId="{8BF4B291-B19C-8D83-94B9-7377274AECA3}"/>
          </ac:spMkLst>
        </pc:spChg>
        <pc:spChg chg="add mod">
          <ac:chgData name="池口　晃太" userId="dec468ab-743d-4860-a388-077b2b03ea36" providerId="ADAL" clId="{CCD9B3B3-A6B6-4A27-A2FE-34E6FB9D3373}" dt="2024-05-29T23:17:13.108" v="1203" actId="1076"/>
          <ac:spMkLst>
            <pc:docMk/>
            <pc:sldMk cId="2079565771" sldId="260"/>
            <ac:spMk id="3" creationId="{16EA9BE8-431E-879C-36FB-F437631C8E6A}"/>
          </ac:spMkLst>
        </pc:spChg>
        <pc:spChg chg="add del mod">
          <ac:chgData name="池口　晃太" userId="dec468ab-743d-4860-a388-077b2b03ea36" providerId="ADAL" clId="{CCD9B3B3-A6B6-4A27-A2FE-34E6FB9D3373}" dt="2024-05-29T23:15:28.414" v="1092" actId="478"/>
          <ac:spMkLst>
            <pc:docMk/>
            <pc:sldMk cId="2079565771" sldId="260"/>
            <ac:spMk id="4" creationId="{9F0D0764-4089-A829-9C9A-782ED00FFF1F}"/>
          </ac:spMkLst>
        </pc:spChg>
        <pc:spChg chg="add mod">
          <ac:chgData name="池口　晃太" userId="dec468ab-743d-4860-a388-077b2b03ea36" providerId="ADAL" clId="{CCD9B3B3-A6B6-4A27-A2FE-34E6FB9D3373}" dt="2024-05-30T01:06:16.684" v="1870" actId="1076"/>
          <ac:spMkLst>
            <pc:docMk/>
            <pc:sldMk cId="2079565771" sldId="260"/>
            <ac:spMk id="5" creationId="{AAFCBBE0-F478-F2F4-7A3A-1FB183A08FA3}"/>
          </ac:spMkLst>
        </pc:spChg>
        <pc:spChg chg="add mod">
          <ac:chgData name="池口　晃太" userId="dec468ab-743d-4860-a388-077b2b03ea36" providerId="ADAL" clId="{CCD9B3B3-A6B6-4A27-A2FE-34E6FB9D3373}" dt="2024-05-30T01:33:01.603" v="2395" actId="1076"/>
          <ac:spMkLst>
            <pc:docMk/>
            <pc:sldMk cId="2079565771" sldId="260"/>
            <ac:spMk id="6" creationId="{B54FC5F1-77AE-74CE-C47D-50FA4EC7D2D2}"/>
          </ac:spMkLst>
        </pc:spChg>
      </pc:sldChg>
      <pc:sldChg chg="add del">
        <pc:chgData name="池口　晃太" userId="dec468ab-743d-4860-a388-077b2b03ea36" providerId="ADAL" clId="{CCD9B3B3-A6B6-4A27-A2FE-34E6FB9D3373}" dt="2024-06-12T06:33:25.697" v="6615"/>
        <pc:sldMkLst>
          <pc:docMk/>
          <pc:sldMk cId="2084164280" sldId="260"/>
        </pc:sldMkLst>
      </pc:sldChg>
      <pc:sldChg chg="add del">
        <pc:chgData name="池口　晃太" userId="dec468ab-743d-4860-a388-077b2b03ea36" providerId="ADAL" clId="{CCD9B3B3-A6B6-4A27-A2FE-34E6FB9D3373}" dt="2024-06-12T06:33:25.697" v="6615"/>
        <pc:sldMkLst>
          <pc:docMk/>
          <pc:sldMk cId="2984123812" sldId="261"/>
        </pc:sldMkLst>
      </pc:sldChg>
      <pc:sldChg chg="addSp modSp new del mod ord addCm delCm">
        <pc:chgData name="池口　晃太" userId="dec468ab-743d-4860-a388-077b2b03ea36" providerId="ADAL" clId="{CCD9B3B3-A6B6-4A27-A2FE-34E6FB9D3373}" dt="2024-06-12T06:31:17.103" v="6613" actId="2696"/>
        <pc:sldMkLst>
          <pc:docMk/>
          <pc:sldMk cId="3520197742" sldId="261"/>
        </pc:sldMkLst>
        <pc:spChg chg="add mod">
          <ac:chgData name="池口　晃太" userId="dec468ab-743d-4860-a388-077b2b03ea36" providerId="ADAL" clId="{CCD9B3B3-A6B6-4A27-A2FE-34E6FB9D3373}" dt="2024-05-29T23:55:25.974" v="1346" actId="20577"/>
          <ac:spMkLst>
            <pc:docMk/>
            <pc:sldMk cId="3520197742" sldId="261"/>
            <ac:spMk id="4" creationId="{D65134CF-9010-F5CE-7A44-899208239A1D}"/>
          </ac:spMkLst>
        </pc:spChg>
        <pc:picChg chg="add mod">
          <ac:chgData name="池口　晃太" userId="dec468ab-743d-4860-a388-077b2b03ea36" providerId="ADAL" clId="{CCD9B3B3-A6B6-4A27-A2FE-34E6FB9D3373}" dt="2024-05-30T05:32:22.245" v="4826" actId="1076"/>
          <ac:picMkLst>
            <pc:docMk/>
            <pc:sldMk cId="3520197742" sldId="261"/>
            <ac:picMk id="3" creationId="{F1D9AFA0-5B77-EBDC-BD44-86B0975B3E91}"/>
          </ac:picMkLst>
        </pc:picChg>
        <pc:extLst>
          <p:ext xmlns:p="http://schemas.openxmlformats.org/presentationml/2006/main" uri="{D6D511B9-2390-475A-947B-AFAB55BFBCF1}">
            <pc226:cmChg xmlns:pc226="http://schemas.microsoft.com/office/powerpoint/2022/06/main/command" chg="add del">
              <pc226:chgData name="池口　晃太" userId="dec468ab-743d-4860-a388-077b2b03ea36" providerId="ADAL" clId="{CCD9B3B3-A6B6-4A27-A2FE-34E6FB9D3373}" dt="2024-05-30T01:26:32.407" v="2308"/>
              <pc2:cmMkLst xmlns:pc2="http://schemas.microsoft.com/office/powerpoint/2019/9/main/command">
                <pc:docMk/>
                <pc:sldMk cId="3520197742" sldId="261"/>
                <pc2:cmMk id="{7EFAC0B9-DBDF-4170-8E5F-9ED9563C2498}"/>
              </pc2:cmMkLst>
            </pc226:cmChg>
          </p:ext>
        </pc:extLst>
      </pc:sldChg>
      <pc:sldChg chg="addSp delSp modSp new del mod ord">
        <pc:chgData name="池口　晃太" userId="dec468ab-743d-4860-a388-077b2b03ea36" providerId="ADAL" clId="{CCD9B3B3-A6B6-4A27-A2FE-34E6FB9D3373}" dt="2024-05-30T05:26:56.537" v="4794" actId="47"/>
        <pc:sldMkLst>
          <pc:docMk/>
          <pc:sldMk cId="467422927" sldId="262"/>
        </pc:sldMkLst>
        <pc:spChg chg="add mod">
          <ac:chgData name="池口　晃太" userId="dec468ab-743d-4860-a388-077b2b03ea36" providerId="ADAL" clId="{CCD9B3B3-A6B6-4A27-A2FE-34E6FB9D3373}" dt="2024-05-29T23:51:24.234" v="1321" actId="20577"/>
          <ac:spMkLst>
            <pc:docMk/>
            <pc:sldMk cId="467422927" sldId="262"/>
            <ac:spMk id="4" creationId="{D4C5A902-D0F1-31C9-912C-FAC59058C266}"/>
          </ac:spMkLst>
        </pc:spChg>
        <pc:picChg chg="add del mod">
          <ac:chgData name="池口　晃太" userId="dec468ab-743d-4860-a388-077b2b03ea36" providerId="ADAL" clId="{CCD9B3B3-A6B6-4A27-A2FE-34E6FB9D3373}" dt="2024-05-30T03:56:03.923" v="4159" actId="21"/>
          <ac:picMkLst>
            <pc:docMk/>
            <pc:sldMk cId="467422927" sldId="262"/>
            <ac:picMk id="3" creationId="{7B08067B-90AF-3CF4-F0C5-C379BED09F07}"/>
          </ac:picMkLst>
        </pc:picChg>
      </pc:sldChg>
      <pc:sldChg chg="add del">
        <pc:chgData name="池口　晃太" userId="dec468ab-743d-4860-a388-077b2b03ea36" providerId="ADAL" clId="{CCD9B3B3-A6B6-4A27-A2FE-34E6FB9D3373}" dt="2024-06-12T06:33:25.697" v="6615"/>
        <pc:sldMkLst>
          <pc:docMk/>
          <pc:sldMk cId="1475269194" sldId="263"/>
        </pc:sldMkLst>
      </pc:sldChg>
      <pc:sldChg chg="addSp modSp new del mod">
        <pc:chgData name="池口　晃太" userId="dec468ab-743d-4860-a388-077b2b03ea36" providerId="ADAL" clId="{CCD9B3B3-A6B6-4A27-A2FE-34E6FB9D3373}" dt="2024-06-12T06:31:17.103" v="6613" actId="2696"/>
        <pc:sldMkLst>
          <pc:docMk/>
          <pc:sldMk cId="4157438517" sldId="263"/>
        </pc:sldMkLst>
        <pc:spChg chg="add mod">
          <ac:chgData name="池口　晃太" userId="dec468ab-743d-4860-a388-077b2b03ea36" providerId="ADAL" clId="{CCD9B3B3-A6B6-4A27-A2FE-34E6FB9D3373}" dt="2024-05-30T00:14:42.701" v="1386" actId="27636"/>
          <ac:spMkLst>
            <pc:docMk/>
            <pc:sldMk cId="4157438517" sldId="263"/>
            <ac:spMk id="2" creationId="{9BADBE35-2848-ACCB-41FC-35AFFE61DE01}"/>
          </ac:spMkLst>
        </pc:spChg>
        <pc:spChg chg="add mod">
          <ac:chgData name="池口　晃太" userId="dec468ab-743d-4860-a388-077b2b03ea36" providerId="ADAL" clId="{CCD9B3B3-A6B6-4A27-A2FE-34E6FB9D3373}" dt="2024-05-30T00:20:31.682" v="1431" actId="20577"/>
          <ac:spMkLst>
            <pc:docMk/>
            <pc:sldMk cId="4157438517" sldId="263"/>
            <ac:spMk id="3" creationId="{3489893A-F54C-D5D4-7DDC-1E35718BE666}"/>
          </ac:spMkLst>
        </pc:spChg>
      </pc:sldChg>
      <pc:sldChg chg="add del">
        <pc:chgData name="池口　晃太" userId="dec468ab-743d-4860-a388-077b2b03ea36" providerId="ADAL" clId="{CCD9B3B3-A6B6-4A27-A2FE-34E6FB9D3373}" dt="2024-06-12T06:33:25.697" v="6615"/>
        <pc:sldMkLst>
          <pc:docMk/>
          <pc:sldMk cId="328952428" sldId="264"/>
        </pc:sldMkLst>
      </pc:sldChg>
      <pc:sldChg chg="addSp delSp modSp add del mod ord">
        <pc:chgData name="池口　晃太" userId="dec468ab-743d-4860-a388-077b2b03ea36" providerId="ADAL" clId="{CCD9B3B3-A6B6-4A27-A2FE-34E6FB9D3373}" dt="2024-06-12T06:31:17.103" v="6613" actId="2696"/>
        <pc:sldMkLst>
          <pc:docMk/>
          <pc:sldMk cId="1227589417" sldId="264"/>
        </pc:sldMkLst>
        <pc:spChg chg="add mod">
          <ac:chgData name="池口　晃太" userId="dec468ab-743d-4860-a388-077b2b03ea36" providerId="ADAL" clId="{CCD9B3B3-A6B6-4A27-A2FE-34E6FB9D3373}" dt="2024-05-30T01:11:01.149" v="2017" actId="14100"/>
          <ac:spMkLst>
            <pc:docMk/>
            <pc:sldMk cId="1227589417" sldId="264"/>
            <ac:spMk id="2" creationId="{8D085760-B1CF-FA7E-39E7-D4BA67798C3B}"/>
          </ac:spMkLst>
        </pc:spChg>
        <pc:spChg chg="mod">
          <ac:chgData name="池口　晃太" userId="dec468ab-743d-4860-a388-077b2b03ea36" providerId="ADAL" clId="{CCD9B3B3-A6B6-4A27-A2FE-34E6FB9D3373}" dt="2024-05-30T00:58:07.494" v="1675" actId="20577"/>
          <ac:spMkLst>
            <pc:docMk/>
            <pc:sldMk cId="1227589417" sldId="264"/>
            <ac:spMk id="4" creationId="{D4C5A902-D0F1-31C9-912C-FAC59058C266}"/>
          </ac:spMkLst>
        </pc:spChg>
        <pc:spChg chg="add mod">
          <ac:chgData name="池口　晃太" userId="dec468ab-743d-4860-a388-077b2b03ea36" providerId="ADAL" clId="{CCD9B3B3-A6B6-4A27-A2FE-34E6FB9D3373}" dt="2024-05-30T01:12:54.414" v="2057" actId="1076"/>
          <ac:spMkLst>
            <pc:docMk/>
            <pc:sldMk cId="1227589417" sldId="264"/>
            <ac:spMk id="5" creationId="{3BF3EAD9-35AD-D3CA-CDFA-80CFA97C353F}"/>
          </ac:spMkLst>
        </pc:spChg>
        <pc:spChg chg="add mod">
          <ac:chgData name="池口　晃太" userId="dec468ab-743d-4860-a388-077b2b03ea36" providerId="ADAL" clId="{CCD9B3B3-A6B6-4A27-A2FE-34E6FB9D3373}" dt="2024-05-30T01:12:42.082" v="2054" actId="1076"/>
          <ac:spMkLst>
            <pc:docMk/>
            <pc:sldMk cId="1227589417" sldId="264"/>
            <ac:spMk id="6" creationId="{5E85847E-F3CC-7421-46E3-A8726769CBDF}"/>
          </ac:spMkLst>
        </pc:spChg>
        <pc:spChg chg="add del mod">
          <ac:chgData name="池口　晃太" userId="dec468ab-743d-4860-a388-077b2b03ea36" providerId="ADAL" clId="{CCD9B3B3-A6B6-4A27-A2FE-34E6FB9D3373}" dt="2024-05-30T01:05:42.873" v="1864" actId="478"/>
          <ac:spMkLst>
            <pc:docMk/>
            <pc:sldMk cId="1227589417" sldId="264"/>
            <ac:spMk id="7" creationId="{200DC822-0675-9CD6-B1F3-94E0A9F922AC}"/>
          </ac:spMkLst>
        </pc:spChg>
        <pc:spChg chg="add del mod">
          <ac:chgData name="池口　晃太" userId="dec468ab-743d-4860-a388-077b2b03ea36" providerId="ADAL" clId="{CCD9B3B3-A6B6-4A27-A2FE-34E6FB9D3373}" dt="2024-05-30T01:23:11.310" v="2224" actId="478"/>
          <ac:spMkLst>
            <pc:docMk/>
            <pc:sldMk cId="1227589417" sldId="264"/>
            <ac:spMk id="8" creationId="{696818A1-78E8-9923-3472-DCDFCA6E677D}"/>
          </ac:spMkLst>
        </pc:spChg>
        <pc:spChg chg="add del mod">
          <ac:chgData name="池口　晃太" userId="dec468ab-743d-4860-a388-077b2b03ea36" providerId="ADAL" clId="{CCD9B3B3-A6B6-4A27-A2FE-34E6FB9D3373}" dt="2024-05-30T01:07:41.466" v="1942" actId="478"/>
          <ac:spMkLst>
            <pc:docMk/>
            <pc:sldMk cId="1227589417" sldId="264"/>
            <ac:spMk id="9" creationId="{D153ECF4-DC55-0E14-FE2B-D884F7A058FF}"/>
          </ac:spMkLst>
        </pc:spChg>
        <pc:spChg chg="add del mod">
          <ac:chgData name="池口　晃太" userId="dec468ab-743d-4860-a388-077b2b03ea36" providerId="ADAL" clId="{CCD9B3B3-A6B6-4A27-A2FE-34E6FB9D3373}" dt="2024-05-30T01:08:46.160" v="1970" actId="478"/>
          <ac:spMkLst>
            <pc:docMk/>
            <pc:sldMk cId="1227589417" sldId="264"/>
            <ac:spMk id="10" creationId="{4EE5F578-D508-7D23-68B8-63AD8CD0E346}"/>
          </ac:spMkLst>
        </pc:spChg>
        <pc:spChg chg="add del mod">
          <ac:chgData name="池口　晃太" userId="dec468ab-743d-4860-a388-077b2b03ea36" providerId="ADAL" clId="{CCD9B3B3-A6B6-4A27-A2FE-34E6FB9D3373}" dt="2024-05-30T01:08:45.018" v="1969" actId="478"/>
          <ac:spMkLst>
            <pc:docMk/>
            <pc:sldMk cId="1227589417" sldId="264"/>
            <ac:spMk id="11" creationId="{2CD2543D-4CB5-94E9-D71E-304ECA9CE979}"/>
          </ac:spMkLst>
        </pc:spChg>
        <pc:spChg chg="add del mod">
          <ac:chgData name="池口　晃太" userId="dec468ab-743d-4860-a388-077b2b03ea36" providerId="ADAL" clId="{CCD9B3B3-A6B6-4A27-A2FE-34E6FB9D3373}" dt="2024-05-30T01:08:43.850" v="1968" actId="478"/>
          <ac:spMkLst>
            <pc:docMk/>
            <pc:sldMk cId="1227589417" sldId="264"/>
            <ac:spMk id="12" creationId="{5FC802D3-BC23-FD6E-7ACB-7FB6E2BE8D28}"/>
          </ac:spMkLst>
        </pc:spChg>
        <pc:spChg chg="add del mod">
          <ac:chgData name="池口　晃太" userId="dec468ab-743d-4860-a388-077b2b03ea36" providerId="ADAL" clId="{CCD9B3B3-A6B6-4A27-A2FE-34E6FB9D3373}" dt="2024-05-30T01:08:42.376" v="1967" actId="478"/>
          <ac:spMkLst>
            <pc:docMk/>
            <pc:sldMk cId="1227589417" sldId="264"/>
            <ac:spMk id="13" creationId="{EFDA6D64-9FA8-8C27-2511-F70224C38B55}"/>
          </ac:spMkLst>
        </pc:spChg>
        <pc:spChg chg="add del mod">
          <ac:chgData name="池口　晃太" userId="dec468ab-743d-4860-a388-077b2b03ea36" providerId="ADAL" clId="{CCD9B3B3-A6B6-4A27-A2FE-34E6FB9D3373}" dt="2024-05-30T01:13:41.126" v="2069" actId="478"/>
          <ac:spMkLst>
            <pc:docMk/>
            <pc:sldMk cId="1227589417" sldId="264"/>
            <ac:spMk id="14" creationId="{4AB87C8F-29A5-A79C-8BEC-D5FF283A97B8}"/>
          </ac:spMkLst>
        </pc:spChg>
        <pc:spChg chg="add del mod">
          <ac:chgData name="池口　晃太" userId="dec468ab-743d-4860-a388-077b2b03ea36" providerId="ADAL" clId="{CCD9B3B3-A6B6-4A27-A2FE-34E6FB9D3373}" dt="2024-05-30T01:09:11.095" v="1982" actId="478"/>
          <ac:spMkLst>
            <pc:docMk/>
            <pc:sldMk cId="1227589417" sldId="264"/>
            <ac:spMk id="15" creationId="{4306E13C-553F-D7F0-E653-FF356FA5733A}"/>
          </ac:spMkLst>
        </pc:spChg>
        <pc:spChg chg="add del mod">
          <ac:chgData name="池口　晃太" userId="dec468ab-743d-4860-a388-077b2b03ea36" providerId="ADAL" clId="{CCD9B3B3-A6B6-4A27-A2FE-34E6FB9D3373}" dt="2024-05-30T01:09:10.025" v="1981" actId="478"/>
          <ac:spMkLst>
            <pc:docMk/>
            <pc:sldMk cId="1227589417" sldId="264"/>
            <ac:spMk id="16" creationId="{F1D5642C-0A6E-A716-7F1C-D8A57C6427EB}"/>
          </ac:spMkLst>
        </pc:spChg>
        <pc:spChg chg="add del mod">
          <ac:chgData name="池口　晃太" userId="dec468ab-743d-4860-a388-077b2b03ea36" providerId="ADAL" clId="{CCD9B3B3-A6B6-4A27-A2FE-34E6FB9D3373}" dt="2024-05-30T01:09:09.048" v="1980" actId="478"/>
          <ac:spMkLst>
            <pc:docMk/>
            <pc:sldMk cId="1227589417" sldId="264"/>
            <ac:spMk id="17" creationId="{B8217D12-2F89-1A3E-9B79-AA68A12D3243}"/>
          </ac:spMkLst>
        </pc:spChg>
        <pc:spChg chg="add del mod">
          <ac:chgData name="池口　晃太" userId="dec468ab-743d-4860-a388-077b2b03ea36" providerId="ADAL" clId="{CCD9B3B3-A6B6-4A27-A2FE-34E6FB9D3373}" dt="2024-05-30T01:09:08.067" v="1979" actId="478"/>
          <ac:spMkLst>
            <pc:docMk/>
            <pc:sldMk cId="1227589417" sldId="264"/>
            <ac:spMk id="18" creationId="{62BD813B-C668-AD6B-46FB-C0201EDB6D17}"/>
          </ac:spMkLst>
        </pc:spChg>
        <pc:spChg chg="add del mod">
          <ac:chgData name="池口　晃太" userId="dec468ab-743d-4860-a388-077b2b03ea36" providerId="ADAL" clId="{CCD9B3B3-A6B6-4A27-A2FE-34E6FB9D3373}" dt="2024-05-30T01:09:17.733" v="1991" actId="478"/>
          <ac:spMkLst>
            <pc:docMk/>
            <pc:sldMk cId="1227589417" sldId="264"/>
            <ac:spMk id="19" creationId="{D0F607A5-DAD7-537D-9D3A-0BC19005894D}"/>
          </ac:spMkLst>
        </pc:spChg>
        <pc:spChg chg="add del mod">
          <ac:chgData name="池口　晃太" userId="dec468ab-743d-4860-a388-077b2b03ea36" providerId="ADAL" clId="{CCD9B3B3-A6B6-4A27-A2FE-34E6FB9D3373}" dt="2024-05-30T01:09:16.824" v="1990" actId="478"/>
          <ac:spMkLst>
            <pc:docMk/>
            <pc:sldMk cId="1227589417" sldId="264"/>
            <ac:spMk id="20" creationId="{0F2059A5-685E-DA75-8B18-A3364D4CAC86}"/>
          </ac:spMkLst>
        </pc:spChg>
        <pc:spChg chg="add del mod">
          <ac:chgData name="池口　晃太" userId="dec468ab-743d-4860-a388-077b2b03ea36" providerId="ADAL" clId="{CCD9B3B3-A6B6-4A27-A2FE-34E6FB9D3373}" dt="2024-05-30T01:09:15.930" v="1989" actId="478"/>
          <ac:spMkLst>
            <pc:docMk/>
            <pc:sldMk cId="1227589417" sldId="264"/>
            <ac:spMk id="21" creationId="{C79535AC-DE90-8611-9DD6-AA8AE1CC79C8}"/>
          </ac:spMkLst>
        </pc:spChg>
        <pc:spChg chg="add del mod">
          <ac:chgData name="池口　晃太" userId="dec468ab-743d-4860-a388-077b2b03ea36" providerId="ADAL" clId="{CCD9B3B3-A6B6-4A27-A2FE-34E6FB9D3373}" dt="2024-05-30T01:09:14.856" v="1987" actId="478"/>
          <ac:spMkLst>
            <pc:docMk/>
            <pc:sldMk cId="1227589417" sldId="264"/>
            <ac:spMk id="22" creationId="{629EF909-7758-8290-F008-6FF1DC6A1B8A}"/>
          </ac:spMkLst>
        </pc:spChg>
        <pc:spChg chg="add del mod">
          <ac:chgData name="池口　晃太" userId="dec468ab-743d-4860-a388-077b2b03ea36" providerId="ADAL" clId="{CCD9B3B3-A6B6-4A27-A2FE-34E6FB9D3373}" dt="2024-05-30T01:09:29.716" v="1998" actId="478"/>
          <ac:spMkLst>
            <pc:docMk/>
            <pc:sldMk cId="1227589417" sldId="264"/>
            <ac:spMk id="23" creationId="{2B7C6E5A-6C6D-60CF-9DF1-F53D5C67D99F}"/>
          </ac:spMkLst>
        </pc:spChg>
        <pc:spChg chg="add del mod">
          <ac:chgData name="池口　晃太" userId="dec468ab-743d-4860-a388-077b2b03ea36" providerId="ADAL" clId="{CCD9B3B3-A6B6-4A27-A2FE-34E6FB9D3373}" dt="2024-05-30T01:09:30.429" v="1999" actId="478"/>
          <ac:spMkLst>
            <pc:docMk/>
            <pc:sldMk cId="1227589417" sldId="264"/>
            <ac:spMk id="24" creationId="{2039A10B-E3F9-4037-E371-E811AFD51B8C}"/>
          </ac:spMkLst>
        </pc:spChg>
        <pc:spChg chg="add del mod">
          <ac:chgData name="池口　晃太" userId="dec468ab-743d-4860-a388-077b2b03ea36" providerId="ADAL" clId="{CCD9B3B3-A6B6-4A27-A2FE-34E6FB9D3373}" dt="2024-05-30T01:13:40.005" v="2067" actId="478"/>
          <ac:spMkLst>
            <pc:docMk/>
            <pc:sldMk cId="1227589417" sldId="264"/>
            <ac:spMk id="25" creationId="{AA241098-584F-AFA0-754A-90ADB0BFE6D4}"/>
          </ac:spMkLst>
        </pc:spChg>
        <pc:spChg chg="add del mod">
          <ac:chgData name="池口　晃太" userId="dec468ab-743d-4860-a388-077b2b03ea36" providerId="ADAL" clId="{CCD9B3B3-A6B6-4A27-A2FE-34E6FB9D3373}" dt="2024-05-30T01:13:38.932" v="2065" actId="478"/>
          <ac:spMkLst>
            <pc:docMk/>
            <pc:sldMk cId="1227589417" sldId="264"/>
            <ac:spMk id="26" creationId="{62A1875E-F35B-18C1-271F-6D1E2D67ED9E}"/>
          </ac:spMkLst>
        </pc:spChg>
        <pc:spChg chg="add del mod">
          <ac:chgData name="池口　晃太" userId="dec468ab-743d-4860-a388-077b2b03ea36" providerId="ADAL" clId="{CCD9B3B3-A6B6-4A27-A2FE-34E6FB9D3373}" dt="2024-05-30T01:13:38.023" v="2064" actId="478"/>
          <ac:spMkLst>
            <pc:docMk/>
            <pc:sldMk cId="1227589417" sldId="264"/>
            <ac:spMk id="27" creationId="{CF40217E-D85B-6D05-A9A7-A5FC8B9F9A46}"/>
          </ac:spMkLst>
        </pc:spChg>
        <pc:spChg chg="add mod">
          <ac:chgData name="池口　晃太" userId="dec468ab-743d-4860-a388-077b2b03ea36" providerId="ADAL" clId="{CCD9B3B3-A6B6-4A27-A2FE-34E6FB9D3373}" dt="2024-05-30T01:24:17.265" v="2298" actId="14100"/>
          <ac:spMkLst>
            <pc:docMk/>
            <pc:sldMk cId="1227589417" sldId="264"/>
            <ac:spMk id="28" creationId="{CD1AD8E9-097E-D747-43AD-22E448072017}"/>
          </ac:spMkLst>
        </pc:spChg>
        <pc:spChg chg="add del mod">
          <ac:chgData name="池口　晃太" userId="dec468ab-743d-4860-a388-077b2b03ea36" providerId="ADAL" clId="{CCD9B3B3-A6B6-4A27-A2FE-34E6FB9D3373}" dt="2024-05-30T01:14:04.242" v="2081" actId="478"/>
          <ac:spMkLst>
            <pc:docMk/>
            <pc:sldMk cId="1227589417" sldId="264"/>
            <ac:spMk id="29" creationId="{4754557D-B139-8D9C-D84F-FDDC1356B069}"/>
          </ac:spMkLst>
        </pc:spChg>
        <pc:spChg chg="add del mod">
          <ac:chgData name="池口　晃太" userId="dec468ab-743d-4860-a388-077b2b03ea36" providerId="ADAL" clId="{CCD9B3B3-A6B6-4A27-A2FE-34E6FB9D3373}" dt="2024-05-30T01:14:05.019" v="2082" actId="478"/>
          <ac:spMkLst>
            <pc:docMk/>
            <pc:sldMk cId="1227589417" sldId="264"/>
            <ac:spMk id="30" creationId="{F8900A6E-7ACD-ECF0-E883-8C02A60FACE0}"/>
          </ac:spMkLst>
        </pc:spChg>
        <pc:spChg chg="add del mod">
          <ac:chgData name="池口　晃太" userId="dec468ab-743d-4860-a388-077b2b03ea36" providerId="ADAL" clId="{CCD9B3B3-A6B6-4A27-A2FE-34E6FB9D3373}" dt="2024-05-30T01:14:06.011" v="2083" actId="478"/>
          <ac:spMkLst>
            <pc:docMk/>
            <pc:sldMk cId="1227589417" sldId="264"/>
            <ac:spMk id="31" creationId="{4DAEAF35-0DF2-DF13-B140-4C07620FBA38}"/>
          </ac:spMkLst>
        </pc:spChg>
        <pc:spChg chg="add del mod">
          <ac:chgData name="池口　晃太" userId="dec468ab-743d-4860-a388-077b2b03ea36" providerId="ADAL" clId="{CCD9B3B3-A6B6-4A27-A2FE-34E6FB9D3373}" dt="2024-05-30T01:15:33.393" v="2116" actId="478"/>
          <ac:spMkLst>
            <pc:docMk/>
            <pc:sldMk cId="1227589417" sldId="264"/>
            <ac:spMk id="32" creationId="{9469A31C-1436-D8BE-328A-EBF22E73AFE2}"/>
          </ac:spMkLst>
        </pc:spChg>
        <pc:spChg chg="add del mod">
          <ac:chgData name="池口　晃太" userId="dec468ab-743d-4860-a388-077b2b03ea36" providerId="ADAL" clId="{CCD9B3B3-A6B6-4A27-A2FE-34E6FB9D3373}" dt="2024-05-30T01:15:33.393" v="2116" actId="478"/>
          <ac:spMkLst>
            <pc:docMk/>
            <pc:sldMk cId="1227589417" sldId="264"/>
            <ac:spMk id="33" creationId="{F64AFBB2-6EBE-AB17-C62C-C4B2638647F2}"/>
          </ac:spMkLst>
        </pc:spChg>
        <pc:spChg chg="add del mod">
          <ac:chgData name="池口　晃太" userId="dec468ab-743d-4860-a388-077b2b03ea36" providerId="ADAL" clId="{CCD9B3B3-A6B6-4A27-A2FE-34E6FB9D3373}" dt="2024-05-30T01:15:33.393" v="2116" actId="478"/>
          <ac:spMkLst>
            <pc:docMk/>
            <pc:sldMk cId="1227589417" sldId="264"/>
            <ac:spMk id="34" creationId="{0E9E9864-59E7-1BD0-35F9-D1BDE9B62C22}"/>
          </ac:spMkLst>
        </pc:spChg>
        <pc:spChg chg="add del mod">
          <ac:chgData name="池口　晃太" userId="dec468ab-743d-4860-a388-077b2b03ea36" providerId="ADAL" clId="{CCD9B3B3-A6B6-4A27-A2FE-34E6FB9D3373}" dt="2024-05-30T01:15:33.393" v="2116" actId="478"/>
          <ac:spMkLst>
            <pc:docMk/>
            <pc:sldMk cId="1227589417" sldId="264"/>
            <ac:spMk id="35" creationId="{522F0658-C007-E680-58C9-41A59D078D55}"/>
          </ac:spMkLst>
        </pc:spChg>
        <pc:spChg chg="add del mod">
          <ac:chgData name="池口　晃太" userId="dec468ab-743d-4860-a388-077b2b03ea36" providerId="ADAL" clId="{CCD9B3B3-A6B6-4A27-A2FE-34E6FB9D3373}" dt="2024-05-30T01:16:00.275" v="2123" actId="478"/>
          <ac:spMkLst>
            <pc:docMk/>
            <pc:sldMk cId="1227589417" sldId="264"/>
            <ac:spMk id="36" creationId="{11B68CA7-47F6-3F1B-C7E6-16B4ECCD3000}"/>
          </ac:spMkLst>
        </pc:spChg>
        <pc:spChg chg="add del mod">
          <ac:chgData name="池口　晃太" userId="dec468ab-743d-4860-a388-077b2b03ea36" providerId="ADAL" clId="{CCD9B3B3-A6B6-4A27-A2FE-34E6FB9D3373}" dt="2024-05-30T01:16:00.275" v="2123" actId="478"/>
          <ac:spMkLst>
            <pc:docMk/>
            <pc:sldMk cId="1227589417" sldId="264"/>
            <ac:spMk id="37" creationId="{CF89F6AC-6ABF-8388-83E1-2D057275EB3B}"/>
          </ac:spMkLst>
        </pc:spChg>
        <pc:spChg chg="add del mod">
          <ac:chgData name="池口　晃太" userId="dec468ab-743d-4860-a388-077b2b03ea36" providerId="ADAL" clId="{CCD9B3B3-A6B6-4A27-A2FE-34E6FB9D3373}" dt="2024-05-30T01:16:00.275" v="2123" actId="478"/>
          <ac:spMkLst>
            <pc:docMk/>
            <pc:sldMk cId="1227589417" sldId="264"/>
            <ac:spMk id="38" creationId="{9CC7E014-4641-C96A-7CFA-067E83B20E39}"/>
          </ac:spMkLst>
        </pc:spChg>
        <pc:spChg chg="add del mod">
          <ac:chgData name="池口　晃太" userId="dec468ab-743d-4860-a388-077b2b03ea36" providerId="ADAL" clId="{CCD9B3B3-A6B6-4A27-A2FE-34E6FB9D3373}" dt="2024-05-30T01:16:00.275" v="2123" actId="478"/>
          <ac:spMkLst>
            <pc:docMk/>
            <pc:sldMk cId="1227589417" sldId="264"/>
            <ac:spMk id="39" creationId="{2AF89AD6-E47D-986A-9D27-30EC5600381F}"/>
          </ac:spMkLst>
        </pc:spChg>
        <pc:spChg chg="add del mod">
          <ac:chgData name="池口　晃太" userId="dec468ab-743d-4860-a388-077b2b03ea36" providerId="ADAL" clId="{CCD9B3B3-A6B6-4A27-A2FE-34E6FB9D3373}" dt="2024-05-30T01:16:30.894" v="2135" actId="478"/>
          <ac:spMkLst>
            <pc:docMk/>
            <pc:sldMk cId="1227589417" sldId="264"/>
            <ac:spMk id="40" creationId="{36366B10-91FD-EA2A-0042-2B858A79CD48}"/>
          </ac:spMkLst>
        </pc:spChg>
        <pc:spChg chg="add del mod">
          <ac:chgData name="池口　晃太" userId="dec468ab-743d-4860-a388-077b2b03ea36" providerId="ADAL" clId="{CCD9B3B3-A6B6-4A27-A2FE-34E6FB9D3373}" dt="2024-05-30T01:16:30.894" v="2135" actId="478"/>
          <ac:spMkLst>
            <pc:docMk/>
            <pc:sldMk cId="1227589417" sldId="264"/>
            <ac:spMk id="41" creationId="{611C3017-2B1C-5C0F-EA89-500AA1557CB5}"/>
          </ac:spMkLst>
        </pc:spChg>
        <pc:spChg chg="add del mod">
          <ac:chgData name="池口　晃太" userId="dec468ab-743d-4860-a388-077b2b03ea36" providerId="ADAL" clId="{CCD9B3B3-A6B6-4A27-A2FE-34E6FB9D3373}" dt="2024-05-30T01:16:30.894" v="2135" actId="478"/>
          <ac:spMkLst>
            <pc:docMk/>
            <pc:sldMk cId="1227589417" sldId="264"/>
            <ac:spMk id="42" creationId="{88B92B43-BCE1-0720-9092-C39F15778E39}"/>
          </ac:spMkLst>
        </pc:spChg>
        <pc:spChg chg="add del mod">
          <ac:chgData name="池口　晃太" userId="dec468ab-743d-4860-a388-077b2b03ea36" providerId="ADAL" clId="{CCD9B3B3-A6B6-4A27-A2FE-34E6FB9D3373}" dt="2024-05-30T01:16:30.894" v="2135" actId="478"/>
          <ac:spMkLst>
            <pc:docMk/>
            <pc:sldMk cId="1227589417" sldId="264"/>
            <ac:spMk id="43" creationId="{11F885FB-5D7F-E0E1-2A41-12990ACC3E23}"/>
          </ac:spMkLst>
        </pc:spChg>
        <pc:spChg chg="add del mod">
          <ac:chgData name="池口　晃太" userId="dec468ab-743d-4860-a388-077b2b03ea36" providerId="ADAL" clId="{CCD9B3B3-A6B6-4A27-A2FE-34E6FB9D3373}" dt="2024-05-30T01:16:38.668" v="2140" actId="478"/>
          <ac:spMkLst>
            <pc:docMk/>
            <pc:sldMk cId="1227589417" sldId="264"/>
            <ac:spMk id="44" creationId="{4FA0C084-6C67-461B-768B-D64193E316CE}"/>
          </ac:spMkLst>
        </pc:spChg>
        <pc:spChg chg="add mod">
          <ac:chgData name="池口　晃太" userId="dec468ab-743d-4860-a388-077b2b03ea36" providerId="ADAL" clId="{CCD9B3B3-A6B6-4A27-A2FE-34E6FB9D3373}" dt="2024-05-30T01:24:17.265" v="2298" actId="14100"/>
          <ac:spMkLst>
            <pc:docMk/>
            <pc:sldMk cId="1227589417" sldId="264"/>
            <ac:spMk id="45" creationId="{8228F457-A432-23E1-4EA6-63BB25A6FFFB}"/>
          </ac:spMkLst>
        </pc:spChg>
        <pc:spChg chg="add mod">
          <ac:chgData name="池口　晃太" userId="dec468ab-743d-4860-a388-077b2b03ea36" providerId="ADAL" clId="{CCD9B3B3-A6B6-4A27-A2FE-34E6FB9D3373}" dt="2024-05-30T01:24:17.265" v="2298" actId="14100"/>
          <ac:spMkLst>
            <pc:docMk/>
            <pc:sldMk cId="1227589417" sldId="264"/>
            <ac:spMk id="46" creationId="{F0F320D2-67A3-060B-7ABC-308BB8BC7EA3}"/>
          </ac:spMkLst>
        </pc:spChg>
        <pc:spChg chg="add mod">
          <ac:chgData name="池口　晃太" userId="dec468ab-743d-4860-a388-077b2b03ea36" providerId="ADAL" clId="{CCD9B3B3-A6B6-4A27-A2FE-34E6FB9D3373}" dt="2024-05-30T01:24:17.265" v="2298" actId="14100"/>
          <ac:spMkLst>
            <pc:docMk/>
            <pc:sldMk cId="1227589417" sldId="264"/>
            <ac:spMk id="47" creationId="{12C1248D-E451-AD01-DD80-EAD4F5387588}"/>
          </ac:spMkLst>
        </pc:spChg>
        <pc:spChg chg="add mod">
          <ac:chgData name="池口　晃太" userId="dec468ab-743d-4860-a388-077b2b03ea36" providerId="ADAL" clId="{CCD9B3B3-A6B6-4A27-A2FE-34E6FB9D3373}" dt="2024-05-30T01:24:17.265" v="2298" actId="14100"/>
          <ac:spMkLst>
            <pc:docMk/>
            <pc:sldMk cId="1227589417" sldId="264"/>
            <ac:spMk id="48" creationId="{F880ABB0-8F34-C2AD-D85E-223B09499A8D}"/>
          </ac:spMkLst>
        </pc:spChg>
        <pc:spChg chg="add mod">
          <ac:chgData name="池口　晃太" userId="dec468ab-743d-4860-a388-077b2b03ea36" providerId="ADAL" clId="{CCD9B3B3-A6B6-4A27-A2FE-34E6FB9D3373}" dt="2024-05-30T01:24:17.265" v="2298" actId="14100"/>
          <ac:spMkLst>
            <pc:docMk/>
            <pc:sldMk cId="1227589417" sldId="264"/>
            <ac:spMk id="49" creationId="{C0A8D6B3-37D7-D631-BE05-BBB633FD65D5}"/>
          </ac:spMkLst>
        </pc:spChg>
        <pc:spChg chg="add mod">
          <ac:chgData name="池口　晃太" userId="dec468ab-743d-4860-a388-077b2b03ea36" providerId="ADAL" clId="{CCD9B3B3-A6B6-4A27-A2FE-34E6FB9D3373}" dt="2024-05-30T01:24:17.265" v="2298" actId="14100"/>
          <ac:spMkLst>
            <pc:docMk/>
            <pc:sldMk cId="1227589417" sldId="264"/>
            <ac:spMk id="50" creationId="{2C0A6E08-321E-2913-20C8-346735727DF6}"/>
          </ac:spMkLst>
        </pc:spChg>
        <pc:spChg chg="add mod">
          <ac:chgData name="池口　晃太" userId="dec468ab-743d-4860-a388-077b2b03ea36" providerId="ADAL" clId="{CCD9B3B3-A6B6-4A27-A2FE-34E6FB9D3373}" dt="2024-05-30T01:24:17.265" v="2298" actId="14100"/>
          <ac:spMkLst>
            <pc:docMk/>
            <pc:sldMk cId="1227589417" sldId="264"/>
            <ac:spMk id="51" creationId="{34ACB294-D5C8-3910-1E1D-B77B07696460}"/>
          </ac:spMkLst>
        </pc:spChg>
        <pc:spChg chg="add mod">
          <ac:chgData name="池口　晃太" userId="dec468ab-743d-4860-a388-077b2b03ea36" providerId="ADAL" clId="{CCD9B3B3-A6B6-4A27-A2FE-34E6FB9D3373}" dt="2024-05-30T01:24:17.265" v="2298" actId="14100"/>
          <ac:spMkLst>
            <pc:docMk/>
            <pc:sldMk cId="1227589417" sldId="264"/>
            <ac:spMk id="52" creationId="{C6A83D67-600A-D375-236A-7E4BF6AB3091}"/>
          </ac:spMkLst>
        </pc:spChg>
        <pc:spChg chg="add mod">
          <ac:chgData name="池口　晃太" userId="dec468ab-743d-4860-a388-077b2b03ea36" providerId="ADAL" clId="{CCD9B3B3-A6B6-4A27-A2FE-34E6FB9D3373}" dt="2024-05-30T01:24:17.265" v="2298" actId="14100"/>
          <ac:spMkLst>
            <pc:docMk/>
            <pc:sldMk cId="1227589417" sldId="264"/>
            <ac:spMk id="53" creationId="{A3623EF7-E59D-8274-FDCA-B74D95FC289C}"/>
          </ac:spMkLst>
        </pc:spChg>
        <pc:spChg chg="add mod">
          <ac:chgData name="池口　晃太" userId="dec468ab-743d-4860-a388-077b2b03ea36" providerId="ADAL" clId="{CCD9B3B3-A6B6-4A27-A2FE-34E6FB9D3373}" dt="2024-05-30T01:24:17.265" v="2298" actId="14100"/>
          <ac:spMkLst>
            <pc:docMk/>
            <pc:sldMk cId="1227589417" sldId="264"/>
            <ac:spMk id="54" creationId="{53AA6B5D-E0C0-CA5A-4BEE-84332CFE2C27}"/>
          </ac:spMkLst>
        </pc:spChg>
        <pc:spChg chg="add mod">
          <ac:chgData name="池口　晃太" userId="dec468ab-743d-4860-a388-077b2b03ea36" providerId="ADAL" clId="{CCD9B3B3-A6B6-4A27-A2FE-34E6FB9D3373}" dt="2024-05-30T01:24:17.265" v="2298" actId="14100"/>
          <ac:spMkLst>
            <pc:docMk/>
            <pc:sldMk cId="1227589417" sldId="264"/>
            <ac:spMk id="55" creationId="{D735B0E8-B25A-00F9-8615-FD43D6E00352}"/>
          </ac:spMkLst>
        </pc:spChg>
        <pc:spChg chg="add mod">
          <ac:chgData name="池口　晃太" userId="dec468ab-743d-4860-a388-077b2b03ea36" providerId="ADAL" clId="{CCD9B3B3-A6B6-4A27-A2FE-34E6FB9D3373}" dt="2024-05-30T01:24:17.265" v="2298" actId="14100"/>
          <ac:spMkLst>
            <pc:docMk/>
            <pc:sldMk cId="1227589417" sldId="264"/>
            <ac:spMk id="56" creationId="{30DFF145-6C88-5C2B-B1FA-F2DBDC9B30CF}"/>
          </ac:spMkLst>
        </pc:spChg>
        <pc:spChg chg="add mod">
          <ac:chgData name="池口　晃太" userId="dec468ab-743d-4860-a388-077b2b03ea36" providerId="ADAL" clId="{CCD9B3B3-A6B6-4A27-A2FE-34E6FB9D3373}" dt="2024-05-30T01:24:17.265" v="2298" actId="14100"/>
          <ac:spMkLst>
            <pc:docMk/>
            <pc:sldMk cId="1227589417" sldId="264"/>
            <ac:spMk id="57" creationId="{3E591A65-C581-80AC-139A-D28F11BCB0D0}"/>
          </ac:spMkLst>
        </pc:spChg>
        <pc:spChg chg="add mod">
          <ac:chgData name="池口　晃太" userId="dec468ab-743d-4860-a388-077b2b03ea36" providerId="ADAL" clId="{CCD9B3B3-A6B6-4A27-A2FE-34E6FB9D3373}" dt="2024-05-30T01:24:17.265" v="2298" actId="14100"/>
          <ac:spMkLst>
            <pc:docMk/>
            <pc:sldMk cId="1227589417" sldId="264"/>
            <ac:spMk id="58" creationId="{E579B466-79CA-B0C9-7CFD-A27A6E16BDA9}"/>
          </ac:spMkLst>
        </pc:spChg>
        <pc:spChg chg="add mod">
          <ac:chgData name="池口　晃太" userId="dec468ab-743d-4860-a388-077b2b03ea36" providerId="ADAL" clId="{CCD9B3B3-A6B6-4A27-A2FE-34E6FB9D3373}" dt="2024-05-30T01:24:17.265" v="2298" actId="14100"/>
          <ac:spMkLst>
            <pc:docMk/>
            <pc:sldMk cId="1227589417" sldId="264"/>
            <ac:spMk id="59" creationId="{89210CC9-CAC7-8EE7-2BB8-7B4845A37F7F}"/>
          </ac:spMkLst>
        </pc:spChg>
        <pc:spChg chg="add mod">
          <ac:chgData name="池口　晃太" userId="dec468ab-743d-4860-a388-077b2b03ea36" providerId="ADAL" clId="{CCD9B3B3-A6B6-4A27-A2FE-34E6FB9D3373}" dt="2024-05-30T01:24:17.265" v="2298" actId="14100"/>
          <ac:spMkLst>
            <pc:docMk/>
            <pc:sldMk cId="1227589417" sldId="264"/>
            <ac:spMk id="60" creationId="{918B133E-7899-BA26-3A80-D0AD29E3F0FE}"/>
          </ac:spMkLst>
        </pc:spChg>
        <pc:spChg chg="add mod">
          <ac:chgData name="池口　晃太" userId="dec468ab-743d-4860-a388-077b2b03ea36" providerId="ADAL" clId="{CCD9B3B3-A6B6-4A27-A2FE-34E6FB9D3373}" dt="2024-05-30T01:24:17.265" v="2298" actId="14100"/>
          <ac:spMkLst>
            <pc:docMk/>
            <pc:sldMk cId="1227589417" sldId="264"/>
            <ac:spMk id="61" creationId="{60FDFEC1-E333-DB03-C8D4-5294986F8323}"/>
          </ac:spMkLst>
        </pc:spChg>
        <pc:spChg chg="add mod">
          <ac:chgData name="池口　晃太" userId="dec468ab-743d-4860-a388-077b2b03ea36" providerId="ADAL" clId="{CCD9B3B3-A6B6-4A27-A2FE-34E6FB9D3373}" dt="2024-05-30T01:24:17.265" v="2298" actId="14100"/>
          <ac:spMkLst>
            <pc:docMk/>
            <pc:sldMk cId="1227589417" sldId="264"/>
            <ac:spMk id="62" creationId="{5F7588CF-BA8B-AB4B-1AE0-48817B590B3C}"/>
          </ac:spMkLst>
        </pc:spChg>
        <pc:spChg chg="add mod">
          <ac:chgData name="池口　晃太" userId="dec468ab-743d-4860-a388-077b2b03ea36" providerId="ADAL" clId="{CCD9B3B3-A6B6-4A27-A2FE-34E6FB9D3373}" dt="2024-05-30T01:24:17.265" v="2298" actId="14100"/>
          <ac:spMkLst>
            <pc:docMk/>
            <pc:sldMk cId="1227589417" sldId="264"/>
            <ac:spMk id="63" creationId="{43825662-E6CC-3EC8-2EB9-D489D6B419A8}"/>
          </ac:spMkLst>
        </pc:spChg>
        <pc:spChg chg="add mod">
          <ac:chgData name="池口　晃太" userId="dec468ab-743d-4860-a388-077b2b03ea36" providerId="ADAL" clId="{CCD9B3B3-A6B6-4A27-A2FE-34E6FB9D3373}" dt="2024-05-30T01:24:17.265" v="2298" actId="14100"/>
          <ac:spMkLst>
            <pc:docMk/>
            <pc:sldMk cId="1227589417" sldId="264"/>
            <ac:spMk id="64" creationId="{E01B00DE-4541-92C7-8D00-D6C49E4A4619}"/>
          </ac:spMkLst>
        </pc:spChg>
        <pc:spChg chg="add mod">
          <ac:chgData name="池口　晃太" userId="dec468ab-743d-4860-a388-077b2b03ea36" providerId="ADAL" clId="{CCD9B3B3-A6B6-4A27-A2FE-34E6FB9D3373}" dt="2024-05-30T01:24:17.265" v="2298" actId="14100"/>
          <ac:spMkLst>
            <pc:docMk/>
            <pc:sldMk cId="1227589417" sldId="264"/>
            <ac:spMk id="65" creationId="{57D97279-A1F8-8F61-49D5-5F9AEEE5C476}"/>
          </ac:spMkLst>
        </pc:spChg>
        <pc:spChg chg="add mod">
          <ac:chgData name="池口　晃太" userId="dec468ab-743d-4860-a388-077b2b03ea36" providerId="ADAL" clId="{CCD9B3B3-A6B6-4A27-A2FE-34E6FB9D3373}" dt="2024-05-30T01:24:17.265" v="2298" actId="14100"/>
          <ac:spMkLst>
            <pc:docMk/>
            <pc:sldMk cId="1227589417" sldId="264"/>
            <ac:spMk id="66" creationId="{A8BCFA15-D2F5-0C88-8BDB-22FE47B86121}"/>
          </ac:spMkLst>
        </pc:spChg>
        <pc:spChg chg="add mod">
          <ac:chgData name="池口　晃太" userId="dec468ab-743d-4860-a388-077b2b03ea36" providerId="ADAL" clId="{CCD9B3B3-A6B6-4A27-A2FE-34E6FB9D3373}" dt="2024-05-30T01:24:17.265" v="2298" actId="14100"/>
          <ac:spMkLst>
            <pc:docMk/>
            <pc:sldMk cId="1227589417" sldId="264"/>
            <ac:spMk id="67" creationId="{AB19B33E-1250-9A08-F64F-5FA9A16F7888}"/>
          </ac:spMkLst>
        </pc:spChg>
        <pc:spChg chg="add mod">
          <ac:chgData name="池口　晃太" userId="dec468ab-743d-4860-a388-077b2b03ea36" providerId="ADAL" clId="{CCD9B3B3-A6B6-4A27-A2FE-34E6FB9D3373}" dt="2024-05-30T01:24:17.265" v="2298" actId="14100"/>
          <ac:spMkLst>
            <pc:docMk/>
            <pc:sldMk cId="1227589417" sldId="264"/>
            <ac:spMk id="68" creationId="{6EA98C26-D18A-8D09-ECB5-97857F1A34B7}"/>
          </ac:spMkLst>
        </pc:spChg>
        <pc:spChg chg="add mod">
          <ac:chgData name="池口　晃太" userId="dec468ab-743d-4860-a388-077b2b03ea36" providerId="ADAL" clId="{CCD9B3B3-A6B6-4A27-A2FE-34E6FB9D3373}" dt="2024-05-30T01:28:22.523" v="2311" actId="1076"/>
          <ac:spMkLst>
            <pc:docMk/>
            <pc:sldMk cId="1227589417" sldId="264"/>
            <ac:spMk id="72" creationId="{8BB4C9E4-23D6-E133-9F3F-7D3973C60B23}"/>
          </ac:spMkLst>
        </pc:spChg>
        <pc:spChg chg="add mod">
          <ac:chgData name="池口　晃太" userId="dec468ab-743d-4860-a388-077b2b03ea36" providerId="ADAL" clId="{CCD9B3B3-A6B6-4A27-A2FE-34E6FB9D3373}" dt="2024-05-30T01:28:17.567" v="2310" actId="1076"/>
          <ac:spMkLst>
            <pc:docMk/>
            <pc:sldMk cId="1227589417" sldId="264"/>
            <ac:spMk id="73" creationId="{295B2865-E4BF-6088-0588-0ADE587A5BF6}"/>
          </ac:spMkLst>
        </pc:spChg>
        <pc:spChg chg="add mod">
          <ac:chgData name="池口　晃太" userId="dec468ab-743d-4860-a388-077b2b03ea36" providerId="ADAL" clId="{CCD9B3B3-A6B6-4A27-A2FE-34E6FB9D3373}" dt="2024-05-30T01:25:10.871" v="2303" actId="13822"/>
          <ac:spMkLst>
            <pc:docMk/>
            <pc:sldMk cId="1227589417" sldId="264"/>
            <ac:spMk id="74" creationId="{830D4089-B7D2-B11F-F063-27358CF0168B}"/>
          </ac:spMkLst>
        </pc:spChg>
        <pc:spChg chg="add mod">
          <ac:chgData name="池口　晃太" userId="dec468ab-743d-4860-a388-077b2b03ea36" providerId="ADAL" clId="{CCD9B3B3-A6B6-4A27-A2FE-34E6FB9D3373}" dt="2024-05-30T01:28:11.724" v="2309" actId="1076"/>
          <ac:spMkLst>
            <pc:docMk/>
            <pc:sldMk cId="1227589417" sldId="264"/>
            <ac:spMk id="75" creationId="{2C92DACC-39CD-E5D7-97BC-370270BAFABB}"/>
          </ac:spMkLst>
        </pc:spChg>
        <pc:picChg chg="del">
          <ac:chgData name="池口　晃太" userId="dec468ab-743d-4860-a388-077b2b03ea36" providerId="ADAL" clId="{CCD9B3B3-A6B6-4A27-A2FE-34E6FB9D3373}" dt="2024-05-30T00:50:32.649" v="1662" actId="478"/>
          <ac:picMkLst>
            <pc:docMk/>
            <pc:sldMk cId="1227589417" sldId="264"/>
            <ac:picMk id="3" creationId="{7B08067B-90AF-3CF4-F0C5-C379BED09F07}"/>
          </ac:picMkLst>
        </pc:picChg>
        <pc:cxnChg chg="add del mod">
          <ac:chgData name="池口　晃太" userId="dec468ab-743d-4860-a388-077b2b03ea36" providerId="ADAL" clId="{CCD9B3B3-A6B6-4A27-A2FE-34E6FB9D3373}" dt="2024-05-30T01:22:56.416" v="2222" actId="478"/>
          <ac:cxnSpMkLst>
            <pc:docMk/>
            <pc:sldMk cId="1227589417" sldId="264"/>
            <ac:cxnSpMk id="70" creationId="{1C7DF03A-30B8-C913-24E0-7B94CAC72AFE}"/>
          </ac:cxnSpMkLst>
        </pc:cxnChg>
      </pc:sldChg>
      <pc:sldChg chg="add del">
        <pc:chgData name="池口　晃太" userId="dec468ab-743d-4860-a388-077b2b03ea36" providerId="ADAL" clId="{CCD9B3B3-A6B6-4A27-A2FE-34E6FB9D3373}" dt="2024-06-12T06:33:25.697" v="6615"/>
        <pc:sldMkLst>
          <pc:docMk/>
          <pc:sldMk cId="3377349260" sldId="265"/>
        </pc:sldMkLst>
      </pc:sldChg>
      <pc:sldChg chg="addSp delSp modSp add del mod ord">
        <pc:chgData name="池口　晃太" userId="dec468ab-743d-4860-a388-077b2b03ea36" providerId="ADAL" clId="{CCD9B3B3-A6B6-4A27-A2FE-34E6FB9D3373}" dt="2024-06-12T06:31:17.103" v="6613" actId="2696"/>
        <pc:sldMkLst>
          <pc:docMk/>
          <pc:sldMk cId="3857460598" sldId="265"/>
        </pc:sldMkLst>
        <pc:spChg chg="add mod">
          <ac:chgData name="池口　晃太" userId="dec468ab-743d-4860-a388-077b2b03ea36" providerId="ADAL" clId="{CCD9B3B3-A6B6-4A27-A2FE-34E6FB9D3373}" dt="2024-05-30T01:34:34.267" v="2547" actId="20577"/>
          <ac:spMkLst>
            <pc:docMk/>
            <pc:sldMk cId="3857460598" sldId="265"/>
            <ac:spMk id="2" creationId="{C084F17C-E6AE-47BE-7890-DA0FB8CDD088}"/>
          </ac:spMkLst>
        </pc:spChg>
        <pc:spChg chg="mod">
          <ac:chgData name="池口　晃太" userId="dec468ab-743d-4860-a388-077b2b03ea36" providerId="ADAL" clId="{CCD9B3B3-A6B6-4A27-A2FE-34E6FB9D3373}" dt="2024-05-30T01:35:08.696" v="2560" actId="20577"/>
          <ac:spMkLst>
            <pc:docMk/>
            <pc:sldMk cId="3857460598" sldId="265"/>
            <ac:spMk id="4" creationId="{D4C5A902-D0F1-31C9-912C-FAC59058C266}"/>
          </ac:spMkLst>
        </pc:spChg>
        <pc:spChg chg="add mod">
          <ac:chgData name="池口　晃太" userId="dec468ab-743d-4860-a388-077b2b03ea36" providerId="ADAL" clId="{CCD9B3B3-A6B6-4A27-A2FE-34E6FB9D3373}" dt="2024-05-30T01:36:36.734" v="2628" actId="20577"/>
          <ac:spMkLst>
            <pc:docMk/>
            <pc:sldMk cId="3857460598" sldId="265"/>
            <ac:spMk id="5" creationId="{A20EAE92-658F-D66A-1894-6E8F04E4E8A8}"/>
          </ac:spMkLst>
        </pc:spChg>
        <pc:picChg chg="del">
          <ac:chgData name="池口　晃太" userId="dec468ab-743d-4860-a388-077b2b03ea36" providerId="ADAL" clId="{CCD9B3B3-A6B6-4A27-A2FE-34E6FB9D3373}" dt="2024-05-30T01:29:07.235" v="2315" actId="478"/>
          <ac:picMkLst>
            <pc:docMk/>
            <pc:sldMk cId="3857460598" sldId="265"/>
            <ac:picMk id="3" creationId="{7B08067B-90AF-3CF4-F0C5-C379BED09F07}"/>
          </ac:picMkLst>
        </pc:picChg>
      </pc:sldChg>
      <pc:sldChg chg="addSp delSp modSp add del mod ord">
        <pc:chgData name="池口　晃太" userId="dec468ab-743d-4860-a388-077b2b03ea36" providerId="ADAL" clId="{CCD9B3B3-A6B6-4A27-A2FE-34E6FB9D3373}" dt="2024-06-12T06:31:17.103" v="6613" actId="2696"/>
        <pc:sldMkLst>
          <pc:docMk/>
          <pc:sldMk cId="296099260" sldId="266"/>
        </pc:sldMkLst>
        <pc:spChg chg="mod">
          <ac:chgData name="池口　晃太" userId="dec468ab-743d-4860-a388-077b2b03ea36" providerId="ADAL" clId="{CCD9B3B3-A6B6-4A27-A2FE-34E6FB9D3373}" dt="2024-05-30T02:44:08.222" v="2718" actId="255"/>
          <ac:spMkLst>
            <pc:docMk/>
            <pc:sldMk cId="296099260" sldId="266"/>
            <ac:spMk id="4" creationId="{D4C5A902-D0F1-31C9-912C-FAC59058C266}"/>
          </ac:spMkLst>
        </pc:spChg>
        <pc:spChg chg="add del mod">
          <ac:chgData name="池口　晃太" userId="dec468ab-743d-4860-a388-077b2b03ea36" providerId="ADAL" clId="{CCD9B3B3-A6B6-4A27-A2FE-34E6FB9D3373}" dt="2024-05-30T03:05:24.629" v="3282" actId="20577"/>
          <ac:spMkLst>
            <pc:docMk/>
            <pc:sldMk cId="296099260" sldId="266"/>
            <ac:spMk id="6" creationId="{B17D57B6-2309-56D4-B77B-B49D19D525F4}"/>
          </ac:spMkLst>
        </pc:spChg>
        <pc:spChg chg="add mod">
          <ac:chgData name="池口　晃太" userId="dec468ab-743d-4860-a388-077b2b03ea36" providerId="ADAL" clId="{CCD9B3B3-A6B6-4A27-A2FE-34E6FB9D3373}" dt="2024-05-30T03:09:10.817" v="3485" actId="1076"/>
          <ac:spMkLst>
            <pc:docMk/>
            <pc:sldMk cId="296099260" sldId="266"/>
            <ac:spMk id="7" creationId="{7D105965-2FEC-9AF4-8BFE-8BDD20DFE0D8}"/>
          </ac:spMkLst>
        </pc:spChg>
        <pc:spChg chg="add del mod">
          <ac:chgData name="池口　晃太" userId="dec468ab-743d-4860-a388-077b2b03ea36" providerId="ADAL" clId="{CCD9B3B3-A6B6-4A27-A2FE-34E6FB9D3373}" dt="2024-05-30T02:53:48.327" v="2940" actId="478"/>
          <ac:spMkLst>
            <pc:docMk/>
            <pc:sldMk cId="296099260" sldId="266"/>
            <ac:spMk id="8" creationId="{F01728BD-58C8-B66C-06DE-F0A3E43289FD}"/>
          </ac:spMkLst>
        </pc:spChg>
        <pc:spChg chg="add mod">
          <ac:chgData name="池口　晃太" userId="dec468ab-743d-4860-a388-077b2b03ea36" providerId="ADAL" clId="{CCD9B3B3-A6B6-4A27-A2FE-34E6FB9D3373}" dt="2024-05-30T02:57:36.015" v="2994" actId="1076"/>
          <ac:spMkLst>
            <pc:docMk/>
            <pc:sldMk cId="296099260" sldId="266"/>
            <ac:spMk id="9" creationId="{93243F1D-B813-8A2D-A4E6-38346C56AD2C}"/>
          </ac:spMkLst>
        </pc:spChg>
        <pc:spChg chg="add mod">
          <ac:chgData name="池口　晃太" userId="dec468ab-743d-4860-a388-077b2b03ea36" providerId="ADAL" clId="{CCD9B3B3-A6B6-4A27-A2FE-34E6FB9D3373}" dt="2024-05-30T03:09:04.602" v="3484" actId="1076"/>
          <ac:spMkLst>
            <pc:docMk/>
            <pc:sldMk cId="296099260" sldId="266"/>
            <ac:spMk id="10" creationId="{C691631D-2B34-3A98-8DA3-7A9EFDF50987}"/>
          </ac:spMkLst>
        </pc:spChg>
        <pc:picChg chg="del">
          <ac:chgData name="池口　晃太" userId="dec468ab-743d-4860-a388-077b2b03ea36" providerId="ADAL" clId="{CCD9B3B3-A6B6-4A27-A2FE-34E6FB9D3373}" dt="2024-05-30T02:34:27.562" v="2636" actId="478"/>
          <ac:picMkLst>
            <pc:docMk/>
            <pc:sldMk cId="296099260" sldId="266"/>
            <ac:picMk id="3" creationId="{7B08067B-90AF-3CF4-F0C5-C379BED09F07}"/>
          </ac:picMkLst>
        </pc:picChg>
        <pc:picChg chg="add del mod modCrop">
          <ac:chgData name="池口　晃太" userId="dec468ab-743d-4860-a388-077b2b03ea36" providerId="ADAL" clId="{CCD9B3B3-A6B6-4A27-A2FE-34E6FB9D3373}" dt="2024-05-30T03:02:14.838" v="3151" actId="1076"/>
          <ac:picMkLst>
            <pc:docMk/>
            <pc:sldMk cId="296099260" sldId="266"/>
            <ac:picMk id="5" creationId="{F74D027D-D477-6D97-673A-E1A18AE28117}"/>
          </ac:picMkLst>
        </pc:picChg>
      </pc:sldChg>
      <pc:sldChg chg="add del">
        <pc:chgData name="池口　晃太" userId="dec468ab-743d-4860-a388-077b2b03ea36" providerId="ADAL" clId="{CCD9B3B3-A6B6-4A27-A2FE-34E6FB9D3373}" dt="2024-06-12T06:33:25.697" v="6615"/>
        <pc:sldMkLst>
          <pc:docMk/>
          <pc:sldMk cId="2529714804" sldId="266"/>
        </pc:sldMkLst>
      </pc:sldChg>
      <pc:sldChg chg="add del">
        <pc:chgData name="池口　晃太" userId="dec468ab-743d-4860-a388-077b2b03ea36" providerId="ADAL" clId="{CCD9B3B3-A6B6-4A27-A2FE-34E6FB9D3373}" dt="2024-05-30T02:34:22.451" v="2635" actId="47"/>
        <pc:sldMkLst>
          <pc:docMk/>
          <pc:sldMk cId="282267665" sldId="267"/>
        </pc:sldMkLst>
      </pc:sldChg>
      <pc:sldChg chg="add del">
        <pc:chgData name="池口　晃太" userId="dec468ab-743d-4860-a388-077b2b03ea36" providerId="ADAL" clId="{CCD9B3B3-A6B6-4A27-A2FE-34E6FB9D3373}" dt="2024-06-12T06:33:25.697" v="6615"/>
        <pc:sldMkLst>
          <pc:docMk/>
          <pc:sldMk cId="2248762257" sldId="267"/>
        </pc:sldMkLst>
      </pc:sldChg>
      <pc:sldChg chg="addSp delSp modSp add del mod">
        <pc:chgData name="池口　晃太" userId="dec468ab-743d-4860-a388-077b2b03ea36" providerId="ADAL" clId="{CCD9B3B3-A6B6-4A27-A2FE-34E6FB9D3373}" dt="2024-06-12T06:31:17.103" v="6613" actId="2696"/>
        <pc:sldMkLst>
          <pc:docMk/>
          <pc:sldMk cId="3934464452" sldId="267"/>
        </pc:sldMkLst>
        <pc:spChg chg="mod">
          <ac:chgData name="池口　晃太" userId="dec468ab-743d-4860-a388-077b2b03ea36" providerId="ADAL" clId="{CCD9B3B3-A6B6-4A27-A2FE-34E6FB9D3373}" dt="2024-05-30T03:12:02.898" v="3530" actId="255"/>
          <ac:spMkLst>
            <pc:docMk/>
            <pc:sldMk cId="3934464452" sldId="267"/>
            <ac:spMk id="4" creationId="{D4C5A902-D0F1-31C9-912C-FAC59058C266}"/>
          </ac:spMkLst>
        </pc:spChg>
        <pc:spChg chg="add del mod">
          <ac:chgData name="池口　晃太" userId="dec468ab-743d-4860-a388-077b2b03ea36" providerId="ADAL" clId="{CCD9B3B3-A6B6-4A27-A2FE-34E6FB9D3373}" dt="2024-05-30T02:46:44.406" v="2819"/>
          <ac:spMkLst>
            <pc:docMk/>
            <pc:sldMk cId="3934464452" sldId="267"/>
            <ac:spMk id="5" creationId="{B21594F2-E3FA-F01D-2065-F2A31A2D82C0}"/>
          </ac:spMkLst>
        </pc:spChg>
        <pc:spChg chg="add del mod">
          <ac:chgData name="池口　晃太" userId="dec468ab-743d-4860-a388-077b2b03ea36" providerId="ADAL" clId="{CCD9B3B3-A6B6-4A27-A2FE-34E6FB9D3373}" dt="2024-05-30T02:46:50.121" v="2822" actId="478"/>
          <ac:spMkLst>
            <pc:docMk/>
            <pc:sldMk cId="3934464452" sldId="267"/>
            <ac:spMk id="6" creationId="{247D29A9-F227-9AA5-4F55-E8A8C5EE8EF4}"/>
          </ac:spMkLst>
        </pc:spChg>
        <pc:spChg chg="add mod">
          <ac:chgData name="池口　晃太" userId="dec468ab-743d-4860-a388-077b2b03ea36" providerId="ADAL" clId="{CCD9B3B3-A6B6-4A27-A2FE-34E6FB9D3373}" dt="2024-05-30T03:14:59.219" v="3622" actId="1076"/>
          <ac:spMkLst>
            <pc:docMk/>
            <pc:sldMk cId="3934464452" sldId="267"/>
            <ac:spMk id="7" creationId="{9F370A46-9AE2-7624-E820-FDB93CC25DD6}"/>
          </ac:spMkLst>
        </pc:spChg>
        <pc:spChg chg="add mod">
          <ac:chgData name="池口　晃太" userId="dec468ab-743d-4860-a388-077b2b03ea36" providerId="ADAL" clId="{CCD9B3B3-A6B6-4A27-A2FE-34E6FB9D3373}" dt="2024-05-30T03:14:00.260" v="3609" actId="14100"/>
          <ac:spMkLst>
            <pc:docMk/>
            <pc:sldMk cId="3934464452" sldId="267"/>
            <ac:spMk id="8" creationId="{689504B3-4734-8A1B-F330-404323EA1B88}"/>
          </ac:spMkLst>
        </pc:spChg>
        <pc:spChg chg="add del mod">
          <ac:chgData name="池口　晃太" userId="dec468ab-743d-4860-a388-077b2b03ea36" providerId="ADAL" clId="{CCD9B3B3-A6B6-4A27-A2FE-34E6FB9D3373}" dt="2024-05-30T03:14:12.515" v="3612" actId="478"/>
          <ac:spMkLst>
            <pc:docMk/>
            <pc:sldMk cId="3934464452" sldId="267"/>
            <ac:spMk id="9" creationId="{A98BFC66-8356-DAA2-CDAC-9B2EEFE7AD5A}"/>
          </ac:spMkLst>
        </pc:spChg>
        <pc:spChg chg="add mod">
          <ac:chgData name="池口　晃太" userId="dec468ab-743d-4860-a388-077b2b03ea36" providerId="ADAL" clId="{CCD9B3B3-A6B6-4A27-A2FE-34E6FB9D3373}" dt="2024-05-30T03:15:11.516" v="3626" actId="20577"/>
          <ac:spMkLst>
            <pc:docMk/>
            <pc:sldMk cId="3934464452" sldId="267"/>
            <ac:spMk id="10" creationId="{E4DD68FE-1C06-8EF5-8FD5-00893CFB26AB}"/>
          </ac:spMkLst>
        </pc:spChg>
        <pc:spChg chg="add mod">
          <ac:chgData name="池口　晃太" userId="dec468ab-743d-4860-a388-077b2b03ea36" providerId="ADAL" clId="{CCD9B3B3-A6B6-4A27-A2FE-34E6FB9D3373}" dt="2024-05-30T03:17:13.781" v="3684" actId="20577"/>
          <ac:spMkLst>
            <pc:docMk/>
            <pc:sldMk cId="3934464452" sldId="267"/>
            <ac:spMk id="11" creationId="{2840D019-0E87-B9B4-386E-FB4A0286FE5C}"/>
          </ac:spMkLst>
        </pc:spChg>
        <pc:picChg chg="add mod">
          <ac:chgData name="池口　晃太" userId="dec468ab-743d-4860-a388-077b2b03ea36" providerId="ADAL" clId="{CCD9B3B3-A6B6-4A27-A2FE-34E6FB9D3373}" dt="2024-05-30T03:14:56.790" v="3621" actId="1076"/>
          <ac:picMkLst>
            <pc:docMk/>
            <pc:sldMk cId="3934464452" sldId="267"/>
            <ac:picMk id="3" creationId="{0053B42E-9EFD-5A9B-F0CB-1C5A7854119A}"/>
          </ac:picMkLst>
        </pc:picChg>
      </pc:sldChg>
      <pc:sldChg chg="addSp modSp add del mod ord">
        <pc:chgData name="池口　晃太" userId="dec468ab-743d-4860-a388-077b2b03ea36" providerId="ADAL" clId="{CCD9B3B3-A6B6-4A27-A2FE-34E6FB9D3373}" dt="2024-06-12T06:31:17.103" v="6613" actId="2696"/>
        <pc:sldMkLst>
          <pc:docMk/>
          <pc:sldMk cId="370785675" sldId="268"/>
        </pc:sldMkLst>
        <pc:spChg chg="mod">
          <ac:chgData name="池口　晃太" userId="dec468ab-743d-4860-a388-077b2b03ea36" providerId="ADAL" clId="{CCD9B3B3-A6B6-4A27-A2FE-34E6FB9D3373}" dt="2024-05-30T03:32:33.284" v="3790" actId="20577"/>
          <ac:spMkLst>
            <pc:docMk/>
            <pc:sldMk cId="370785675" sldId="268"/>
            <ac:spMk id="4" creationId="{D4C5A902-D0F1-31C9-912C-FAC59058C266}"/>
          </ac:spMkLst>
        </pc:spChg>
        <pc:spChg chg="add mod">
          <ac:chgData name="池口　晃太" userId="dec468ab-743d-4860-a388-077b2b03ea36" providerId="ADAL" clId="{CCD9B3B3-A6B6-4A27-A2FE-34E6FB9D3373}" dt="2024-05-30T03:36:35.495" v="3874" actId="1076"/>
          <ac:spMkLst>
            <pc:docMk/>
            <pc:sldMk cId="370785675" sldId="268"/>
            <ac:spMk id="7" creationId="{C45B9AC1-3B16-CB05-CAC7-085EB997FC3E}"/>
          </ac:spMkLst>
        </pc:spChg>
        <pc:spChg chg="add mod">
          <ac:chgData name="池口　晃太" userId="dec468ab-743d-4860-a388-077b2b03ea36" providerId="ADAL" clId="{CCD9B3B3-A6B6-4A27-A2FE-34E6FB9D3373}" dt="2024-05-30T03:36:40.036" v="3875" actId="1076"/>
          <ac:spMkLst>
            <pc:docMk/>
            <pc:sldMk cId="370785675" sldId="268"/>
            <ac:spMk id="8" creationId="{508E70AA-5A79-9FEE-D868-85D93F4D0DBA}"/>
          </ac:spMkLst>
        </pc:spChg>
        <pc:spChg chg="add mod">
          <ac:chgData name="池口　晃太" userId="dec468ab-743d-4860-a388-077b2b03ea36" providerId="ADAL" clId="{CCD9B3B3-A6B6-4A27-A2FE-34E6FB9D3373}" dt="2024-05-30T05:03:55.352" v="4792" actId="1076"/>
          <ac:spMkLst>
            <pc:docMk/>
            <pc:sldMk cId="370785675" sldId="268"/>
            <ac:spMk id="9" creationId="{207CFFB3-8E4A-2195-C6F9-A9E47ACE11EB}"/>
          </ac:spMkLst>
        </pc:spChg>
        <pc:picChg chg="add mod">
          <ac:chgData name="池口　晃太" userId="dec468ab-743d-4860-a388-077b2b03ea36" providerId="ADAL" clId="{CCD9B3B3-A6B6-4A27-A2FE-34E6FB9D3373}" dt="2024-05-30T03:42:46.441" v="4026" actId="14100"/>
          <ac:picMkLst>
            <pc:docMk/>
            <pc:sldMk cId="370785675" sldId="268"/>
            <ac:picMk id="3" creationId="{7291D411-0576-8864-CE2A-6687186AC7A2}"/>
          </ac:picMkLst>
        </pc:picChg>
        <pc:picChg chg="add mod modCrop">
          <ac:chgData name="池口　晃太" userId="dec468ab-743d-4860-a388-077b2b03ea36" providerId="ADAL" clId="{CCD9B3B3-A6B6-4A27-A2FE-34E6FB9D3373}" dt="2024-05-30T05:03:58.560" v="4793" actId="1076"/>
          <ac:picMkLst>
            <pc:docMk/>
            <pc:sldMk cId="370785675" sldId="268"/>
            <ac:picMk id="6" creationId="{960524B7-76B8-D164-13F0-EED5F3474ED3}"/>
          </ac:picMkLst>
        </pc:picChg>
      </pc:sldChg>
      <pc:sldChg chg="add del">
        <pc:chgData name="池口　晃太" userId="dec468ab-743d-4860-a388-077b2b03ea36" providerId="ADAL" clId="{CCD9B3B3-A6B6-4A27-A2FE-34E6FB9D3373}" dt="2024-06-12T06:33:25.697" v="6615"/>
        <pc:sldMkLst>
          <pc:docMk/>
          <pc:sldMk cId="1150935832" sldId="268"/>
        </pc:sldMkLst>
      </pc:sldChg>
      <pc:sldChg chg="add del">
        <pc:chgData name="池口　晃太" userId="dec468ab-743d-4860-a388-077b2b03ea36" providerId="ADAL" clId="{CCD9B3B3-A6B6-4A27-A2FE-34E6FB9D3373}" dt="2024-05-30T02:34:21.866" v="2634" actId="47"/>
        <pc:sldMkLst>
          <pc:docMk/>
          <pc:sldMk cId="3517757359" sldId="268"/>
        </pc:sldMkLst>
      </pc:sldChg>
      <pc:sldChg chg="add del">
        <pc:chgData name="池口　晃太" userId="dec468ab-743d-4860-a388-077b2b03ea36" providerId="ADAL" clId="{CCD9B3B3-A6B6-4A27-A2FE-34E6FB9D3373}" dt="2024-06-12T06:30:53.461" v="6612" actId="47"/>
        <pc:sldMkLst>
          <pc:docMk/>
          <pc:sldMk cId="2883248343" sldId="269"/>
        </pc:sldMkLst>
      </pc:sldChg>
      <pc:sldChg chg="new del">
        <pc:chgData name="池口　晃太" userId="dec468ab-743d-4860-a388-077b2b03ea36" providerId="ADAL" clId="{CCD9B3B3-A6B6-4A27-A2FE-34E6FB9D3373}" dt="2024-05-30T02:53:55.343" v="2943" actId="47"/>
        <pc:sldMkLst>
          <pc:docMk/>
          <pc:sldMk cId="1641038777" sldId="270"/>
        </pc:sldMkLst>
      </pc:sldChg>
      <pc:sldChg chg="addSp delSp modSp add del mod">
        <pc:chgData name="池口　晃太" userId="dec468ab-743d-4860-a388-077b2b03ea36" providerId="ADAL" clId="{CCD9B3B3-A6B6-4A27-A2FE-34E6FB9D3373}" dt="2024-05-30T03:43:02.552" v="4034" actId="47"/>
        <pc:sldMkLst>
          <pc:docMk/>
          <pc:sldMk cId="3485036178" sldId="270"/>
        </pc:sldMkLst>
        <pc:spChg chg="del">
          <ac:chgData name="池口　晃太" userId="dec468ab-743d-4860-a388-077b2b03ea36" providerId="ADAL" clId="{CCD9B3B3-A6B6-4A27-A2FE-34E6FB9D3373}" dt="2024-05-30T03:37:55.541" v="3884" actId="478"/>
          <ac:spMkLst>
            <pc:docMk/>
            <pc:sldMk cId="3485036178" sldId="270"/>
            <ac:spMk id="7" creationId="{C45B9AC1-3B16-CB05-CAC7-085EB997FC3E}"/>
          </ac:spMkLst>
        </pc:spChg>
        <pc:spChg chg="del">
          <ac:chgData name="池口　晃太" userId="dec468ab-743d-4860-a388-077b2b03ea36" providerId="ADAL" clId="{CCD9B3B3-A6B6-4A27-A2FE-34E6FB9D3373}" dt="2024-05-30T03:37:53.734" v="3883" actId="478"/>
          <ac:spMkLst>
            <pc:docMk/>
            <pc:sldMk cId="3485036178" sldId="270"/>
            <ac:spMk id="8" creationId="{508E70AA-5A79-9FEE-D868-85D93F4D0DBA}"/>
          </ac:spMkLst>
        </pc:spChg>
        <pc:picChg chg="add mod">
          <ac:chgData name="池口　晃太" userId="dec468ab-743d-4860-a388-077b2b03ea36" providerId="ADAL" clId="{CCD9B3B3-A6B6-4A27-A2FE-34E6FB9D3373}" dt="2024-05-30T03:38:01.518" v="3885" actId="1076"/>
          <ac:picMkLst>
            <pc:docMk/>
            <pc:sldMk cId="3485036178" sldId="270"/>
            <ac:picMk id="2" creationId="{960524B7-76B8-D164-13F0-EED5F3474ED3}"/>
          </ac:picMkLst>
        </pc:picChg>
        <pc:picChg chg="del">
          <ac:chgData name="池口　晃太" userId="dec468ab-743d-4860-a388-077b2b03ea36" providerId="ADAL" clId="{CCD9B3B3-A6B6-4A27-A2FE-34E6FB9D3373}" dt="2024-05-30T03:37:44.181" v="3880" actId="478"/>
          <ac:picMkLst>
            <pc:docMk/>
            <pc:sldMk cId="3485036178" sldId="270"/>
            <ac:picMk id="3" creationId="{7291D411-0576-8864-CE2A-6687186AC7A2}"/>
          </ac:picMkLst>
        </pc:picChg>
        <pc:picChg chg="del mod">
          <ac:chgData name="池口　晃太" userId="dec468ab-743d-4860-a388-077b2b03ea36" providerId="ADAL" clId="{CCD9B3B3-A6B6-4A27-A2FE-34E6FB9D3373}" dt="2024-05-30T03:37:38.547" v="3879" actId="21"/>
          <ac:picMkLst>
            <pc:docMk/>
            <pc:sldMk cId="3485036178" sldId="270"/>
            <ac:picMk id="6" creationId="{960524B7-76B8-D164-13F0-EED5F3474ED3}"/>
          </ac:picMkLst>
        </pc:picChg>
      </pc:sldChg>
      <pc:sldChg chg="add del">
        <pc:chgData name="池口　晃太" userId="dec468ab-743d-4860-a388-077b2b03ea36" providerId="ADAL" clId="{CCD9B3B3-A6B6-4A27-A2FE-34E6FB9D3373}" dt="2024-06-12T06:33:25.697" v="6615"/>
        <pc:sldMkLst>
          <pc:docMk/>
          <pc:sldMk cId="4160078089" sldId="270"/>
        </pc:sldMkLst>
      </pc:sldChg>
      <pc:sldChg chg="addSp delSp modSp add del mod">
        <pc:chgData name="池口　晃太" userId="dec468ab-743d-4860-a388-077b2b03ea36" providerId="ADAL" clId="{CCD9B3B3-A6B6-4A27-A2FE-34E6FB9D3373}" dt="2024-06-12T06:31:17.103" v="6613" actId="2696"/>
        <pc:sldMkLst>
          <pc:docMk/>
          <pc:sldMk cId="4252946778" sldId="270"/>
        </pc:sldMkLst>
        <pc:picChg chg="add del mod">
          <ac:chgData name="池口　晃太" userId="dec468ab-743d-4860-a388-077b2b03ea36" providerId="ADAL" clId="{CCD9B3B3-A6B6-4A27-A2FE-34E6FB9D3373}" dt="2024-05-30T05:31:23.061" v="4820" actId="478"/>
          <ac:picMkLst>
            <pc:docMk/>
            <pc:sldMk cId="4252946778" sldId="270"/>
            <ac:picMk id="2" creationId="{3629690B-558D-C38C-F02B-4688499F7083}"/>
          </ac:picMkLst>
        </pc:picChg>
        <pc:picChg chg="del mod modCrop">
          <ac:chgData name="池口　晃太" userId="dec468ab-743d-4860-a388-077b2b03ea36" providerId="ADAL" clId="{CCD9B3B3-A6B6-4A27-A2FE-34E6FB9D3373}" dt="2024-05-30T05:31:24.249" v="4821" actId="478"/>
          <ac:picMkLst>
            <pc:docMk/>
            <pc:sldMk cId="4252946778" sldId="270"/>
            <ac:picMk id="3" creationId="{F1D9AFA0-5B77-EBDC-BD44-86B0975B3E91}"/>
          </ac:picMkLst>
        </pc:picChg>
        <pc:picChg chg="add del mod">
          <ac:chgData name="池口　晃太" userId="dec468ab-743d-4860-a388-077b2b03ea36" providerId="ADAL" clId="{CCD9B3B3-A6B6-4A27-A2FE-34E6FB9D3373}" dt="2024-05-30T05:32:45.821" v="4830" actId="21"/>
          <ac:picMkLst>
            <pc:docMk/>
            <pc:sldMk cId="4252946778" sldId="270"/>
            <ac:picMk id="6" creationId="{8E14A25C-1F9C-5993-E44B-DB90F4884A87}"/>
          </ac:picMkLst>
        </pc:picChg>
      </pc:sldChg>
      <pc:sldChg chg="add del">
        <pc:chgData name="池口　晃太" userId="dec468ab-743d-4860-a388-077b2b03ea36" providerId="ADAL" clId="{CCD9B3B3-A6B6-4A27-A2FE-34E6FB9D3373}" dt="2024-06-12T06:33:25.697" v="6615"/>
        <pc:sldMkLst>
          <pc:docMk/>
          <pc:sldMk cId="2813315609" sldId="271"/>
        </pc:sldMkLst>
      </pc:sldChg>
      <pc:sldChg chg="addSp delSp modSp add del mod ord">
        <pc:chgData name="池口　晃太" userId="dec468ab-743d-4860-a388-077b2b03ea36" providerId="ADAL" clId="{CCD9B3B3-A6B6-4A27-A2FE-34E6FB9D3373}" dt="2024-06-12T06:31:17.103" v="6613" actId="2696"/>
        <pc:sldMkLst>
          <pc:docMk/>
          <pc:sldMk cId="3068564808" sldId="271"/>
        </pc:sldMkLst>
        <pc:spChg chg="mod">
          <ac:chgData name="池口　晃太" userId="dec468ab-743d-4860-a388-077b2b03ea36" providerId="ADAL" clId="{CCD9B3B3-A6B6-4A27-A2FE-34E6FB9D3373}" dt="2024-05-30T04:16:00.503" v="4789"/>
          <ac:spMkLst>
            <pc:docMk/>
            <pc:sldMk cId="3068564808" sldId="271"/>
            <ac:spMk id="2" creationId="{9BADBE35-2848-ACCB-41FC-35AFFE61DE01}"/>
          </ac:spMkLst>
        </pc:spChg>
        <pc:spChg chg="mod">
          <ac:chgData name="池口　晃太" userId="dec468ab-743d-4860-a388-077b2b03ea36" providerId="ADAL" clId="{CCD9B3B3-A6B6-4A27-A2FE-34E6FB9D3373}" dt="2024-05-30T04:13:53.346" v="4710" actId="20577"/>
          <ac:spMkLst>
            <pc:docMk/>
            <pc:sldMk cId="3068564808" sldId="271"/>
            <ac:spMk id="3" creationId="{3489893A-F54C-D5D4-7DDC-1E35718BE666}"/>
          </ac:spMkLst>
        </pc:spChg>
        <pc:spChg chg="add del mod">
          <ac:chgData name="池口　晃太" userId="dec468ab-743d-4860-a388-077b2b03ea36" providerId="ADAL" clId="{CCD9B3B3-A6B6-4A27-A2FE-34E6FB9D3373}" dt="2024-05-30T04:12:10.627" v="4692" actId="478"/>
          <ac:spMkLst>
            <pc:docMk/>
            <pc:sldMk cId="3068564808" sldId="271"/>
            <ac:spMk id="5" creationId="{37A39B1D-4708-FAB3-EFE8-A4A6AD0E1582}"/>
          </ac:spMkLst>
        </pc:spChg>
        <pc:spChg chg="add mod">
          <ac:chgData name="池口　晃太" userId="dec468ab-743d-4860-a388-077b2b03ea36" providerId="ADAL" clId="{CCD9B3B3-A6B6-4A27-A2FE-34E6FB9D3373}" dt="2024-05-30T04:13:59.479" v="4712" actId="1076"/>
          <ac:spMkLst>
            <pc:docMk/>
            <pc:sldMk cId="3068564808" sldId="271"/>
            <ac:spMk id="7" creationId="{4D2D24BA-1B64-EF7F-B1D4-8F9C4D34DB21}"/>
          </ac:spMkLst>
        </pc:spChg>
        <pc:spChg chg="add del">
          <ac:chgData name="池口　晃太" userId="dec468ab-743d-4860-a388-077b2b03ea36" providerId="ADAL" clId="{CCD9B3B3-A6B6-4A27-A2FE-34E6FB9D3373}" dt="2024-05-30T04:11:01.466" v="4656" actId="478"/>
          <ac:spMkLst>
            <pc:docMk/>
            <pc:sldMk cId="3068564808" sldId="271"/>
            <ac:spMk id="8" creationId="{FB22D1AE-28E6-8293-13BC-F5BA275F5A39}"/>
          </ac:spMkLst>
        </pc:spChg>
        <pc:spChg chg="add mod">
          <ac:chgData name="池口　晃太" userId="dec468ab-743d-4860-a388-077b2b03ea36" providerId="ADAL" clId="{CCD9B3B3-A6B6-4A27-A2FE-34E6FB9D3373}" dt="2024-05-30T04:14:08.919" v="4714" actId="1076"/>
          <ac:spMkLst>
            <pc:docMk/>
            <pc:sldMk cId="3068564808" sldId="271"/>
            <ac:spMk id="9" creationId="{0A04CE26-6A17-E352-7772-A753D6A8B87A}"/>
          </ac:spMkLst>
        </pc:spChg>
        <pc:picChg chg="add mod">
          <ac:chgData name="池口　晃太" userId="dec468ab-743d-4860-a388-077b2b03ea36" providerId="ADAL" clId="{CCD9B3B3-A6B6-4A27-A2FE-34E6FB9D3373}" dt="2024-05-30T04:13:48.652" v="4709" actId="1076"/>
          <ac:picMkLst>
            <pc:docMk/>
            <pc:sldMk cId="3068564808" sldId="271"/>
            <ac:picMk id="4" creationId="{7B08067B-90AF-3CF4-F0C5-C379BED09F07}"/>
          </ac:picMkLst>
        </pc:picChg>
      </pc:sldChg>
      <pc:sldChg chg="modSp add del mod ord">
        <pc:chgData name="池口　晃太" userId="dec468ab-743d-4860-a388-077b2b03ea36" providerId="ADAL" clId="{CCD9B3B3-A6B6-4A27-A2FE-34E6FB9D3373}" dt="2024-06-12T06:31:17.103" v="6613" actId="2696"/>
        <pc:sldMkLst>
          <pc:docMk/>
          <pc:sldMk cId="614742523" sldId="272"/>
        </pc:sldMkLst>
        <pc:picChg chg="mod modCrop">
          <ac:chgData name="池口　晃太" userId="dec468ab-743d-4860-a388-077b2b03ea36" providerId="ADAL" clId="{CCD9B3B3-A6B6-4A27-A2FE-34E6FB9D3373}" dt="2024-05-30T05:29:32.994" v="4805" actId="1076"/>
          <ac:picMkLst>
            <pc:docMk/>
            <pc:sldMk cId="614742523" sldId="272"/>
            <ac:picMk id="3" creationId="{F1D9AFA0-5B77-EBDC-BD44-86B0975B3E91}"/>
          </ac:picMkLst>
        </pc:picChg>
      </pc:sldChg>
      <pc:sldChg chg="add del">
        <pc:chgData name="池口　晃太" userId="dec468ab-743d-4860-a388-077b2b03ea36" providerId="ADAL" clId="{CCD9B3B3-A6B6-4A27-A2FE-34E6FB9D3373}" dt="2024-06-12T06:33:25.697" v="6615"/>
        <pc:sldMkLst>
          <pc:docMk/>
          <pc:sldMk cId="2557294491" sldId="272"/>
        </pc:sldMkLst>
      </pc:sldChg>
      <pc:sldChg chg="addSp delSp modSp new mod modNotesTx">
        <pc:chgData name="池口　晃太" userId="dec468ab-743d-4860-a388-077b2b03ea36" providerId="ADAL" clId="{CCD9B3B3-A6B6-4A27-A2FE-34E6FB9D3373}" dt="2024-07-09T14:34:54.210" v="33343" actId="20577"/>
        <pc:sldMkLst>
          <pc:docMk/>
          <pc:sldMk cId="2012628499" sldId="273"/>
        </pc:sldMkLst>
        <pc:spChg chg="add mod">
          <ac:chgData name="池口　晃太" userId="dec468ab-743d-4860-a388-077b2b03ea36" providerId="ADAL" clId="{CCD9B3B3-A6B6-4A27-A2FE-34E6FB9D3373}" dt="2024-06-12T03:07:39.012" v="4911" actId="14100"/>
          <ac:spMkLst>
            <pc:docMk/>
            <pc:sldMk cId="2012628499" sldId="273"/>
            <ac:spMk id="2" creationId="{06C3CA40-D70F-E8F0-99C3-E10D84241F47}"/>
          </ac:spMkLst>
        </pc:spChg>
        <pc:spChg chg="add mod">
          <ac:chgData name="池口　晃太" userId="dec468ab-743d-4860-a388-077b2b03ea36" providerId="ADAL" clId="{CCD9B3B3-A6B6-4A27-A2FE-34E6FB9D3373}" dt="2024-07-03T15:21:26.519" v="32308" actId="207"/>
          <ac:spMkLst>
            <pc:docMk/>
            <pc:sldMk cId="2012628499" sldId="273"/>
            <ac:spMk id="3" creationId="{09C5065C-5326-1872-C35B-C272A11C31B5}"/>
          </ac:spMkLst>
        </pc:spChg>
        <pc:spChg chg="add mod">
          <ac:chgData name="池口　晃太" userId="dec468ab-743d-4860-a388-077b2b03ea36" providerId="ADAL" clId="{CCD9B3B3-A6B6-4A27-A2FE-34E6FB9D3373}" dt="2024-07-07T17:05:59.939" v="32681" actId="20577"/>
          <ac:spMkLst>
            <pc:docMk/>
            <pc:sldMk cId="2012628499" sldId="273"/>
            <ac:spMk id="4" creationId="{99A538F7-65ED-48A3-DBF1-E0C89F359EF1}"/>
          </ac:spMkLst>
        </pc:spChg>
        <pc:spChg chg="add del mod">
          <ac:chgData name="池口　晃太" userId="dec468ab-743d-4860-a388-077b2b03ea36" providerId="ADAL" clId="{CCD9B3B3-A6B6-4A27-A2FE-34E6FB9D3373}" dt="2024-07-04T18:48:54.870" v="32589" actId="14100"/>
          <ac:spMkLst>
            <pc:docMk/>
            <pc:sldMk cId="2012628499" sldId="273"/>
            <ac:spMk id="7" creationId="{6C2C25FA-BD9D-920F-D3E4-37593A893F16}"/>
          </ac:spMkLst>
        </pc:spChg>
        <pc:picChg chg="add del mod">
          <ac:chgData name="池口　晃太" userId="dec468ab-743d-4860-a388-077b2b03ea36" providerId="ADAL" clId="{CCD9B3B3-A6B6-4A27-A2FE-34E6FB9D3373}" dt="2024-07-04T18:48:10.674" v="32576" actId="14100"/>
          <ac:picMkLst>
            <pc:docMk/>
            <pc:sldMk cId="2012628499" sldId="273"/>
            <ac:picMk id="6" creationId="{A7AC2DA7-586E-66DE-AD66-4A9D86FFD106}"/>
          </ac:picMkLst>
        </pc:picChg>
      </pc:sldChg>
      <pc:sldChg chg="addSp modSp new mod modShow">
        <pc:chgData name="池口　晃太" userId="dec468ab-743d-4860-a388-077b2b03ea36" providerId="ADAL" clId="{CCD9B3B3-A6B6-4A27-A2FE-34E6FB9D3373}" dt="2024-07-02T18:38:43.012" v="27925" actId="729"/>
        <pc:sldMkLst>
          <pc:docMk/>
          <pc:sldMk cId="890629017" sldId="274"/>
        </pc:sldMkLst>
        <pc:spChg chg="add mod">
          <ac:chgData name="池口　晃太" userId="dec468ab-743d-4860-a388-077b2b03ea36" providerId="ADAL" clId="{CCD9B3B3-A6B6-4A27-A2FE-34E6FB9D3373}" dt="2024-07-01T09:35:20.492" v="20917" actId="255"/>
          <ac:spMkLst>
            <pc:docMk/>
            <pc:sldMk cId="890629017" sldId="274"/>
            <ac:spMk id="2" creationId="{9BF93FF3-3019-25D9-48D0-50AAA3A9BD64}"/>
          </ac:spMkLst>
        </pc:spChg>
        <pc:spChg chg="add mod">
          <ac:chgData name="池口　晃太" userId="dec468ab-743d-4860-a388-077b2b03ea36" providerId="ADAL" clId="{CCD9B3B3-A6B6-4A27-A2FE-34E6FB9D3373}" dt="2024-06-26T14:25:02.681" v="13595" actId="20577"/>
          <ac:spMkLst>
            <pc:docMk/>
            <pc:sldMk cId="890629017" sldId="274"/>
            <ac:spMk id="3" creationId="{1CC5A793-4822-0056-BB64-F744A3C7EA3F}"/>
          </ac:spMkLst>
        </pc:spChg>
        <pc:spChg chg="add mod">
          <ac:chgData name="池口　晃太" userId="dec468ab-743d-4860-a388-077b2b03ea36" providerId="ADAL" clId="{CCD9B3B3-A6B6-4A27-A2FE-34E6FB9D3373}" dt="2024-06-26T14:26:47.327" v="13606" actId="20577"/>
          <ac:spMkLst>
            <pc:docMk/>
            <pc:sldMk cId="890629017" sldId="274"/>
            <ac:spMk id="4" creationId="{B2D86283-597C-044F-092E-1866B063A9B6}"/>
          </ac:spMkLst>
        </pc:spChg>
      </pc:sldChg>
      <pc:sldChg chg="addSp modSp new mod modNotesTx">
        <pc:chgData name="池口　晃太" userId="dec468ab-743d-4860-a388-077b2b03ea36" providerId="ADAL" clId="{CCD9B3B3-A6B6-4A27-A2FE-34E6FB9D3373}" dt="2024-07-09T14:37:43.135" v="33389" actId="20577"/>
        <pc:sldMkLst>
          <pc:docMk/>
          <pc:sldMk cId="1200261978" sldId="275"/>
        </pc:sldMkLst>
        <pc:spChg chg="add mod">
          <ac:chgData name="池口　晃太" userId="dec468ab-743d-4860-a388-077b2b03ea36" providerId="ADAL" clId="{CCD9B3B3-A6B6-4A27-A2FE-34E6FB9D3373}" dt="2024-06-12T03:41:56.686" v="5265" actId="1076"/>
          <ac:spMkLst>
            <pc:docMk/>
            <pc:sldMk cId="1200261978" sldId="275"/>
            <ac:spMk id="2" creationId="{B9F7340E-EEB7-BCEE-3B12-DC70175777E3}"/>
          </ac:spMkLst>
        </pc:spChg>
        <pc:spChg chg="add mod">
          <ac:chgData name="池口　晃太" userId="dec468ab-743d-4860-a388-077b2b03ea36" providerId="ADAL" clId="{CCD9B3B3-A6B6-4A27-A2FE-34E6FB9D3373}" dt="2024-06-12T03:42:16.305" v="5273" actId="20577"/>
          <ac:spMkLst>
            <pc:docMk/>
            <pc:sldMk cId="1200261978" sldId="275"/>
            <ac:spMk id="3" creationId="{767B6BB3-3D53-E076-BFB6-79E3C6A8B031}"/>
          </ac:spMkLst>
        </pc:spChg>
        <pc:spChg chg="add mod">
          <ac:chgData name="池口　晃太" userId="dec468ab-743d-4860-a388-077b2b03ea36" providerId="ADAL" clId="{CCD9B3B3-A6B6-4A27-A2FE-34E6FB9D3373}" dt="2024-06-26T14:30:20.828" v="13657" actId="20577"/>
          <ac:spMkLst>
            <pc:docMk/>
            <pc:sldMk cId="1200261978" sldId="275"/>
            <ac:spMk id="4" creationId="{38E8A619-37DE-0F76-6BBE-1AC22A86F48F}"/>
          </ac:spMkLst>
        </pc:spChg>
        <pc:spChg chg="add mod">
          <ac:chgData name="池口　晃太" userId="dec468ab-743d-4860-a388-077b2b03ea36" providerId="ADAL" clId="{CCD9B3B3-A6B6-4A27-A2FE-34E6FB9D3373}" dt="2024-07-08T12:47:04.532" v="32976" actId="20577"/>
          <ac:spMkLst>
            <pc:docMk/>
            <pc:sldMk cId="1200261978" sldId="275"/>
            <ac:spMk id="5" creationId="{B291250F-1D31-1865-7156-56EC4AB2D687}"/>
          </ac:spMkLst>
        </pc:spChg>
        <pc:spChg chg="add mod">
          <ac:chgData name="池口　晃太" userId="dec468ab-743d-4860-a388-077b2b03ea36" providerId="ADAL" clId="{CCD9B3B3-A6B6-4A27-A2FE-34E6FB9D3373}" dt="2024-06-26T14:32:53.560" v="13741" actId="1076"/>
          <ac:spMkLst>
            <pc:docMk/>
            <pc:sldMk cId="1200261978" sldId="275"/>
            <ac:spMk id="6" creationId="{AEA70488-66F4-3BC6-6858-3FEF394D40D9}"/>
          </ac:spMkLst>
        </pc:spChg>
        <pc:spChg chg="add mod">
          <ac:chgData name="池口　晃太" userId="dec468ab-743d-4860-a388-077b2b03ea36" providerId="ADAL" clId="{CCD9B3B3-A6B6-4A27-A2FE-34E6FB9D3373}" dt="2024-07-01T07:57:29.845" v="17585" actId="1076"/>
          <ac:spMkLst>
            <pc:docMk/>
            <pc:sldMk cId="1200261978" sldId="275"/>
            <ac:spMk id="7" creationId="{8894DF64-79B4-8826-BE32-E2E455B05064}"/>
          </ac:spMkLst>
        </pc:spChg>
        <pc:spChg chg="add mod">
          <ac:chgData name="池口　晃太" userId="dec468ab-743d-4860-a388-077b2b03ea36" providerId="ADAL" clId="{CCD9B3B3-A6B6-4A27-A2FE-34E6FB9D3373}" dt="2024-07-03T15:23:10.226" v="32333" actId="207"/>
          <ac:spMkLst>
            <pc:docMk/>
            <pc:sldMk cId="1200261978" sldId="275"/>
            <ac:spMk id="8" creationId="{7DCACDDA-9125-07A5-F159-C7A319EF4F3F}"/>
          </ac:spMkLst>
        </pc:spChg>
      </pc:sldChg>
      <pc:sldChg chg="addSp delSp modSp add mod ord modNotesTx">
        <pc:chgData name="池口　晃太" userId="dec468ab-743d-4860-a388-077b2b03ea36" providerId="ADAL" clId="{CCD9B3B3-A6B6-4A27-A2FE-34E6FB9D3373}" dt="2024-07-10T07:03:32.058" v="33770" actId="20577"/>
        <pc:sldMkLst>
          <pc:docMk/>
          <pc:sldMk cId="381452406" sldId="276"/>
        </pc:sldMkLst>
        <pc:spChg chg="mod">
          <ac:chgData name="池口　晃太" userId="dec468ab-743d-4860-a388-077b2b03ea36" providerId="ADAL" clId="{CCD9B3B3-A6B6-4A27-A2FE-34E6FB9D3373}" dt="2024-06-12T03:44:26.123" v="5357" actId="20577"/>
          <ac:spMkLst>
            <pc:docMk/>
            <pc:sldMk cId="381452406" sldId="276"/>
            <ac:spMk id="3" creationId="{767B6BB3-3D53-E076-BFB6-79E3C6A8B031}"/>
          </ac:spMkLst>
        </pc:spChg>
        <pc:spChg chg="add del mod">
          <ac:chgData name="池口　晃太" userId="dec468ab-743d-4860-a388-077b2b03ea36" providerId="ADAL" clId="{CCD9B3B3-A6B6-4A27-A2FE-34E6FB9D3373}" dt="2024-06-26T08:17:05.832" v="9063" actId="478"/>
          <ac:spMkLst>
            <pc:docMk/>
            <pc:sldMk cId="381452406" sldId="276"/>
            <ac:spMk id="4" creationId="{7A2568FF-0EEE-279A-B891-F128BC795419}"/>
          </ac:spMkLst>
        </pc:spChg>
        <pc:spChg chg="add mod">
          <ac:chgData name="池口　晃太" userId="dec468ab-743d-4860-a388-077b2b03ea36" providerId="ADAL" clId="{CCD9B3B3-A6B6-4A27-A2FE-34E6FB9D3373}" dt="2024-07-04T18:51:27.344" v="32593" actId="255"/>
          <ac:spMkLst>
            <pc:docMk/>
            <pc:sldMk cId="381452406" sldId="276"/>
            <ac:spMk id="6" creationId="{2D55D623-84EC-BD86-30A5-6E3BB1C674A4}"/>
          </ac:spMkLst>
        </pc:spChg>
        <pc:spChg chg="add del mod">
          <ac:chgData name="池口　晃太" userId="dec468ab-743d-4860-a388-077b2b03ea36" providerId="ADAL" clId="{CCD9B3B3-A6B6-4A27-A2FE-34E6FB9D3373}" dt="2024-06-12T08:29:25.645" v="7924" actId="478"/>
          <ac:spMkLst>
            <pc:docMk/>
            <pc:sldMk cId="381452406" sldId="276"/>
            <ac:spMk id="8" creationId="{28D55B40-099B-3355-6D7C-8FEA8A06A6CD}"/>
          </ac:spMkLst>
        </pc:spChg>
        <pc:spChg chg="add mod">
          <ac:chgData name="池口　晃太" userId="dec468ab-743d-4860-a388-077b2b03ea36" providerId="ADAL" clId="{CCD9B3B3-A6B6-4A27-A2FE-34E6FB9D3373}" dt="2024-07-04T18:51:35.543" v="32596" actId="1076"/>
          <ac:spMkLst>
            <pc:docMk/>
            <pc:sldMk cId="381452406" sldId="276"/>
            <ac:spMk id="8" creationId="{7432A911-4F80-16E9-A513-6495B294848A}"/>
          </ac:spMkLst>
        </pc:spChg>
        <pc:spChg chg="add mod">
          <ac:chgData name="池口　晃太" userId="dec468ab-743d-4860-a388-077b2b03ea36" providerId="ADAL" clId="{CCD9B3B3-A6B6-4A27-A2FE-34E6FB9D3373}" dt="2024-06-12T09:13:08.044" v="8435" actId="1076"/>
          <ac:spMkLst>
            <pc:docMk/>
            <pc:sldMk cId="381452406" sldId="276"/>
            <ac:spMk id="10" creationId="{2AE73B3E-E0D4-C796-929C-45353BD414CA}"/>
          </ac:spMkLst>
        </pc:spChg>
        <pc:spChg chg="add mod">
          <ac:chgData name="池口　晃太" userId="dec468ab-743d-4860-a388-077b2b03ea36" providerId="ADAL" clId="{CCD9B3B3-A6B6-4A27-A2FE-34E6FB9D3373}" dt="2024-07-01T09:59:47.821" v="20933" actId="20577"/>
          <ac:spMkLst>
            <pc:docMk/>
            <pc:sldMk cId="381452406" sldId="276"/>
            <ac:spMk id="11" creationId="{6BAB3D64-837B-624D-4A99-1557E21FC387}"/>
          </ac:spMkLst>
        </pc:spChg>
        <pc:spChg chg="add del mod">
          <ac:chgData name="池口　晃太" userId="dec468ab-743d-4860-a388-077b2b03ea36" providerId="ADAL" clId="{CCD9B3B3-A6B6-4A27-A2FE-34E6FB9D3373}" dt="2024-06-12T09:11:00.132" v="8365" actId="478"/>
          <ac:spMkLst>
            <pc:docMk/>
            <pc:sldMk cId="381452406" sldId="276"/>
            <ac:spMk id="13" creationId="{31A66552-530A-0174-73A9-61D42AD5101D}"/>
          </ac:spMkLst>
        </pc:spChg>
        <pc:spChg chg="add del mod">
          <ac:chgData name="池口　晃太" userId="dec468ab-743d-4860-a388-077b2b03ea36" providerId="ADAL" clId="{CCD9B3B3-A6B6-4A27-A2FE-34E6FB9D3373}" dt="2024-06-12T09:11:16.095" v="8370" actId="478"/>
          <ac:spMkLst>
            <pc:docMk/>
            <pc:sldMk cId="381452406" sldId="276"/>
            <ac:spMk id="14" creationId="{1ED45269-23B6-87EF-3DA6-50F3436BB6C4}"/>
          </ac:spMkLst>
        </pc:spChg>
        <pc:spChg chg="add del mod">
          <ac:chgData name="池口　晃太" userId="dec468ab-743d-4860-a388-077b2b03ea36" providerId="ADAL" clId="{CCD9B3B3-A6B6-4A27-A2FE-34E6FB9D3373}" dt="2024-06-12T09:04:59.038" v="8221" actId="478"/>
          <ac:spMkLst>
            <pc:docMk/>
            <pc:sldMk cId="381452406" sldId="276"/>
            <ac:spMk id="15" creationId="{194DC3AC-A63A-795A-DC86-F4C695036F70}"/>
          </ac:spMkLst>
        </pc:spChg>
        <pc:picChg chg="add del mod">
          <ac:chgData name="池口　晃太" userId="dec468ab-743d-4860-a388-077b2b03ea36" providerId="ADAL" clId="{CCD9B3B3-A6B6-4A27-A2FE-34E6FB9D3373}" dt="2024-06-26T14:25:58.572" v="13598" actId="478"/>
          <ac:picMkLst>
            <pc:docMk/>
            <pc:sldMk cId="381452406" sldId="276"/>
            <ac:picMk id="5" creationId="{869CD19D-FA01-4CDB-14E0-D0E1D0400C2F}"/>
          </ac:picMkLst>
        </pc:picChg>
        <pc:picChg chg="add del mod">
          <ac:chgData name="池口　晃太" userId="dec468ab-743d-4860-a388-077b2b03ea36" providerId="ADAL" clId="{CCD9B3B3-A6B6-4A27-A2FE-34E6FB9D3373}" dt="2024-06-12T06:06:13.568" v="6115" actId="478"/>
          <ac:picMkLst>
            <pc:docMk/>
            <pc:sldMk cId="381452406" sldId="276"/>
            <ac:picMk id="7" creationId="{4D6A796C-2069-C324-8078-EA590027D78C}"/>
          </ac:picMkLst>
        </pc:picChg>
        <pc:picChg chg="add mod">
          <ac:chgData name="池口　晃太" userId="dec468ab-743d-4860-a388-077b2b03ea36" providerId="ADAL" clId="{CCD9B3B3-A6B6-4A27-A2FE-34E6FB9D3373}" dt="2024-06-12T09:13:02.846" v="8434" actId="1076"/>
          <ac:picMkLst>
            <pc:docMk/>
            <pc:sldMk cId="381452406" sldId="276"/>
            <ac:picMk id="9" creationId="{C3E362C7-1DBD-2AFE-07B1-11558E9D8507}"/>
          </ac:picMkLst>
        </pc:picChg>
        <pc:picChg chg="add mod">
          <ac:chgData name="池口　晃太" userId="dec468ab-743d-4860-a388-077b2b03ea36" providerId="ADAL" clId="{CCD9B3B3-A6B6-4A27-A2FE-34E6FB9D3373}" dt="2024-06-12T09:15:02.860" v="8523" actId="688"/>
          <ac:picMkLst>
            <pc:docMk/>
            <pc:sldMk cId="381452406" sldId="276"/>
            <ac:picMk id="12" creationId="{DFD9F49F-1107-C3DA-998D-5BF7260FEB6F}"/>
          </ac:picMkLst>
        </pc:picChg>
        <pc:picChg chg="add mod">
          <ac:chgData name="池口　晃太" userId="dec468ab-743d-4860-a388-077b2b03ea36" providerId="ADAL" clId="{CCD9B3B3-A6B6-4A27-A2FE-34E6FB9D3373}" dt="2024-06-12T09:14:43.660" v="8518" actId="1076"/>
          <ac:picMkLst>
            <pc:docMk/>
            <pc:sldMk cId="381452406" sldId="276"/>
            <ac:picMk id="16" creationId="{FA0CDE5D-2623-039D-63A8-C219B7E6744D}"/>
          </ac:picMkLst>
        </pc:picChg>
        <pc:picChg chg="add mod">
          <ac:chgData name="池口　晃太" userId="dec468ab-743d-4860-a388-077b2b03ea36" providerId="ADAL" clId="{CCD9B3B3-A6B6-4A27-A2FE-34E6FB9D3373}" dt="2024-06-12T09:14:52.206" v="8521" actId="1076"/>
          <ac:picMkLst>
            <pc:docMk/>
            <pc:sldMk cId="381452406" sldId="276"/>
            <ac:picMk id="17" creationId="{AD66FAD5-6C46-2F17-8E6E-9875FECF9054}"/>
          </ac:picMkLst>
        </pc:picChg>
        <pc:picChg chg="add del mod">
          <ac:chgData name="池口　晃太" userId="dec468ab-743d-4860-a388-077b2b03ea36" providerId="ADAL" clId="{CCD9B3B3-A6B6-4A27-A2FE-34E6FB9D3373}" dt="2024-06-12T09:09:30.911" v="8328" actId="478"/>
          <ac:picMkLst>
            <pc:docMk/>
            <pc:sldMk cId="381452406" sldId="276"/>
            <ac:picMk id="18" creationId="{E81942A8-C12E-D3BF-2F84-DFE81661E809}"/>
          </ac:picMkLst>
        </pc:picChg>
        <pc:picChg chg="add del mod">
          <ac:chgData name="池口　晃太" userId="dec468ab-743d-4860-a388-077b2b03ea36" providerId="ADAL" clId="{CCD9B3B3-A6B6-4A27-A2FE-34E6FB9D3373}" dt="2024-06-12T09:09:40.087" v="8336" actId="478"/>
          <ac:picMkLst>
            <pc:docMk/>
            <pc:sldMk cId="381452406" sldId="276"/>
            <ac:picMk id="19" creationId="{8D414A69-8648-EB1B-0E47-4AD8BDA5DE91}"/>
          </ac:picMkLst>
        </pc:picChg>
        <pc:picChg chg="add del mod">
          <ac:chgData name="池口　晃太" userId="dec468ab-743d-4860-a388-077b2b03ea36" providerId="ADAL" clId="{CCD9B3B3-A6B6-4A27-A2FE-34E6FB9D3373}" dt="2024-06-12T09:09:30.911" v="8328" actId="478"/>
          <ac:picMkLst>
            <pc:docMk/>
            <pc:sldMk cId="381452406" sldId="276"/>
            <ac:picMk id="20" creationId="{1AB98289-2219-2C11-4C0F-B66AEEBFF1F2}"/>
          </ac:picMkLst>
        </pc:picChg>
        <pc:picChg chg="add del mod">
          <ac:chgData name="池口　晃太" userId="dec468ab-743d-4860-a388-077b2b03ea36" providerId="ADAL" clId="{CCD9B3B3-A6B6-4A27-A2FE-34E6FB9D3373}" dt="2024-06-12T09:09:30.911" v="8328" actId="478"/>
          <ac:picMkLst>
            <pc:docMk/>
            <pc:sldMk cId="381452406" sldId="276"/>
            <ac:picMk id="21" creationId="{AAD52DA4-E729-232F-E04F-05871CAA8503}"/>
          </ac:picMkLst>
        </pc:picChg>
        <pc:picChg chg="add del mod">
          <ac:chgData name="池口　晃太" userId="dec468ab-743d-4860-a388-077b2b03ea36" providerId="ADAL" clId="{CCD9B3B3-A6B6-4A27-A2FE-34E6FB9D3373}" dt="2024-06-12T09:09:30.911" v="8328" actId="478"/>
          <ac:picMkLst>
            <pc:docMk/>
            <pc:sldMk cId="381452406" sldId="276"/>
            <ac:picMk id="22" creationId="{3DB38D27-1856-C213-4C00-E2E93B9288B5}"/>
          </ac:picMkLst>
        </pc:picChg>
        <pc:picChg chg="add del mod">
          <ac:chgData name="池口　晃太" userId="dec468ab-743d-4860-a388-077b2b03ea36" providerId="ADAL" clId="{CCD9B3B3-A6B6-4A27-A2FE-34E6FB9D3373}" dt="2024-06-12T09:09:37.119" v="8333" actId="478"/>
          <ac:picMkLst>
            <pc:docMk/>
            <pc:sldMk cId="381452406" sldId="276"/>
            <ac:picMk id="23" creationId="{A62D6364-43C2-8731-A3CE-14D232459AE3}"/>
          </ac:picMkLst>
        </pc:picChg>
        <pc:picChg chg="add mod">
          <ac:chgData name="池口　晃太" userId="dec468ab-743d-4860-a388-077b2b03ea36" providerId="ADAL" clId="{CCD9B3B3-A6B6-4A27-A2FE-34E6FB9D3373}" dt="2024-06-26T08:18:46.778" v="9116" actId="1076"/>
          <ac:picMkLst>
            <pc:docMk/>
            <pc:sldMk cId="381452406" sldId="276"/>
            <ac:picMk id="24" creationId="{5DA85A05-422B-16BA-4100-5C5C8C34927E}"/>
          </ac:picMkLst>
        </pc:picChg>
        <pc:picChg chg="add del mod">
          <ac:chgData name="池口　晃太" userId="dec468ab-743d-4860-a388-077b2b03ea36" providerId="ADAL" clId="{CCD9B3B3-A6B6-4A27-A2FE-34E6FB9D3373}" dt="2024-06-12T09:09:32.244" v="8330" actId="478"/>
          <ac:picMkLst>
            <pc:docMk/>
            <pc:sldMk cId="381452406" sldId="276"/>
            <ac:picMk id="25" creationId="{EDBC9A3E-3ED5-D729-F3F0-E0550C053012}"/>
          </ac:picMkLst>
        </pc:picChg>
        <pc:picChg chg="add del mod">
          <ac:chgData name="池口　晃太" userId="dec468ab-743d-4860-a388-077b2b03ea36" providerId="ADAL" clId="{CCD9B3B3-A6B6-4A27-A2FE-34E6FB9D3373}" dt="2024-06-12T09:09:30.911" v="8328" actId="478"/>
          <ac:picMkLst>
            <pc:docMk/>
            <pc:sldMk cId="381452406" sldId="276"/>
            <ac:picMk id="26" creationId="{D946D0D0-2373-AE01-6689-7F1BD885C59A}"/>
          </ac:picMkLst>
        </pc:picChg>
        <pc:picChg chg="add del mod">
          <ac:chgData name="池口　晃太" userId="dec468ab-743d-4860-a388-077b2b03ea36" providerId="ADAL" clId="{CCD9B3B3-A6B6-4A27-A2FE-34E6FB9D3373}" dt="2024-06-12T09:09:30.911" v="8328" actId="478"/>
          <ac:picMkLst>
            <pc:docMk/>
            <pc:sldMk cId="381452406" sldId="276"/>
            <ac:picMk id="27" creationId="{F9509952-8C3E-D9A2-2BF6-DEB62112A911}"/>
          </ac:picMkLst>
        </pc:picChg>
        <pc:picChg chg="add del mod">
          <ac:chgData name="池口　晃太" userId="dec468ab-743d-4860-a388-077b2b03ea36" providerId="ADAL" clId="{CCD9B3B3-A6B6-4A27-A2FE-34E6FB9D3373}" dt="2024-06-12T09:09:24.975" v="8326" actId="478"/>
          <ac:picMkLst>
            <pc:docMk/>
            <pc:sldMk cId="381452406" sldId="276"/>
            <ac:picMk id="28" creationId="{C107E7CE-0C80-293D-2D29-97D2EF0DB7B5}"/>
          </ac:picMkLst>
        </pc:picChg>
        <pc:picChg chg="add del mod">
          <ac:chgData name="池口　晃太" userId="dec468ab-743d-4860-a388-077b2b03ea36" providerId="ADAL" clId="{CCD9B3B3-A6B6-4A27-A2FE-34E6FB9D3373}" dt="2024-06-12T09:09:30.911" v="8328" actId="478"/>
          <ac:picMkLst>
            <pc:docMk/>
            <pc:sldMk cId="381452406" sldId="276"/>
            <ac:picMk id="29" creationId="{9BD1F3AB-7E3B-1273-A515-71F8E5110446}"/>
          </ac:picMkLst>
        </pc:picChg>
        <pc:picChg chg="add mod">
          <ac:chgData name="池口　晃太" userId="dec468ab-743d-4860-a388-077b2b03ea36" providerId="ADAL" clId="{CCD9B3B3-A6B6-4A27-A2FE-34E6FB9D3373}" dt="2024-06-12T09:14:58.178" v="8522" actId="1076"/>
          <ac:picMkLst>
            <pc:docMk/>
            <pc:sldMk cId="381452406" sldId="276"/>
            <ac:picMk id="30" creationId="{A92A66C8-9B95-03D4-E49A-6236E0CE36B7}"/>
          </ac:picMkLst>
        </pc:picChg>
        <pc:picChg chg="add mod">
          <ac:chgData name="池口　晃太" userId="dec468ab-743d-4860-a388-077b2b03ea36" providerId="ADAL" clId="{CCD9B3B3-A6B6-4A27-A2FE-34E6FB9D3373}" dt="2024-06-12T09:14:58.178" v="8522" actId="1076"/>
          <ac:picMkLst>
            <pc:docMk/>
            <pc:sldMk cId="381452406" sldId="276"/>
            <ac:picMk id="31" creationId="{B94E5351-1A0F-2D56-8497-6A396C99B903}"/>
          </ac:picMkLst>
        </pc:picChg>
        <pc:picChg chg="add mod">
          <ac:chgData name="池口　晃太" userId="dec468ab-743d-4860-a388-077b2b03ea36" providerId="ADAL" clId="{CCD9B3B3-A6B6-4A27-A2FE-34E6FB9D3373}" dt="2024-06-12T09:14:58.178" v="8522" actId="1076"/>
          <ac:picMkLst>
            <pc:docMk/>
            <pc:sldMk cId="381452406" sldId="276"/>
            <ac:picMk id="32" creationId="{CC9A5FF8-E5A1-B1C4-9519-E715DD199BDE}"/>
          </ac:picMkLst>
        </pc:picChg>
        <pc:picChg chg="add mod">
          <ac:chgData name="池口　晃太" userId="dec468ab-743d-4860-a388-077b2b03ea36" providerId="ADAL" clId="{CCD9B3B3-A6B6-4A27-A2FE-34E6FB9D3373}" dt="2024-06-12T09:14:58.178" v="8522" actId="1076"/>
          <ac:picMkLst>
            <pc:docMk/>
            <pc:sldMk cId="381452406" sldId="276"/>
            <ac:picMk id="33" creationId="{D53581E8-DD97-B968-A775-38A898B067B8}"/>
          </ac:picMkLst>
        </pc:picChg>
        <pc:picChg chg="add mod">
          <ac:chgData name="池口　晃太" userId="dec468ab-743d-4860-a388-077b2b03ea36" providerId="ADAL" clId="{CCD9B3B3-A6B6-4A27-A2FE-34E6FB9D3373}" dt="2024-06-12T09:14:58.178" v="8522" actId="1076"/>
          <ac:picMkLst>
            <pc:docMk/>
            <pc:sldMk cId="381452406" sldId="276"/>
            <ac:picMk id="34" creationId="{A83FDAC2-CE79-E043-244F-898A6CD614DF}"/>
          </ac:picMkLst>
        </pc:picChg>
        <pc:picChg chg="add mod">
          <ac:chgData name="池口　晃太" userId="dec468ab-743d-4860-a388-077b2b03ea36" providerId="ADAL" clId="{CCD9B3B3-A6B6-4A27-A2FE-34E6FB9D3373}" dt="2024-06-12T09:14:58.178" v="8522" actId="1076"/>
          <ac:picMkLst>
            <pc:docMk/>
            <pc:sldMk cId="381452406" sldId="276"/>
            <ac:picMk id="35" creationId="{03ECE469-0BA1-5EDD-D488-CDCB8C86455E}"/>
          </ac:picMkLst>
        </pc:picChg>
        <pc:picChg chg="add mod">
          <ac:chgData name="池口　晃太" userId="dec468ab-743d-4860-a388-077b2b03ea36" providerId="ADAL" clId="{CCD9B3B3-A6B6-4A27-A2FE-34E6FB9D3373}" dt="2024-06-12T09:14:58.178" v="8522" actId="1076"/>
          <ac:picMkLst>
            <pc:docMk/>
            <pc:sldMk cId="381452406" sldId="276"/>
            <ac:picMk id="36" creationId="{BB7FB678-8948-B8BF-20E4-1FED0EF38E2E}"/>
          </ac:picMkLst>
        </pc:picChg>
        <pc:picChg chg="add mod">
          <ac:chgData name="池口　晃太" userId="dec468ab-743d-4860-a388-077b2b03ea36" providerId="ADAL" clId="{CCD9B3B3-A6B6-4A27-A2FE-34E6FB9D3373}" dt="2024-06-12T09:14:58.178" v="8522" actId="1076"/>
          <ac:picMkLst>
            <pc:docMk/>
            <pc:sldMk cId="381452406" sldId="276"/>
            <ac:picMk id="37" creationId="{C0BEC10A-CDD4-C159-0C00-5C45219CC1FC}"/>
          </ac:picMkLst>
        </pc:picChg>
        <pc:picChg chg="add mod">
          <ac:chgData name="池口　晃太" userId="dec468ab-743d-4860-a388-077b2b03ea36" providerId="ADAL" clId="{CCD9B3B3-A6B6-4A27-A2FE-34E6FB9D3373}" dt="2024-06-12T09:14:58.178" v="8522" actId="1076"/>
          <ac:picMkLst>
            <pc:docMk/>
            <pc:sldMk cId="381452406" sldId="276"/>
            <ac:picMk id="38" creationId="{5F28C84B-3ACF-6BE9-0577-E643200C9E38}"/>
          </ac:picMkLst>
        </pc:picChg>
      </pc:sldChg>
      <pc:sldChg chg="addSp delSp modSp add mod ord modNotesTx">
        <pc:chgData name="池口　晃太" userId="dec468ab-743d-4860-a388-077b2b03ea36" providerId="ADAL" clId="{CCD9B3B3-A6B6-4A27-A2FE-34E6FB9D3373}" dt="2024-07-08T12:47:55.569" v="32986" actId="20577"/>
        <pc:sldMkLst>
          <pc:docMk/>
          <pc:sldMk cId="1366325368" sldId="277"/>
        </pc:sldMkLst>
        <pc:spChg chg="mod">
          <ac:chgData name="池口　晃太" userId="dec468ab-743d-4860-a388-077b2b03ea36" providerId="ADAL" clId="{CCD9B3B3-A6B6-4A27-A2FE-34E6FB9D3373}" dt="2024-06-12T05:11:15.794" v="5869" actId="20577"/>
          <ac:spMkLst>
            <pc:docMk/>
            <pc:sldMk cId="1366325368" sldId="277"/>
            <ac:spMk id="3" creationId="{767B6BB3-3D53-E076-BFB6-79E3C6A8B031}"/>
          </ac:spMkLst>
        </pc:spChg>
        <pc:spChg chg="add mod">
          <ac:chgData name="池口　晃太" userId="dec468ab-743d-4860-a388-077b2b03ea36" providerId="ADAL" clId="{CCD9B3B3-A6B6-4A27-A2FE-34E6FB9D3373}" dt="2024-06-26T16:12:01.778" v="14824" actId="164"/>
          <ac:spMkLst>
            <pc:docMk/>
            <pc:sldMk cId="1366325368" sldId="277"/>
            <ac:spMk id="4" creationId="{63BCE924-6449-FB48-51E3-D419B7DABC26}"/>
          </ac:spMkLst>
        </pc:spChg>
        <pc:spChg chg="add mod">
          <ac:chgData name="池口　晃太" userId="dec468ab-743d-4860-a388-077b2b03ea36" providerId="ADAL" clId="{CCD9B3B3-A6B6-4A27-A2FE-34E6FB9D3373}" dt="2024-07-03T15:23:27.246" v="32348" actId="207"/>
          <ac:spMkLst>
            <pc:docMk/>
            <pc:sldMk cId="1366325368" sldId="277"/>
            <ac:spMk id="6" creationId="{A7C41418-6D3E-A230-B34C-C799DEAB777B}"/>
          </ac:spMkLst>
        </pc:spChg>
        <pc:spChg chg="add mod">
          <ac:chgData name="池口　晃太" userId="dec468ab-743d-4860-a388-077b2b03ea36" providerId="ADAL" clId="{CCD9B3B3-A6B6-4A27-A2FE-34E6FB9D3373}" dt="2024-07-03T16:22:20.635" v="32559" actId="1076"/>
          <ac:spMkLst>
            <pc:docMk/>
            <pc:sldMk cId="1366325368" sldId="277"/>
            <ac:spMk id="7" creationId="{2A1D9E80-1AF4-C01F-7054-903CF21165F8}"/>
          </ac:spMkLst>
        </pc:spChg>
        <pc:spChg chg="add del mod">
          <ac:chgData name="池口　晃太" userId="dec468ab-743d-4860-a388-077b2b03ea36" providerId="ADAL" clId="{CCD9B3B3-A6B6-4A27-A2FE-34E6FB9D3373}" dt="2024-06-26T16:12:54.625" v="14841" actId="164"/>
          <ac:spMkLst>
            <pc:docMk/>
            <pc:sldMk cId="1366325368" sldId="277"/>
            <ac:spMk id="8" creationId="{C1B31D98-E1FE-F103-8222-16E9212CCA9D}"/>
          </ac:spMkLst>
        </pc:spChg>
        <pc:spChg chg="add del">
          <ac:chgData name="池口　晃太" userId="dec468ab-743d-4860-a388-077b2b03ea36" providerId="ADAL" clId="{CCD9B3B3-A6B6-4A27-A2FE-34E6FB9D3373}" dt="2024-06-12T05:12:38.264" v="5881" actId="478"/>
          <ac:spMkLst>
            <pc:docMk/>
            <pc:sldMk cId="1366325368" sldId="277"/>
            <ac:spMk id="8" creationId="{E5A27C70-4809-C0B8-0F4B-3D402C970CEB}"/>
          </ac:spMkLst>
        </pc:spChg>
        <pc:spChg chg="add del mod">
          <ac:chgData name="池口　晃太" userId="dec468ab-743d-4860-a388-077b2b03ea36" providerId="ADAL" clId="{CCD9B3B3-A6B6-4A27-A2FE-34E6FB9D3373}" dt="2024-06-12T05:13:57.353" v="5900" actId="478"/>
          <ac:spMkLst>
            <pc:docMk/>
            <pc:sldMk cId="1366325368" sldId="277"/>
            <ac:spMk id="9" creationId="{D48C6253-5C40-E47D-1568-57A0272CDFA8}"/>
          </ac:spMkLst>
        </pc:spChg>
        <pc:spChg chg="add del mod">
          <ac:chgData name="池口　晃太" userId="dec468ab-743d-4860-a388-077b2b03ea36" providerId="ADAL" clId="{CCD9B3B3-A6B6-4A27-A2FE-34E6FB9D3373}" dt="2024-06-12T05:13:57.353" v="5900" actId="478"/>
          <ac:spMkLst>
            <pc:docMk/>
            <pc:sldMk cId="1366325368" sldId="277"/>
            <ac:spMk id="10" creationId="{FEFC2FDB-CF2A-F7FF-96C0-516196DCF821}"/>
          </ac:spMkLst>
        </pc:spChg>
        <pc:spChg chg="add del mod">
          <ac:chgData name="池口　晃太" userId="dec468ab-743d-4860-a388-077b2b03ea36" providerId="ADAL" clId="{CCD9B3B3-A6B6-4A27-A2FE-34E6FB9D3373}" dt="2024-06-12T05:13:57.353" v="5900" actId="478"/>
          <ac:spMkLst>
            <pc:docMk/>
            <pc:sldMk cId="1366325368" sldId="277"/>
            <ac:spMk id="11" creationId="{13A11D0A-141F-66B5-FE83-7D74F00D7BCE}"/>
          </ac:spMkLst>
        </pc:spChg>
        <pc:spChg chg="mod">
          <ac:chgData name="池口　晃太" userId="dec468ab-743d-4860-a388-077b2b03ea36" providerId="ADAL" clId="{CCD9B3B3-A6B6-4A27-A2FE-34E6FB9D3373}" dt="2024-06-26T16:12:28.031" v="14833"/>
          <ac:spMkLst>
            <pc:docMk/>
            <pc:sldMk cId="1366325368" sldId="277"/>
            <ac:spMk id="12" creationId="{774838C0-2F1D-DE7D-42DF-61A3CB49AA08}"/>
          </ac:spMkLst>
        </pc:spChg>
        <pc:spChg chg="add del mod">
          <ac:chgData name="池口　晃太" userId="dec468ab-743d-4860-a388-077b2b03ea36" providerId="ADAL" clId="{CCD9B3B3-A6B6-4A27-A2FE-34E6FB9D3373}" dt="2024-06-12T05:13:57.353" v="5900" actId="478"/>
          <ac:spMkLst>
            <pc:docMk/>
            <pc:sldMk cId="1366325368" sldId="277"/>
            <ac:spMk id="12" creationId="{F948903F-A727-E2C6-857E-04F830CE26E6}"/>
          </ac:spMkLst>
        </pc:spChg>
        <pc:spChg chg="add del mod">
          <ac:chgData name="池口　晃太" userId="dec468ab-743d-4860-a388-077b2b03ea36" providerId="ADAL" clId="{CCD9B3B3-A6B6-4A27-A2FE-34E6FB9D3373}" dt="2024-06-26T16:10:26.671" v="14797" actId="478"/>
          <ac:spMkLst>
            <pc:docMk/>
            <pc:sldMk cId="1366325368" sldId="277"/>
            <ac:spMk id="13" creationId="{4D7E870D-9F2C-DFF5-07CC-5D37882456AA}"/>
          </ac:spMkLst>
        </pc:spChg>
        <pc:spChg chg="add del mod">
          <ac:chgData name="池口　晃太" userId="dec468ab-743d-4860-a388-077b2b03ea36" providerId="ADAL" clId="{CCD9B3B3-A6B6-4A27-A2FE-34E6FB9D3373}" dt="2024-06-26T16:10:26.671" v="14797" actId="478"/>
          <ac:spMkLst>
            <pc:docMk/>
            <pc:sldMk cId="1366325368" sldId="277"/>
            <ac:spMk id="14" creationId="{E3EFAE76-1743-433F-BC14-3DDA634D62B9}"/>
          </ac:spMkLst>
        </pc:spChg>
        <pc:spChg chg="add del mod">
          <ac:chgData name="池口　晃太" userId="dec468ab-743d-4860-a388-077b2b03ea36" providerId="ADAL" clId="{CCD9B3B3-A6B6-4A27-A2FE-34E6FB9D3373}" dt="2024-06-12T05:15:27.206" v="5920" actId="478"/>
          <ac:spMkLst>
            <pc:docMk/>
            <pc:sldMk cId="1366325368" sldId="277"/>
            <ac:spMk id="15" creationId="{12ADD2B9-A413-733A-2C66-4F2D8360FDD2}"/>
          </ac:spMkLst>
        </pc:spChg>
        <pc:spChg chg="add mod">
          <ac:chgData name="池口　晃太" userId="dec468ab-743d-4860-a388-077b2b03ea36" providerId="ADAL" clId="{CCD9B3B3-A6B6-4A27-A2FE-34E6FB9D3373}" dt="2024-06-26T16:12:54.625" v="14841" actId="164"/>
          <ac:spMkLst>
            <pc:docMk/>
            <pc:sldMk cId="1366325368" sldId="277"/>
            <ac:spMk id="15" creationId="{5D76C744-B7A2-ED9C-C8FA-417989417791}"/>
          </ac:spMkLst>
        </pc:spChg>
        <pc:spChg chg="add del mod">
          <ac:chgData name="池口　晃太" userId="dec468ab-743d-4860-a388-077b2b03ea36" providerId="ADAL" clId="{CCD9B3B3-A6B6-4A27-A2FE-34E6FB9D3373}" dt="2024-06-26T16:10:26.671" v="14797" actId="478"/>
          <ac:spMkLst>
            <pc:docMk/>
            <pc:sldMk cId="1366325368" sldId="277"/>
            <ac:spMk id="16" creationId="{76796EEE-74E1-6612-CD96-CA3D30FF7F3F}"/>
          </ac:spMkLst>
        </pc:spChg>
        <pc:spChg chg="add del mod">
          <ac:chgData name="池口　晃太" userId="dec468ab-743d-4860-a388-077b2b03ea36" providerId="ADAL" clId="{CCD9B3B3-A6B6-4A27-A2FE-34E6FB9D3373}" dt="2024-06-26T16:10:26.671" v="14797" actId="478"/>
          <ac:spMkLst>
            <pc:docMk/>
            <pc:sldMk cId="1366325368" sldId="277"/>
            <ac:spMk id="17" creationId="{DA066C19-AF43-2370-0860-580EDE3DC956}"/>
          </ac:spMkLst>
        </pc:spChg>
        <pc:spChg chg="add del mod">
          <ac:chgData name="池口　晃太" userId="dec468ab-743d-4860-a388-077b2b03ea36" providerId="ADAL" clId="{CCD9B3B3-A6B6-4A27-A2FE-34E6FB9D3373}" dt="2024-06-26T16:10:26.671" v="14797" actId="478"/>
          <ac:spMkLst>
            <pc:docMk/>
            <pc:sldMk cId="1366325368" sldId="277"/>
            <ac:spMk id="18" creationId="{5968F5D3-7C50-C266-0762-0F3BB6B61C42}"/>
          </ac:spMkLst>
        </pc:spChg>
        <pc:spChg chg="add del mod">
          <ac:chgData name="池口　晃太" userId="dec468ab-743d-4860-a388-077b2b03ea36" providerId="ADAL" clId="{CCD9B3B3-A6B6-4A27-A2FE-34E6FB9D3373}" dt="2024-06-26T16:10:26.671" v="14797" actId="478"/>
          <ac:spMkLst>
            <pc:docMk/>
            <pc:sldMk cId="1366325368" sldId="277"/>
            <ac:spMk id="19" creationId="{1F723E7B-8898-E194-24E7-5D560CA25052}"/>
          </ac:spMkLst>
        </pc:spChg>
        <pc:spChg chg="add mod">
          <ac:chgData name="池口　晃太" userId="dec468ab-743d-4860-a388-077b2b03ea36" providerId="ADAL" clId="{CCD9B3B3-A6B6-4A27-A2FE-34E6FB9D3373}" dt="2024-06-26T16:12:54.625" v="14841" actId="164"/>
          <ac:spMkLst>
            <pc:docMk/>
            <pc:sldMk cId="1366325368" sldId="277"/>
            <ac:spMk id="20" creationId="{0ABB191C-5CDD-3C7E-219C-F2904D82F9C8}"/>
          </ac:spMkLst>
        </pc:spChg>
        <pc:grpChg chg="add mod">
          <ac:chgData name="池口　晃太" userId="dec468ab-743d-4860-a388-077b2b03ea36" providerId="ADAL" clId="{CCD9B3B3-A6B6-4A27-A2FE-34E6FB9D3373}" dt="2024-06-26T16:12:54.625" v="14841" actId="164"/>
          <ac:grpSpMkLst>
            <pc:docMk/>
            <pc:sldMk cId="1366325368" sldId="277"/>
            <ac:grpSpMk id="9" creationId="{382A74AC-F7D5-8607-064D-9105398F8454}"/>
          </ac:grpSpMkLst>
        </pc:grpChg>
        <pc:grpChg chg="add del mod">
          <ac:chgData name="池口　晃太" userId="dec468ab-743d-4860-a388-077b2b03ea36" providerId="ADAL" clId="{CCD9B3B3-A6B6-4A27-A2FE-34E6FB9D3373}" dt="2024-06-26T16:12:29.718" v="14835" actId="478"/>
          <ac:grpSpMkLst>
            <pc:docMk/>
            <pc:sldMk cId="1366325368" sldId="277"/>
            <ac:grpSpMk id="10" creationId="{E98AC440-2B4A-36A0-D3EC-E9902EE82CF7}"/>
          </ac:grpSpMkLst>
        </pc:grpChg>
        <pc:grpChg chg="add mod">
          <ac:chgData name="池口　晃太" userId="dec468ab-743d-4860-a388-077b2b03ea36" providerId="ADAL" clId="{CCD9B3B3-A6B6-4A27-A2FE-34E6FB9D3373}" dt="2024-07-01T07:49:08.161" v="17319" actId="1076"/>
          <ac:grpSpMkLst>
            <pc:docMk/>
            <pc:sldMk cId="1366325368" sldId="277"/>
            <ac:grpSpMk id="21" creationId="{AC5B8FEA-0249-B4EC-C379-DB185D392B87}"/>
          </ac:grpSpMkLst>
        </pc:grpChg>
        <pc:picChg chg="add mod">
          <ac:chgData name="池口　晃太" userId="dec468ab-743d-4860-a388-077b2b03ea36" providerId="ADAL" clId="{CCD9B3B3-A6B6-4A27-A2FE-34E6FB9D3373}" dt="2024-06-26T16:12:01.778" v="14824" actId="164"/>
          <ac:picMkLst>
            <pc:docMk/>
            <pc:sldMk cId="1366325368" sldId="277"/>
            <ac:picMk id="5" creationId="{E91B7AB2-EB9C-BE22-1C7E-49CA378FA9C2}"/>
          </ac:picMkLst>
        </pc:picChg>
        <pc:picChg chg="mod">
          <ac:chgData name="池口　晃太" userId="dec468ab-743d-4860-a388-077b2b03ea36" providerId="ADAL" clId="{CCD9B3B3-A6B6-4A27-A2FE-34E6FB9D3373}" dt="2024-06-26T16:12:28.031" v="14833"/>
          <ac:picMkLst>
            <pc:docMk/>
            <pc:sldMk cId="1366325368" sldId="277"/>
            <ac:picMk id="11" creationId="{6F3B21AA-301D-E53E-2C61-7D903A6A3AD2}"/>
          </ac:picMkLst>
        </pc:picChg>
      </pc:sldChg>
      <pc:sldChg chg="addSp delSp modSp add mod ord modNotesTx">
        <pc:chgData name="池口　晃太" userId="dec468ab-743d-4860-a388-077b2b03ea36" providerId="ADAL" clId="{CCD9B3B3-A6B6-4A27-A2FE-34E6FB9D3373}" dt="2024-07-08T12:48:13.269" v="32991" actId="20577"/>
        <pc:sldMkLst>
          <pc:docMk/>
          <pc:sldMk cId="3560814097" sldId="278"/>
        </pc:sldMkLst>
        <pc:spChg chg="mod">
          <ac:chgData name="池口　晃太" userId="dec468ab-743d-4860-a388-077b2b03ea36" providerId="ADAL" clId="{CCD9B3B3-A6B6-4A27-A2FE-34E6FB9D3373}" dt="2024-07-03T15:23:40.912" v="32358" actId="207"/>
          <ac:spMkLst>
            <pc:docMk/>
            <pc:sldMk cId="3560814097" sldId="278"/>
            <ac:spMk id="4" creationId="{38E8A619-37DE-0F76-6BBE-1AC22A86F48F}"/>
          </ac:spMkLst>
        </pc:spChg>
        <pc:spChg chg="mod">
          <ac:chgData name="池口　晃太" userId="dec468ab-743d-4860-a388-077b2b03ea36" providerId="ADAL" clId="{CCD9B3B3-A6B6-4A27-A2FE-34E6FB9D3373}" dt="2024-07-03T16:22:10.087" v="32557" actId="1076"/>
          <ac:spMkLst>
            <pc:docMk/>
            <pc:sldMk cId="3560814097" sldId="278"/>
            <ac:spMk id="5" creationId="{B291250F-1D31-1865-7156-56EC4AB2D687}"/>
          </ac:spMkLst>
        </pc:spChg>
        <pc:spChg chg="add mod">
          <ac:chgData name="池口　晃太" userId="dec468ab-743d-4860-a388-077b2b03ea36" providerId="ADAL" clId="{CCD9B3B3-A6B6-4A27-A2FE-34E6FB9D3373}" dt="2024-07-01T07:48:13.671" v="17307" actId="164"/>
          <ac:spMkLst>
            <pc:docMk/>
            <pc:sldMk cId="3560814097" sldId="278"/>
            <ac:spMk id="11" creationId="{157A5441-2EE8-5D7B-C452-31BE464CB41A}"/>
          </ac:spMkLst>
        </pc:spChg>
        <pc:grpChg chg="add mod">
          <ac:chgData name="池口　晃太" userId="dec468ab-743d-4860-a388-077b2b03ea36" providerId="ADAL" clId="{CCD9B3B3-A6B6-4A27-A2FE-34E6FB9D3373}" dt="2024-07-01T07:49:00.071" v="17317" actId="1076"/>
          <ac:grpSpMkLst>
            <pc:docMk/>
            <pc:sldMk cId="3560814097" sldId="278"/>
            <ac:grpSpMk id="6" creationId="{91B867DD-31AC-5EDB-24FD-034DE47B6676}"/>
          </ac:grpSpMkLst>
        </pc:grpChg>
        <pc:picChg chg="add del mod modCrop">
          <ac:chgData name="池口　晃太" userId="dec468ab-743d-4860-a388-077b2b03ea36" providerId="ADAL" clId="{CCD9B3B3-A6B6-4A27-A2FE-34E6FB9D3373}" dt="2024-06-12T06:05:50.470" v="6114" actId="478"/>
          <ac:picMkLst>
            <pc:docMk/>
            <pc:sldMk cId="3560814097" sldId="278"/>
            <ac:picMk id="6" creationId="{6988957E-F36C-BA0D-321E-A37CBE28F182}"/>
          </ac:picMkLst>
        </pc:picChg>
        <pc:picChg chg="add del mod">
          <ac:chgData name="池口　晃太" userId="dec468ab-743d-4860-a388-077b2b03ea36" providerId="ADAL" clId="{CCD9B3B3-A6B6-4A27-A2FE-34E6FB9D3373}" dt="2024-07-01T07:48:04.091" v="17305" actId="478"/>
          <ac:picMkLst>
            <pc:docMk/>
            <pc:sldMk cId="3560814097" sldId="278"/>
            <ac:picMk id="8" creationId="{3C668DEE-2858-23D4-91FA-954CB85C9E05}"/>
          </ac:picMkLst>
        </pc:picChg>
        <pc:picChg chg="add mod modCrop">
          <ac:chgData name="池口　晃太" userId="dec468ab-743d-4860-a388-077b2b03ea36" providerId="ADAL" clId="{CCD9B3B3-A6B6-4A27-A2FE-34E6FB9D3373}" dt="2024-07-01T07:48:32.091" v="17310" actId="732"/>
          <ac:picMkLst>
            <pc:docMk/>
            <pc:sldMk cId="3560814097" sldId="278"/>
            <ac:picMk id="10" creationId="{2E343D34-2949-B24A-9851-1415F122B393}"/>
          </ac:picMkLst>
        </pc:picChg>
      </pc:sldChg>
      <pc:sldChg chg="modSp add mod ord modNotesTx">
        <pc:chgData name="池口　晃太" userId="dec468ab-743d-4860-a388-077b2b03ea36" providerId="ADAL" clId="{CCD9B3B3-A6B6-4A27-A2FE-34E6FB9D3373}" dt="2024-07-09T14:37:13.470" v="33374" actId="20577"/>
        <pc:sldMkLst>
          <pc:docMk/>
          <pc:sldMk cId="1059438314" sldId="279"/>
        </pc:sldMkLst>
        <pc:spChg chg="mod">
          <ac:chgData name="池口　晃太" userId="dec468ab-743d-4860-a388-077b2b03ea36" providerId="ADAL" clId="{CCD9B3B3-A6B6-4A27-A2FE-34E6FB9D3373}" dt="2024-07-04T18:57:47.702" v="32679" actId="255"/>
          <ac:spMkLst>
            <pc:docMk/>
            <pc:sldMk cId="1059438314" sldId="279"/>
            <ac:spMk id="3" creationId="{3489893A-F54C-D5D4-7DDC-1E35718BE666}"/>
          </ac:spMkLst>
        </pc:spChg>
      </pc:sldChg>
      <pc:sldChg chg="addSp modSp add mod ord modNotesTx">
        <pc:chgData name="池口　晃太" userId="dec468ab-743d-4860-a388-077b2b03ea36" providerId="ADAL" clId="{CCD9B3B3-A6B6-4A27-A2FE-34E6FB9D3373}" dt="2024-07-03T16:22:34.035" v="32562" actId="14100"/>
        <pc:sldMkLst>
          <pc:docMk/>
          <pc:sldMk cId="3302438263" sldId="280"/>
        </pc:sldMkLst>
        <pc:spChg chg="mod">
          <ac:chgData name="池口　晃太" userId="dec468ab-743d-4860-a388-077b2b03ea36" providerId="ADAL" clId="{CCD9B3B3-A6B6-4A27-A2FE-34E6FB9D3373}" dt="2024-07-03T16:22:25.950" v="32560" actId="1076"/>
          <ac:spMkLst>
            <pc:docMk/>
            <pc:sldMk cId="3302438263" sldId="280"/>
            <ac:spMk id="4" creationId="{38E8A619-37DE-0F76-6BBE-1AC22A86F48F}"/>
          </ac:spMkLst>
        </pc:spChg>
        <pc:spChg chg="mod">
          <ac:chgData name="池口　晃太" userId="dec468ab-743d-4860-a388-077b2b03ea36" providerId="ADAL" clId="{CCD9B3B3-A6B6-4A27-A2FE-34E6FB9D3373}" dt="2024-07-03T16:22:34.035" v="32562" actId="14100"/>
          <ac:spMkLst>
            <pc:docMk/>
            <pc:sldMk cId="3302438263" sldId="280"/>
            <ac:spMk id="5" creationId="{B291250F-1D31-1865-7156-56EC4AB2D687}"/>
          </ac:spMkLst>
        </pc:spChg>
        <pc:spChg chg="add mod">
          <ac:chgData name="池口　晃太" userId="dec468ab-743d-4860-a388-077b2b03ea36" providerId="ADAL" clId="{CCD9B3B3-A6B6-4A27-A2FE-34E6FB9D3373}" dt="2024-06-26T16:08:55.115" v="14779" actId="164"/>
          <ac:spMkLst>
            <pc:docMk/>
            <pc:sldMk cId="3302438263" sldId="280"/>
            <ac:spMk id="8" creationId="{DD1B7670-0836-9D21-C091-621267DAB3BA}"/>
          </ac:spMkLst>
        </pc:spChg>
        <pc:grpChg chg="add mod">
          <ac:chgData name="池口　晃太" userId="dec468ab-743d-4860-a388-077b2b03ea36" providerId="ADAL" clId="{CCD9B3B3-A6B6-4A27-A2FE-34E6FB9D3373}" dt="2024-07-01T07:49:40.391" v="17325" actId="1076"/>
          <ac:grpSpMkLst>
            <pc:docMk/>
            <pc:sldMk cId="3302438263" sldId="280"/>
            <ac:grpSpMk id="9" creationId="{68DC5F24-37EB-C11E-0138-C2EADE93CF13}"/>
          </ac:grpSpMkLst>
        </pc:grpChg>
        <pc:picChg chg="add mod modCrop">
          <ac:chgData name="池口　晃太" userId="dec468ab-743d-4860-a388-077b2b03ea36" providerId="ADAL" clId="{CCD9B3B3-A6B6-4A27-A2FE-34E6FB9D3373}" dt="2024-07-01T07:49:30.110" v="17321" actId="732"/>
          <ac:picMkLst>
            <pc:docMk/>
            <pc:sldMk cId="3302438263" sldId="280"/>
            <ac:picMk id="7" creationId="{CBB6DF92-0AC5-F259-A046-17EBE422094B}"/>
          </ac:picMkLst>
        </pc:picChg>
      </pc:sldChg>
      <pc:sldChg chg="add del">
        <pc:chgData name="池口　晃太" userId="dec468ab-743d-4860-a388-077b2b03ea36" providerId="ADAL" clId="{CCD9B3B3-A6B6-4A27-A2FE-34E6FB9D3373}" dt="2024-06-12T06:30:08.411" v="6608" actId="47"/>
        <pc:sldMkLst>
          <pc:docMk/>
          <pc:sldMk cId="781015303" sldId="281"/>
        </pc:sldMkLst>
      </pc:sldChg>
      <pc:sldChg chg="add del">
        <pc:chgData name="池口　晃太" userId="dec468ab-743d-4860-a388-077b2b03ea36" providerId="ADAL" clId="{CCD9B3B3-A6B6-4A27-A2FE-34E6FB9D3373}" dt="2024-06-12T06:30:09.541" v="6609" actId="47"/>
        <pc:sldMkLst>
          <pc:docMk/>
          <pc:sldMk cId="2216303690" sldId="282"/>
        </pc:sldMkLst>
      </pc:sldChg>
      <pc:sldChg chg="add del">
        <pc:chgData name="池口　晃太" userId="dec468ab-743d-4860-a388-077b2b03ea36" providerId="ADAL" clId="{CCD9B3B3-A6B6-4A27-A2FE-34E6FB9D3373}" dt="2024-06-12T06:30:11.717" v="6610" actId="47"/>
        <pc:sldMkLst>
          <pc:docMk/>
          <pc:sldMk cId="523030033" sldId="283"/>
        </pc:sldMkLst>
      </pc:sldChg>
      <pc:sldChg chg="add del">
        <pc:chgData name="池口　晃太" userId="dec468ab-743d-4860-a388-077b2b03ea36" providerId="ADAL" clId="{CCD9B3B3-A6B6-4A27-A2FE-34E6FB9D3373}" dt="2024-06-12T06:30:13.140" v="6611" actId="47"/>
        <pc:sldMkLst>
          <pc:docMk/>
          <pc:sldMk cId="922245985" sldId="284"/>
        </pc:sldMkLst>
      </pc:sldChg>
      <pc:sldChg chg="addSp delSp modSp add mod ord modNotesTx">
        <pc:chgData name="池口　晃太" userId="dec468ab-743d-4860-a388-077b2b03ea36" providerId="ADAL" clId="{CCD9B3B3-A6B6-4A27-A2FE-34E6FB9D3373}" dt="2024-07-04T18:53:27.794" v="32618" actId="1076"/>
        <pc:sldMkLst>
          <pc:docMk/>
          <pc:sldMk cId="1475090560" sldId="285"/>
        </pc:sldMkLst>
        <pc:spChg chg="mod">
          <ac:chgData name="池口　晃太" userId="dec468ab-743d-4860-a388-077b2b03ea36" providerId="ADAL" clId="{CCD9B3B3-A6B6-4A27-A2FE-34E6FB9D3373}" dt="2024-06-12T06:28:45.882" v="6548" actId="14100"/>
          <ac:spMkLst>
            <pc:docMk/>
            <pc:sldMk cId="1475090560" sldId="285"/>
            <ac:spMk id="4" creationId="{D65134CF-9010-F5CE-7A44-899208239A1D}"/>
          </ac:spMkLst>
        </pc:spChg>
        <pc:spChg chg="add mod">
          <ac:chgData name="池口　晃太" userId="dec468ab-743d-4860-a388-077b2b03ea36" providerId="ADAL" clId="{CCD9B3B3-A6B6-4A27-A2FE-34E6FB9D3373}" dt="2024-07-01T03:27:37.798" v="15985" actId="20577"/>
          <ac:spMkLst>
            <pc:docMk/>
            <pc:sldMk cId="1475090560" sldId="285"/>
            <ac:spMk id="29" creationId="{9DD95700-5171-AE60-9446-63816B7B978E}"/>
          </ac:spMkLst>
        </pc:spChg>
        <pc:spChg chg="add mod">
          <ac:chgData name="池口　晃太" userId="dec468ab-743d-4860-a388-077b2b03ea36" providerId="ADAL" clId="{CCD9B3B3-A6B6-4A27-A2FE-34E6FB9D3373}" dt="2024-06-12T07:02:27.048" v="6822" actId="14100"/>
          <ac:spMkLst>
            <pc:docMk/>
            <pc:sldMk cId="1475090560" sldId="285"/>
            <ac:spMk id="30" creationId="{C3275A44-F483-6DCA-14C8-00C86151880E}"/>
          </ac:spMkLst>
        </pc:spChg>
        <pc:spChg chg="add del mod">
          <ac:chgData name="池口　晃太" userId="dec468ab-743d-4860-a388-077b2b03ea36" providerId="ADAL" clId="{CCD9B3B3-A6B6-4A27-A2FE-34E6FB9D3373}" dt="2024-06-12T06:58:26.046" v="6762" actId="478"/>
          <ac:spMkLst>
            <pc:docMk/>
            <pc:sldMk cId="1475090560" sldId="285"/>
            <ac:spMk id="31" creationId="{F2CC8946-E7D2-0515-91CA-EDE13653859A}"/>
          </ac:spMkLst>
        </pc:spChg>
        <pc:spChg chg="add mod">
          <ac:chgData name="池口　晃太" userId="dec468ab-743d-4860-a388-077b2b03ea36" providerId="ADAL" clId="{CCD9B3B3-A6B6-4A27-A2FE-34E6FB9D3373}" dt="2024-07-04T18:53:12.314" v="32612" actId="255"/>
          <ac:spMkLst>
            <pc:docMk/>
            <pc:sldMk cId="1475090560" sldId="285"/>
            <ac:spMk id="32" creationId="{D724AE32-8CBF-9246-32B5-99D932B2B40D}"/>
          </ac:spMkLst>
        </pc:spChg>
        <pc:spChg chg="add mod">
          <ac:chgData name="池口　晃太" userId="dec468ab-743d-4860-a388-077b2b03ea36" providerId="ADAL" clId="{CCD9B3B3-A6B6-4A27-A2FE-34E6FB9D3373}" dt="2024-07-04T18:52:58.726" v="32608" actId="14100"/>
          <ac:spMkLst>
            <pc:docMk/>
            <pc:sldMk cId="1475090560" sldId="285"/>
            <ac:spMk id="40" creationId="{7214EF73-A57C-F118-7E3A-5219AC44842D}"/>
          </ac:spMkLst>
        </pc:spChg>
        <pc:spChg chg="add mod">
          <ac:chgData name="池口　晃太" userId="dec468ab-743d-4860-a388-077b2b03ea36" providerId="ADAL" clId="{CCD9B3B3-A6B6-4A27-A2FE-34E6FB9D3373}" dt="2024-07-04T18:52:52.914" v="32606" actId="255"/>
          <ac:spMkLst>
            <pc:docMk/>
            <pc:sldMk cId="1475090560" sldId="285"/>
            <ac:spMk id="41" creationId="{FCF89B8A-519B-633E-7031-C7BD05DBC239}"/>
          </ac:spMkLst>
        </pc:spChg>
        <pc:spChg chg="add mod">
          <ac:chgData name="池口　晃太" userId="dec468ab-743d-4860-a388-077b2b03ea36" providerId="ADAL" clId="{CCD9B3B3-A6B6-4A27-A2FE-34E6FB9D3373}" dt="2024-06-12T07:07:50.547" v="6955" actId="1076"/>
          <ac:spMkLst>
            <pc:docMk/>
            <pc:sldMk cId="1475090560" sldId="285"/>
            <ac:spMk id="42" creationId="{16F5036D-2543-A912-FAFD-93B50381444E}"/>
          </ac:spMkLst>
        </pc:spChg>
        <pc:spChg chg="add mod">
          <ac:chgData name="池口　晃太" userId="dec468ab-743d-4860-a388-077b2b03ea36" providerId="ADAL" clId="{CCD9B3B3-A6B6-4A27-A2FE-34E6FB9D3373}" dt="2024-06-12T07:08:12.771" v="6963" actId="1076"/>
          <ac:spMkLst>
            <pc:docMk/>
            <pc:sldMk cId="1475090560" sldId="285"/>
            <ac:spMk id="43" creationId="{EF5ABFC0-3F66-FA3C-EA0C-905735CDE073}"/>
          </ac:spMkLst>
        </pc:spChg>
        <pc:spChg chg="add del mod">
          <ac:chgData name="池口　晃太" userId="dec468ab-743d-4860-a388-077b2b03ea36" providerId="ADAL" clId="{CCD9B3B3-A6B6-4A27-A2FE-34E6FB9D3373}" dt="2024-07-04T18:53:19.940" v="32615" actId="478"/>
          <ac:spMkLst>
            <pc:docMk/>
            <pc:sldMk cId="1475090560" sldId="285"/>
            <ac:spMk id="44" creationId="{C330B015-9FC1-2153-DFCF-2DFF5D814040}"/>
          </ac:spMkLst>
        </pc:spChg>
        <pc:spChg chg="add mod">
          <ac:chgData name="池口　晃太" userId="dec468ab-743d-4860-a388-077b2b03ea36" providerId="ADAL" clId="{CCD9B3B3-A6B6-4A27-A2FE-34E6FB9D3373}" dt="2024-07-04T18:53:09.268" v="32611" actId="1076"/>
          <ac:spMkLst>
            <pc:docMk/>
            <pc:sldMk cId="1475090560" sldId="285"/>
            <ac:spMk id="45" creationId="{47C462F0-876F-DC7B-1B0B-9F1A02AA406B}"/>
          </ac:spMkLst>
        </pc:spChg>
        <pc:spChg chg="add del mod">
          <ac:chgData name="池口　晃太" userId="dec468ab-743d-4860-a388-077b2b03ea36" providerId="ADAL" clId="{CCD9B3B3-A6B6-4A27-A2FE-34E6FB9D3373}" dt="2024-06-12T07:09:06.158" v="6986" actId="478"/>
          <ac:spMkLst>
            <pc:docMk/>
            <pc:sldMk cId="1475090560" sldId="285"/>
            <ac:spMk id="47" creationId="{9D338FCA-B511-7913-4DC0-E894E9F8C8DF}"/>
          </ac:spMkLst>
        </pc:spChg>
        <pc:spChg chg="add mod">
          <ac:chgData name="池口　晃太" userId="dec468ab-743d-4860-a388-077b2b03ea36" providerId="ADAL" clId="{CCD9B3B3-A6B6-4A27-A2FE-34E6FB9D3373}" dt="2024-07-04T18:53:27.794" v="32618" actId="1076"/>
          <ac:spMkLst>
            <pc:docMk/>
            <pc:sldMk cId="1475090560" sldId="285"/>
            <ac:spMk id="48" creationId="{23FCDB31-A2B7-2B64-1188-F0CC79550084}"/>
          </ac:spMkLst>
        </pc:spChg>
        <pc:grpChg chg="add mod">
          <ac:chgData name="池口　晃太" userId="dec468ab-743d-4860-a388-077b2b03ea36" providerId="ADAL" clId="{CCD9B3B3-A6B6-4A27-A2FE-34E6FB9D3373}" dt="2024-07-01T09:00:41.825" v="19635" actId="164"/>
          <ac:grpSpMkLst>
            <pc:docMk/>
            <pc:sldMk cId="1475090560" sldId="285"/>
            <ac:grpSpMk id="2" creationId="{93F29ABC-9222-40D6-0413-590E3FB26D84}"/>
          </ac:grpSpMkLst>
        </pc:grpChg>
        <pc:picChg chg="add mod">
          <ac:chgData name="池口　晃太" userId="dec468ab-743d-4860-a388-077b2b03ea36" providerId="ADAL" clId="{CCD9B3B3-A6B6-4A27-A2FE-34E6FB9D3373}" dt="2024-06-12T06:25:22.462" v="6492" actId="1076"/>
          <ac:picMkLst>
            <pc:docMk/>
            <pc:sldMk cId="1475090560" sldId="285"/>
            <ac:picMk id="3" creationId="{D77B029A-ABF2-E6B9-B965-7EF29CAFB248}"/>
          </ac:picMkLst>
        </pc:picChg>
        <pc:picChg chg="add mod">
          <ac:chgData name="池口　晃太" userId="dec468ab-743d-4860-a388-077b2b03ea36" providerId="ADAL" clId="{CCD9B3B3-A6B6-4A27-A2FE-34E6FB9D3373}" dt="2024-06-12T06:25:17.360" v="6490" actId="1076"/>
          <ac:picMkLst>
            <pc:docMk/>
            <pc:sldMk cId="1475090560" sldId="285"/>
            <ac:picMk id="5" creationId="{FA05773D-4444-0563-E976-72A287963C2A}"/>
          </ac:picMkLst>
        </pc:picChg>
        <pc:picChg chg="add mod">
          <ac:chgData name="池口　晃太" userId="dec468ab-743d-4860-a388-077b2b03ea36" providerId="ADAL" clId="{CCD9B3B3-A6B6-4A27-A2FE-34E6FB9D3373}" dt="2024-06-12T07:05:59.070" v="6863" actId="1076"/>
          <ac:picMkLst>
            <pc:docMk/>
            <pc:sldMk cId="1475090560" sldId="285"/>
            <ac:picMk id="7" creationId="{227D02F3-886D-132E-C79A-7A3EDEB9AFCA}"/>
          </ac:picMkLst>
        </pc:picChg>
        <pc:picChg chg="add del mod">
          <ac:chgData name="池口　晃太" userId="dec468ab-743d-4860-a388-077b2b03ea36" providerId="ADAL" clId="{CCD9B3B3-A6B6-4A27-A2FE-34E6FB9D3373}" dt="2024-06-12T06:25:04.804" v="6485" actId="478"/>
          <ac:picMkLst>
            <pc:docMk/>
            <pc:sldMk cId="1475090560" sldId="285"/>
            <ac:picMk id="9" creationId="{2CB64E5D-6FCA-C0A8-0F7A-CB133EA3D48E}"/>
          </ac:picMkLst>
        </pc:picChg>
        <pc:picChg chg="add del mod">
          <ac:chgData name="池口　晃太" userId="dec468ab-743d-4860-a388-077b2b03ea36" providerId="ADAL" clId="{CCD9B3B3-A6B6-4A27-A2FE-34E6FB9D3373}" dt="2024-06-12T06:25:08.814" v="6486" actId="478"/>
          <ac:picMkLst>
            <pc:docMk/>
            <pc:sldMk cId="1475090560" sldId="285"/>
            <ac:picMk id="10" creationId="{DBBBFD26-3067-9A88-BF55-77548D340C61}"/>
          </ac:picMkLst>
        </pc:picChg>
        <pc:picChg chg="add del mod">
          <ac:chgData name="池口　晃太" userId="dec468ab-743d-4860-a388-077b2b03ea36" providerId="ADAL" clId="{CCD9B3B3-A6B6-4A27-A2FE-34E6FB9D3373}" dt="2024-06-12T06:25:08.814" v="6486" actId="478"/>
          <ac:picMkLst>
            <pc:docMk/>
            <pc:sldMk cId="1475090560" sldId="285"/>
            <ac:picMk id="11" creationId="{CA52AD4E-3AD0-12FB-393B-F5FF7585C8E9}"/>
          </ac:picMkLst>
        </pc:picChg>
        <pc:picChg chg="add del mod">
          <ac:chgData name="池口　晃太" userId="dec468ab-743d-4860-a388-077b2b03ea36" providerId="ADAL" clId="{CCD9B3B3-A6B6-4A27-A2FE-34E6FB9D3373}" dt="2024-06-12T06:25:08.814" v="6486" actId="478"/>
          <ac:picMkLst>
            <pc:docMk/>
            <pc:sldMk cId="1475090560" sldId="285"/>
            <ac:picMk id="12" creationId="{441D4B99-8475-8B8C-31AF-5F2BF3DE8792}"/>
          </ac:picMkLst>
        </pc:picChg>
        <pc:picChg chg="add del mod">
          <ac:chgData name="池口　晃太" userId="dec468ab-743d-4860-a388-077b2b03ea36" providerId="ADAL" clId="{CCD9B3B3-A6B6-4A27-A2FE-34E6FB9D3373}" dt="2024-06-12T06:25:08.814" v="6486" actId="478"/>
          <ac:picMkLst>
            <pc:docMk/>
            <pc:sldMk cId="1475090560" sldId="285"/>
            <ac:picMk id="13" creationId="{F8AFB425-E918-57A2-D3B6-976F94445CB7}"/>
          </ac:picMkLst>
        </pc:picChg>
        <pc:picChg chg="add del mod">
          <ac:chgData name="池口　晃太" userId="dec468ab-743d-4860-a388-077b2b03ea36" providerId="ADAL" clId="{CCD9B3B3-A6B6-4A27-A2FE-34E6FB9D3373}" dt="2024-06-12T06:25:08.814" v="6486" actId="478"/>
          <ac:picMkLst>
            <pc:docMk/>
            <pc:sldMk cId="1475090560" sldId="285"/>
            <ac:picMk id="14" creationId="{EEFB6899-89CC-5FBD-D1D6-DC30248CB056}"/>
          </ac:picMkLst>
        </pc:picChg>
        <pc:picChg chg="add del mod">
          <ac:chgData name="池口　晃太" userId="dec468ab-743d-4860-a388-077b2b03ea36" providerId="ADAL" clId="{CCD9B3B3-A6B6-4A27-A2FE-34E6FB9D3373}" dt="2024-06-12T06:25:08.814" v="6486" actId="478"/>
          <ac:picMkLst>
            <pc:docMk/>
            <pc:sldMk cId="1475090560" sldId="285"/>
            <ac:picMk id="15" creationId="{50E725CC-1A3C-26F8-D29C-68C2ED2B552F}"/>
          </ac:picMkLst>
        </pc:picChg>
        <pc:picChg chg="add del mod">
          <ac:chgData name="池口　晃太" userId="dec468ab-743d-4860-a388-077b2b03ea36" providerId="ADAL" clId="{CCD9B3B3-A6B6-4A27-A2FE-34E6FB9D3373}" dt="2024-06-12T06:25:08.814" v="6486" actId="478"/>
          <ac:picMkLst>
            <pc:docMk/>
            <pc:sldMk cId="1475090560" sldId="285"/>
            <ac:picMk id="16" creationId="{EBB55440-16F0-82B5-3513-A1DAD09F81B9}"/>
          </ac:picMkLst>
        </pc:picChg>
        <pc:picChg chg="add del mod">
          <ac:chgData name="池口　晃太" userId="dec468ab-743d-4860-a388-077b2b03ea36" providerId="ADAL" clId="{CCD9B3B3-A6B6-4A27-A2FE-34E6FB9D3373}" dt="2024-06-12T06:25:08.814" v="6486" actId="478"/>
          <ac:picMkLst>
            <pc:docMk/>
            <pc:sldMk cId="1475090560" sldId="285"/>
            <ac:picMk id="17" creationId="{B5C5F2D6-250D-BC68-D5D6-D5184E193345}"/>
          </ac:picMkLst>
        </pc:picChg>
        <pc:picChg chg="add del mod">
          <ac:chgData name="池口　晃太" userId="dec468ab-743d-4860-a388-077b2b03ea36" providerId="ADAL" clId="{CCD9B3B3-A6B6-4A27-A2FE-34E6FB9D3373}" dt="2024-06-12T06:25:04.804" v="6485" actId="478"/>
          <ac:picMkLst>
            <pc:docMk/>
            <pc:sldMk cId="1475090560" sldId="285"/>
            <ac:picMk id="18" creationId="{C4F6132B-4AE3-D24B-3088-B70990FF3C76}"/>
          </ac:picMkLst>
        </pc:picChg>
        <pc:picChg chg="add mod">
          <ac:chgData name="池口　晃太" userId="dec468ab-743d-4860-a388-077b2b03ea36" providerId="ADAL" clId="{CCD9B3B3-A6B6-4A27-A2FE-34E6FB9D3373}" dt="2024-07-01T09:00:41.825" v="19635" actId="164"/>
          <ac:picMkLst>
            <pc:docMk/>
            <pc:sldMk cId="1475090560" sldId="285"/>
            <ac:picMk id="19" creationId="{120E053A-CCAB-3291-AEFB-CA2C653079C0}"/>
          </ac:picMkLst>
        </pc:picChg>
        <pc:picChg chg="add mod">
          <ac:chgData name="池口　晃太" userId="dec468ab-743d-4860-a388-077b2b03ea36" providerId="ADAL" clId="{CCD9B3B3-A6B6-4A27-A2FE-34E6FB9D3373}" dt="2024-07-01T09:00:41.825" v="19635" actId="164"/>
          <ac:picMkLst>
            <pc:docMk/>
            <pc:sldMk cId="1475090560" sldId="285"/>
            <ac:picMk id="20" creationId="{C2691BB2-5B82-17AA-7473-6CC84FC23A37}"/>
          </ac:picMkLst>
        </pc:picChg>
        <pc:picChg chg="add mod">
          <ac:chgData name="池口　晃太" userId="dec468ab-743d-4860-a388-077b2b03ea36" providerId="ADAL" clId="{CCD9B3B3-A6B6-4A27-A2FE-34E6FB9D3373}" dt="2024-07-01T09:00:41.825" v="19635" actId="164"/>
          <ac:picMkLst>
            <pc:docMk/>
            <pc:sldMk cId="1475090560" sldId="285"/>
            <ac:picMk id="21" creationId="{73EF341C-3562-06F8-A10E-70772458E8F1}"/>
          </ac:picMkLst>
        </pc:picChg>
        <pc:picChg chg="add mod">
          <ac:chgData name="池口　晃太" userId="dec468ab-743d-4860-a388-077b2b03ea36" providerId="ADAL" clId="{CCD9B3B3-A6B6-4A27-A2FE-34E6FB9D3373}" dt="2024-07-01T09:00:41.825" v="19635" actId="164"/>
          <ac:picMkLst>
            <pc:docMk/>
            <pc:sldMk cId="1475090560" sldId="285"/>
            <ac:picMk id="22" creationId="{2BBF19FB-FDAA-A174-FC18-E75608F4B0F5}"/>
          </ac:picMkLst>
        </pc:picChg>
        <pc:picChg chg="add mod">
          <ac:chgData name="池口　晃太" userId="dec468ab-743d-4860-a388-077b2b03ea36" providerId="ADAL" clId="{CCD9B3B3-A6B6-4A27-A2FE-34E6FB9D3373}" dt="2024-07-01T09:00:41.825" v="19635" actId="164"/>
          <ac:picMkLst>
            <pc:docMk/>
            <pc:sldMk cId="1475090560" sldId="285"/>
            <ac:picMk id="23" creationId="{5B1EC83A-BDAE-80A9-EDB8-99184B800839}"/>
          </ac:picMkLst>
        </pc:picChg>
        <pc:picChg chg="add mod">
          <ac:chgData name="池口　晃太" userId="dec468ab-743d-4860-a388-077b2b03ea36" providerId="ADAL" clId="{CCD9B3B3-A6B6-4A27-A2FE-34E6FB9D3373}" dt="2024-07-01T09:00:41.825" v="19635" actId="164"/>
          <ac:picMkLst>
            <pc:docMk/>
            <pc:sldMk cId="1475090560" sldId="285"/>
            <ac:picMk id="24" creationId="{10FD1581-733C-B59C-077D-04E1E858412B}"/>
          </ac:picMkLst>
        </pc:picChg>
        <pc:picChg chg="add mod">
          <ac:chgData name="池口　晃太" userId="dec468ab-743d-4860-a388-077b2b03ea36" providerId="ADAL" clId="{CCD9B3B3-A6B6-4A27-A2FE-34E6FB9D3373}" dt="2024-07-01T09:00:41.825" v="19635" actId="164"/>
          <ac:picMkLst>
            <pc:docMk/>
            <pc:sldMk cId="1475090560" sldId="285"/>
            <ac:picMk id="25" creationId="{401FBF88-29B2-4576-2E74-BCE0F0023E18}"/>
          </ac:picMkLst>
        </pc:picChg>
        <pc:picChg chg="add mod">
          <ac:chgData name="池口　晃太" userId="dec468ab-743d-4860-a388-077b2b03ea36" providerId="ADAL" clId="{CCD9B3B3-A6B6-4A27-A2FE-34E6FB9D3373}" dt="2024-07-01T09:00:41.825" v="19635" actId="164"/>
          <ac:picMkLst>
            <pc:docMk/>
            <pc:sldMk cId="1475090560" sldId="285"/>
            <ac:picMk id="26" creationId="{A013B290-6DB7-E6F0-82A3-A131D6447391}"/>
          </ac:picMkLst>
        </pc:picChg>
        <pc:picChg chg="add mod">
          <ac:chgData name="池口　晃太" userId="dec468ab-743d-4860-a388-077b2b03ea36" providerId="ADAL" clId="{CCD9B3B3-A6B6-4A27-A2FE-34E6FB9D3373}" dt="2024-07-01T09:00:41.825" v="19635" actId="164"/>
          <ac:picMkLst>
            <pc:docMk/>
            <pc:sldMk cId="1475090560" sldId="285"/>
            <ac:picMk id="27" creationId="{CCDE2D21-E19F-FB68-6DB6-F0A2FEE0965C}"/>
          </ac:picMkLst>
        </pc:picChg>
        <pc:picChg chg="add mod">
          <ac:chgData name="池口　晃太" userId="dec468ab-743d-4860-a388-077b2b03ea36" providerId="ADAL" clId="{CCD9B3B3-A6B6-4A27-A2FE-34E6FB9D3373}" dt="2024-07-01T09:00:41.825" v="19635" actId="164"/>
          <ac:picMkLst>
            <pc:docMk/>
            <pc:sldMk cId="1475090560" sldId="285"/>
            <ac:picMk id="28" creationId="{D26E8D57-4084-F4EF-29D5-0CF699C2FD10}"/>
          </ac:picMkLst>
        </pc:picChg>
        <pc:picChg chg="add mod">
          <ac:chgData name="池口　晃太" userId="dec468ab-743d-4860-a388-077b2b03ea36" providerId="ADAL" clId="{CCD9B3B3-A6B6-4A27-A2FE-34E6FB9D3373}" dt="2024-06-12T07:00:51.654" v="6805" actId="1076"/>
          <ac:picMkLst>
            <pc:docMk/>
            <pc:sldMk cId="1475090560" sldId="285"/>
            <ac:picMk id="34" creationId="{EBA49059-7497-62EA-581E-6B8537E89223}"/>
          </ac:picMkLst>
        </pc:picChg>
        <pc:picChg chg="add del mod">
          <ac:chgData name="池口　晃太" userId="dec468ab-743d-4860-a388-077b2b03ea36" providerId="ADAL" clId="{CCD9B3B3-A6B6-4A27-A2FE-34E6FB9D3373}" dt="2024-06-12T07:00:15.394" v="6794" actId="478"/>
          <ac:picMkLst>
            <pc:docMk/>
            <pc:sldMk cId="1475090560" sldId="285"/>
            <ac:picMk id="36" creationId="{3FF2BB0D-AE79-BE70-DDCE-F0BC9C684561}"/>
          </ac:picMkLst>
        </pc:picChg>
        <pc:picChg chg="add mod">
          <ac:chgData name="池口　晃太" userId="dec468ab-743d-4860-a388-077b2b03ea36" providerId="ADAL" clId="{CCD9B3B3-A6B6-4A27-A2FE-34E6FB9D3373}" dt="2024-06-12T07:02:01.858" v="6813" actId="1076"/>
          <ac:picMkLst>
            <pc:docMk/>
            <pc:sldMk cId="1475090560" sldId="285"/>
            <ac:picMk id="38" creationId="{774D79BB-A45E-F5E8-55B3-791D579EF3D0}"/>
          </ac:picMkLst>
        </pc:picChg>
        <pc:picChg chg="add mod">
          <ac:chgData name="池口　晃太" userId="dec468ab-743d-4860-a388-077b2b03ea36" providerId="ADAL" clId="{CCD9B3B3-A6B6-4A27-A2FE-34E6FB9D3373}" dt="2024-06-12T07:02:21.742" v="6821" actId="688"/>
          <ac:picMkLst>
            <pc:docMk/>
            <pc:sldMk cId="1475090560" sldId="285"/>
            <ac:picMk id="39" creationId="{BF4DBE0C-8F5A-3557-3562-6D56CBBB7665}"/>
          </ac:picMkLst>
        </pc:picChg>
      </pc:sldChg>
      <pc:sldChg chg="addSp delSp modSp add mod ord modShow modNotesTx">
        <pc:chgData name="池口　晃太" userId="dec468ab-743d-4860-a388-077b2b03ea36" providerId="ADAL" clId="{CCD9B3B3-A6B6-4A27-A2FE-34E6FB9D3373}" dt="2024-07-03T15:48:13.042" v="32552"/>
        <pc:sldMkLst>
          <pc:docMk/>
          <pc:sldMk cId="3396943277" sldId="286"/>
        </pc:sldMkLst>
        <pc:spChg chg="add mod">
          <ac:chgData name="池口　晃太" userId="dec468ab-743d-4860-a388-077b2b03ea36" providerId="ADAL" clId="{CCD9B3B3-A6B6-4A27-A2FE-34E6FB9D3373}" dt="2024-06-26T09:03:40.094" v="10526" actId="20577"/>
          <ac:spMkLst>
            <pc:docMk/>
            <pc:sldMk cId="3396943277" sldId="286"/>
            <ac:spMk id="2" creationId="{CE40E1C7-CCB5-160E-DA6B-137B4687CE8D}"/>
          </ac:spMkLst>
        </pc:spChg>
        <pc:spChg chg="mod">
          <ac:chgData name="池口　晃太" userId="dec468ab-743d-4860-a388-077b2b03ea36" providerId="ADAL" clId="{CCD9B3B3-A6B6-4A27-A2FE-34E6FB9D3373}" dt="2024-06-12T06:28:37.425" v="6538" actId="14100"/>
          <ac:spMkLst>
            <pc:docMk/>
            <pc:sldMk cId="3396943277" sldId="286"/>
            <ac:spMk id="4" creationId="{D65134CF-9010-F5CE-7A44-899208239A1D}"/>
          </ac:spMkLst>
        </pc:spChg>
        <pc:spChg chg="add del mod">
          <ac:chgData name="池口　晃太" userId="dec468ab-743d-4860-a388-077b2b03ea36" providerId="ADAL" clId="{CCD9B3B3-A6B6-4A27-A2FE-34E6FB9D3373}" dt="2024-07-01T04:54:55.973" v="16691" actId="478"/>
          <ac:spMkLst>
            <pc:docMk/>
            <pc:sldMk cId="3396943277" sldId="286"/>
            <ac:spMk id="6" creationId="{B5622D1B-B627-E72F-2E6E-45B5FD759DB2}"/>
          </ac:spMkLst>
        </pc:spChg>
        <pc:spChg chg="add del mod">
          <ac:chgData name="池口　晃太" userId="dec468ab-743d-4860-a388-077b2b03ea36" providerId="ADAL" clId="{CCD9B3B3-A6B6-4A27-A2FE-34E6FB9D3373}" dt="2024-07-01T04:54:55.973" v="16691" actId="478"/>
          <ac:spMkLst>
            <pc:docMk/>
            <pc:sldMk cId="3396943277" sldId="286"/>
            <ac:spMk id="7" creationId="{80B612DE-F417-C869-E51D-3D7DEB2B49B1}"/>
          </ac:spMkLst>
        </pc:spChg>
        <pc:spChg chg="add del mod">
          <ac:chgData name="池口　晃太" userId="dec468ab-743d-4860-a388-077b2b03ea36" providerId="ADAL" clId="{CCD9B3B3-A6B6-4A27-A2FE-34E6FB9D3373}" dt="2024-07-01T04:54:55.973" v="16691" actId="478"/>
          <ac:spMkLst>
            <pc:docMk/>
            <pc:sldMk cId="3396943277" sldId="286"/>
            <ac:spMk id="8" creationId="{28E98F02-55DC-3909-5B39-1CA1553414F6}"/>
          </ac:spMkLst>
        </pc:spChg>
        <pc:picChg chg="del mod">
          <ac:chgData name="池口　晃太" userId="dec468ab-743d-4860-a388-077b2b03ea36" providerId="ADAL" clId="{CCD9B3B3-A6B6-4A27-A2FE-34E6FB9D3373}" dt="2024-06-12T06:28:25.183" v="6524" actId="478"/>
          <ac:picMkLst>
            <pc:docMk/>
            <pc:sldMk cId="3396943277" sldId="286"/>
            <ac:picMk id="3" creationId="{D77B029A-ABF2-E6B9-B965-7EF29CAFB248}"/>
          </ac:picMkLst>
        </pc:picChg>
        <pc:picChg chg="add mod">
          <ac:chgData name="池口　晃太" userId="dec468ab-743d-4860-a388-077b2b03ea36" providerId="ADAL" clId="{CCD9B3B3-A6B6-4A27-A2FE-34E6FB9D3373}" dt="2024-06-26T15:04:49.046" v="14237" actId="1076"/>
          <ac:picMkLst>
            <pc:docMk/>
            <pc:sldMk cId="3396943277" sldId="286"/>
            <ac:picMk id="5" creationId="{C394411F-E95C-0B0D-FA2E-C9111A7E7E82}"/>
          </ac:picMkLst>
        </pc:picChg>
        <pc:picChg chg="del">
          <ac:chgData name="池口　晃太" userId="dec468ab-743d-4860-a388-077b2b03ea36" providerId="ADAL" clId="{CCD9B3B3-A6B6-4A27-A2FE-34E6FB9D3373}" dt="2024-06-12T06:28:23.886" v="6522" actId="478"/>
          <ac:picMkLst>
            <pc:docMk/>
            <pc:sldMk cId="3396943277" sldId="286"/>
            <ac:picMk id="5" creationId="{FA05773D-4444-0563-E976-72A287963C2A}"/>
          </ac:picMkLst>
        </pc:picChg>
        <pc:picChg chg="del">
          <ac:chgData name="池口　晃太" userId="dec468ab-743d-4860-a388-077b2b03ea36" providerId="ADAL" clId="{CCD9B3B3-A6B6-4A27-A2FE-34E6FB9D3373}" dt="2024-06-12T06:28:21.298" v="6521" actId="478"/>
          <ac:picMkLst>
            <pc:docMk/>
            <pc:sldMk cId="3396943277" sldId="286"/>
            <ac:picMk id="7" creationId="{227D02F3-886D-132E-C79A-7A3EDEB9AFCA}"/>
          </ac:picMkLst>
        </pc:picChg>
        <pc:picChg chg="add del">
          <ac:chgData name="池口　晃太" userId="dec468ab-743d-4860-a388-077b2b03ea36" providerId="ADAL" clId="{CCD9B3B3-A6B6-4A27-A2FE-34E6FB9D3373}" dt="2024-06-12T06:49:58.732" v="6674" actId="478"/>
          <ac:picMkLst>
            <pc:docMk/>
            <pc:sldMk cId="3396943277" sldId="286"/>
            <ac:picMk id="8" creationId="{15119480-0347-48B5-28F5-96120AFE8B31}"/>
          </ac:picMkLst>
        </pc:picChg>
        <pc:picChg chg="del">
          <ac:chgData name="池口　晃太" userId="dec468ab-743d-4860-a388-077b2b03ea36" providerId="ADAL" clId="{CCD9B3B3-A6B6-4A27-A2FE-34E6FB9D3373}" dt="2024-06-12T06:28:21.298" v="6521" actId="478"/>
          <ac:picMkLst>
            <pc:docMk/>
            <pc:sldMk cId="3396943277" sldId="286"/>
            <ac:picMk id="19" creationId="{120E053A-CCAB-3291-AEFB-CA2C653079C0}"/>
          </ac:picMkLst>
        </pc:picChg>
        <pc:picChg chg="del">
          <ac:chgData name="池口　晃太" userId="dec468ab-743d-4860-a388-077b2b03ea36" providerId="ADAL" clId="{CCD9B3B3-A6B6-4A27-A2FE-34E6FB9D3373}" dt="2024-06-12T06:28:21.298" v="6521" actId="478"/>
          <ac:picMkLst>
            <pc:docMk/>
            <pc:sldMk cId="3396943277" sldId="286"/>
            <ac:picMk id="20" creationId="{C2691BB2-5B82-17AA-7473-6CC84FC23A37}"/>
          </ac:picMkLst>
        </pc:picChg>
        <pc:picChg chg="del">
          <ac:chgData name="池口　晃太" userId="dec468ab-743d-4860-a388-077b2b03ea36" providerId="ADAL" clId="{CCD9B3B3-A6B6-4A27-A2FE-34E6FB9D3373}" dt="2024-06-12T06:28:21.298" v="6521" actId="478"/>
          <ac:picMkLst>
            <pc:docMk/>
            <pc:sldMk cId="3396943277" sldId="286"/>
            <ac:picMk id="21" creationId="{73EF341C-3562-06F8-A10E-70772458E8F1}"/>
          </ac:picMkLst>
        </pc:picChg>
        <pc:picChg chg="del">
          <ac:chgData name="池口　晃太" userId="dec468ab-743d-4860-a388-077b2b03ea36" providerId="ADAL" clId="{CCD9B3B3-A6B6-4A27-A2FE-34E6FB9D3373}" dt="2024-06-12T06:28:21.298" v="6521" actId="478"/>
          <ac:picMkLst>
            <pc:docMk/>
            <pc:sldMk cId="3396943277" sldId="286"/>
            <ac:picMk id="22" creationId="{2BBF19FB-FDAA-A174-FC18-E75608F4B0F5}"/>
          </ac:picMkLst>
        </pc:picChg>
        <pc:picChg chg="del">
          <ac:chgData name="池口　晃太" userId="dec468ab-743d-4860-a388-077b2b03ea36" providerId="ADAL" clId="{CCD9B3B3-A6B6-4A27-A2FE-34E6FB9D3373}" dt="2024-06-12T06:28:21.298" v="6521" actId="478"/>
          <ac:picMkLst>
            <pc:docMk/>
            <pc:sldMk cId="3396943277" sldId="286"/>
            <ac:picMk id="23" creationId="{5B1EC83A-BDAE-80A9-EDB8-99184B800839}"/>
          </ac:picMkLst>
        </pc:picChg>
        <pc:picChg chg="del">
          <ac:chgData name="池口　晃太" userId="dec468ab-743d-4860-a388-077b2b03ea36" providerId="ADAL" clId="{CCD9B3B3-A6B6-4A27-A2FE-34E6FB9D3373}" dt="2024-06-12T06:28:21.298" v="6521" actId="478"/>
          <ac:picMkLst>
            <pc:docMk/>
            <pc:sldMk cId="3396943277" sldId="286"/>
            <ac:picMk id="24" creationId="{10FD1581-733C-B59C-077D-04E1E858412B}"/>
          </ac:picMkLst>
        </pc:picChg>
        <pc:picChg chg="del">
          <ac:chgData name="池口　晃太" userId="dec468ab-743d-4860-a388-077b2b03ea36" providerId="ADAL" clId="{CCD9B3B3-A6B6-4A27-A2FE-34E6FB9D3373}" dt="2024-06-12T06:28:21.298" v="6521" actId="478"/>
          <ac:picMkLst>
            <pc:docMk/>
            <pc:sldMk cId="3396943277" sldId="286"/>
            <ac:picMk id="25" creationId="{401FBF88-29B2-4576-2E74-BCE0F0023E18}"/>
          </ac:picMkLst>
        </pc:picChg>
        <pc:picChg chg="del">
          <ac:chgData name="池口　晃太" userId="dec468ab-743d-4860-a388-077b2b03ea36" providerId="ADAL" clId="{CCD9B3B3-A6B6-4A27-A2FE-34E6FB9D3373}" dt="2024-06-12T06:28:21.298" v="6521" actId="478"/>
          <ac:picMkLst>
            <pc:docMk/>
            <pc:sldMk cId="3396943277" sldId="286"/>
            <ac:picMk id="26" creationId="{A013B290-6DB7-E6F0-82A3-A131D6447391}"/>
          </ac:picMkLst>
        </pc:picChg>
        <pc:picChg chg="del">
          <ac:chgData name="池口　晃太" userId="dec468ab-743d-4860-a388-077b2b03ea36" providerId="ADAL" clId="{CCD9B3B3-A6B6-4A27-A2FE-34E6FB9D3373}" dt="2024-06-12T06:28:21.298" v="6521" actId="478"/>
          <ac:picMkLst>
            <pc:docMk/>
            <pc:sldMk cId="3396943277" sldId="286"/>
            <ac:picMk id="27" creationId="{CCDE2D21-E19F-FB68-6DB6-F0A2FEE0965C}"/>
          </ac:picMkLst>
        </pc:picChg>
        <pc:picChg chg="del">
          <ac:chgData name="池口　晃太" userId="dec468ab-743d-4860-a388-077b2b03ea36" providerId="ADAL" clId="{CCD9B3B3-A6B6-4A27-A2FE-34E6FB9D3373}" dt="2024-06-12T06:28:21.298" v="6521" actId="478"/>
          <ac:picMkLst>
            <pc:docMk/>
            <pc:sldMk cId="3396943277" sldId="286"/>
            <ac:picMk id="28" creationId="{D26E8D57-4084-F4EF-29D5-0CF699C2FD10}"/>
          </ac:picMkLst>
        </pc:picChg>
      </pc:sldChg>
      <pc:sldChg chg="addSp delSp modSp add mod ord modNotesTx">
        <pc:chgData name="池口　晃太" userId="dec468ab-743d-4860-a388-077b2b03ea36" providerId="ADAL" clId="{CCD9B3B3-A6B6-4A27-A2FE-34E6FB9D3373}" dt="2024-07-10T07:36:07.022" v="33981" actId="20577"/>
        <pc:sldMkLst>
          <pc:docMk/>
          <pc:sldMk cId="510835663" sldId="287"/>
        </pc:sldMkLst>
        <pc:spChg chg="mod">
          <ac:chgData name="池口　晃太" userId="dec468ab-743d-4860-a388-077b2b03ea36" providerId="ADAL" clId="{CCD9B3B3-A6B6-4A27-A2FE-34E6FB9D3373}" dt="2024-07-01T09:31:27.698" v="20863" actId="20577"/>
          <ac:spMkLst>
            <pc:docMk/>
            <pc:sldMk cId="510835663" sldId="287"/>
            <ac:spMk id="2" creationId="{CE40E1C7-CCB5-160E-DA6B-137B4687CE8D}"/>
          </ac:spMkLst>
        </pc:spChg>
        <pc:spChg chg="add mod">
          <ac:chgData name="池口　晃太" userId="dec468ab-743d-4860-a388-077b2b03ea36" providerId="ADAL" clId="{CCD9B3B3-A6B6-4A27-A2FE-34E6FB9D3373}" dt="2024-07-04T18:54:00.499" v="32626" actId="1076"/>
          <ac:spMkLst>
            <pc:docMk/>
            <pc:sldMk cId="510835663" sldId="287"/>
            <ac:spMk id="3" creationId="{662D7ADE-5F4E-A4AA-9F8C-0DBD27AAA589}"/>
          </ac:spMkLst>
        </pc:spChg>
        <pc:spChg chg="mod">
          <ac:chgData name="池口　晃太" userId="dec468ab-743d-4860-a388-077b2b03ea36" providerId="ADAL" clId="{CCD9B3B3-A6B6-4A27-A2FE-34E6FB9D3373}" dt="2024-07-01T09:31:06.337" v="20839" actId="20577"/>
          <ac:spMkLst>
            <pc:docMk/>
            <pc:sldMk cId="510835663" sldId="287"/>
            <ac:spMk id="4" creationId="{D65134CF-9010-F5CE-7A44-899208239A1D}"/>
          </ac:spMkLst>
        </pc:spChg>
        <pc:spChg chg="add mod">
          <ac:chgData name="池口　晃太" userId="dec468ab-743d-4860-a388-077b2b03ea36" providerId="ADAL" clId="{CCD9B3B3-A6B6-4A27-A2FE-34E6FB9D3373}" dt="2024-07-02T19:25:58.673" v="29581" actId="14100"/>
          <ac:spMkLst>
            <pc:docMk/>
            <pc:sldMk cId="510835663" sldId="287"/>
            <ac:spMk id="7" creationId="{47B47B53-C155-9953-A212-7F310BF1CC82}"/>
          </ac:spMkLst>
        </pc:spChg>
        <pc:spChg chg="add del mod">
          <ac:chgData name="池口　晃太" userId="dec468ab-743d-4860-a388-077b2b03ea36" providerId="ADAL" clId="{CCD9B3B3-A6B6-4A27-A2FE-34E6FB9D3373}" dt="2024-06-26T08:53:17.189" v="10286"/>
          <ac:spMkLst>
            <pc:docMk/>
            <pc:sldMk cId="510835663" sldId="287"/>
            <ac:spMk id="9" creationId="{2D26D360-CAC9-3C3E-EEDC-CA4484B307C1}"/>
          </ac:spMkLst>
        </pc:spChg>
        <pc:spChg chg="add mod">
          <ac:chgData name="池口　晃太" userId="dec468ab-743d-4860-a388-077b2b03ea36" providerId="ADAL" clId="{CCD9B3B3-A6B6-4A27-A2FE-34E6FB9D3373}" dt="2024-07-03T15:00:32.290" v="32061" actId="1076"/>
          <ac:spMkLst>
            <pc:docMk/>
            <pc:sldMk cId="510835663" sldId="287"/>
            <ac:spMk id="9" creationId="{6B9E57BA-1DD7-3973-F9A5-08DDD61863B8}"/>
          </ac:spMkLst>
        </pc:spChg>
        <pc:spChg chg="add mod">
          <ac:chgData name="池口　晃太" userId="dec468ab-743d-4860-a388-077b2b03ea36" providerId="ADAL" clId="{CCD9B3B3-A6B6-4A27-A2FE-34E6FB9D3373}" dt="2024-07-03T15:00:30.579" v="32060" actId="1076"/>
          <ac:spMkLst>
            <pc:docMk/>
            <pc:sldMk cId="510835663" sldId="287"/>
            <ac:spMk id="10" creationId="{0DAE4C2B-4B91-6627-B17B-A0A3B1E29542}"/>
          </ac:spMkLst>
        </pc:spChg>
        <pc:spChg chg="add del mod">
          <ac:chgData name="池口　晃太" userId="dec468ab-743d-4860-a388-077b2b03ea36" providerId="ADAL" clId="{CCD9B3B3-A6B6-4A27-A2FE-34E6FB9D3373}" dt="2024-07-01T15:32:45.681" v="22383" actId="478"/>
          <ac:spMkLst>
            <pc:docMk/>
            <pc:sldMk cId="510835663" sldId="287"/>
            <ac:spMk id="11" creationId="{042EE8B2-73A7-4B86-2FB0-5D4DE9CC7269}"/>
          </ac:spMkLst>
        </pc:spChg>
        <pc:spChg chg="add mod">
          <ac:chgData name="池口　晃太" userId="dec468ab-743d-4860-a388-077b2b03ea36" providerId="ADAL" clId="{CCD9B3B3-A6B6-4A27-A2FE-34E6FB9D3373}" dt="2024-07-04T18:54:09.513" v="32629" actId="1076"/>
          <ac:spMkLst>
            <pc:docMk/>
            <pc:sldMk cId="510835663" sldId="287"/>
            <ac:spMk id="13" creationId="{0352E9BB-D7B9-B938-7887-1CAEFA543865}"/>
          </ac:spMkLst>
        </pc:spChg>
        <pc:picChg chg="add mod">
          <ac:chgData name="池口　晃太" userId="dec468ab-743d-4860-a388-077b2b03ea36" providerId="ADAL" clId="{CCD9B3B3-A6B6-4A27-A2FE-34E6FB9D3373}" dt="2024-07-02T19:25:54.338" v="29579" actId="14100"/>
          <ac:picMkLst>
            <pc:docMk/>
            <pc:sldMk cId="510835663" sldId="287"/>
            <ac:picMk id="5" creationId="{87E5C5CC-B832-9AE0-D5D6-48FFEA16A0C6}"/>
          </ac:picMkLst>
        </pc:picChg>
        <pc:picChg chg="add mod">
          <ac:chgData name="池口　晃太" userId="dec468ab-743d-4860-a388-077b2b03ea36" providerId="ADAL" clId="{CCD9B3B3-A6B6-4A27-A2FE-34E6FB9D3373}" dt="2024-07-02T19:26:03.634" v="29584" actId="1076"/>
          <ac:picMkLst>
            <pc:docMk/>
            <pc:sldMk cId="510835663" sldId="287"/>
            <ac:picMk id="6" creationId="{83D51741-B701-1ED5-164D-0E4EF0211C07}"/>
          </ac:picMkLst>
        </pc:picChg>
        <pc:picChg chg="add del mod">
          <ac:chgData name="池口　晃太" userId="dec468ab-743d-4860-a388-077b2b03ea36" providerId="ADAL" clId="{CCD9B3B3-A6B6-4A27-A2FE-34E6FB9D3373}" dt="2024-07-02T19:26:00.136" v="29582" actId="1076"/>
          <ac:picMkLst>
            <pc:docMk/>
            <pc:sldMk cId="510835663" sldId="287"/>
            <ac:picMk id="8" creationId="{9D01582B-E68D-1ABF-B6DF-9F4990DB5E08}"/>
          </ac:picMkLst>
        </pc:picChg>
      </pc:sldChg>
      <pc:sldChg chg="addSp delSp modSp add mod ord modNotesTx">
        <pc:chgData name="池口　晃太" userId="dec468ab-743d-4860-a388-077b2b03ea36" providerId="ADAL" clId="{CCD9B3B3-A6B6-4A27-A2FE-34E6FB9D3373}" dt="2024-07-09T15:28:25.223" v="33767" actId="20577"/>
        <pc:sldMkLst>
          <pc:docMk/>
          <pc:sldMk cId="1207156158" sldId="288"/>
        </pc:sldMkLst>
        <pc:spChg chg="add del mod">
          <ac:chgData name="池口　晃太" userId="dec468ab-743d-4860-a388-077b2b03ea36" providerId="ADAL" clId="{CCD9B3B3-A6B6-4A27-A2FE-34E6FB9D3373}" dt="2024-07-09T14:44:18.522" v="33436" actId="478"/>
          <ac:spMkLst>
            <pc:docMk/>
            <pc:sldMk cId="1207156158" sldId="288"/>
            <ac:spMk id="2" creationId="{29E06267-66C1-6504-7088-E85E944349E0}"/>
          </ac:spMkLst>
        </pc:spChg>
        <pc:spChg chg="del mod">
          <ac:chgData name="池口　晃太" userId="dec468ab-743d-4860-a388-077b2b03ea36" providerId="ADAL" clId="{CCD9B3B3-A6B6-4A27-A2FE-34E6FB9D3373}" dt="2024-06-26T14:09:38.302" v="13251" actId="478"/>
          <ac:spMkLst>
            <pc:docMk/>
            <pc:sldMk cId="1207156158" sldId="288"/>
            <ac:spMk id="2" creationId="{CE40E1C7-CCB5-160E-DA6B-137B4687CE8D}"/>
          </ac:spMkLst>
        </pc:spChg>
        <pc:spChg chg="add mod topLvl">
          <ac:chgData name="池口　晃太" userId="dec468ab-743d-4860-a388-077b2b03ea36" providerId="ADAL" clId="{CCD9B3B3-A6B6-4A27-A2FE-34E6FB9D3373}" dt="2024-07-02T21:30:25.262" v="31690" actId="14100"/>
          <ac:spMkLst>
            <pc:docMk/>
            <pc:sldMk cId="1207156158" sldId="288"/>
            <ac:spMk id="3" creationId="{D3D7C814-C0DA-F1E0-A1EB-E1E3A9EEFB39}"/>
          </ac:spMkLst>
        </pc:spChg>
        <pc:spChg chg="mod">
          <ac:chgData name="池口　晃太" userId="dec468ab-743d-4860-a388-077b2b03ea36" providerId="ADAL" clId="{CCD9B3B3-A6B6-4A27-A2FE-34E6FB9D3373}" dt="2024-07-01T19:07:41.998" v="27164" actId="20577"/>
          <ac:spMkLst>
            <pc:docMk/>
            <pc:sldMk cId="1207156158" sldId="288"/>
            <ac:spMk id="4" creationId="{D65134CF-9010-F5CE-7A44-899208239A1D}"/>
          </ac:spMkLst>
        </pc:spChg>
        <pc:spChg chg="add del mod">
          <ac:chgData name="池口　晃太" userId="dec468ab-743d-4860-a388-077b2b03ea36" providerId="ADAL" clId="{CCD9B3B3-A6B6-4A27-A2FE-34E6FB9D3373}" dt="2024-07-09T14:44:16.984" v="33435" actId="478"/>
          <ac:spMkLst>
            <pc:docMk/>
            <pc:sldMk cId="1207156158" sldId="288"/>
            <ac:spMk id="6" creationId="{8286D41A-9778-A471-12CF-0EC6B0DF2AA1}"/>
          </ac:spMkLst>
        </pc:spChg>
        <pc:spChg chg="add del mod">
          <ac:chgData name="池口　晃太" userId="dec468ab-743d-4860-a388-077b2b03ea36" providerId="ADAL" clId="{CCD9B3B3-A6B6-4A27-A2FE-34E6FB9D3373}" dt="2024-07-01T04:44:02.780" v="16663" actId="21"/>
          <ac:spMkLst>
            <pc:docMk/>
            <pc:sldMk cId="1207156158" sldId="288"/>
            <ac:spMk id="7" creationId="{DC3EB8A0-4A27-16CE-6708-F0DAE7C0CDD8}"/>
          </ac:spMkLst>
        </pc:spChg>
        <pc:spChg chg="add del mod">
          <ac:chgData name="池口　晃太" userId="dec468ab-743d-4860-a388-077b2b03ea36" providerId="ADAL" clId="{CCD9B3B3-A6B6-4A27-A2FE-34E6FB9D3373}" dt="2024-06-26T10:40:32.559" v="11675" actId="478"/>
          <ac:spMkLst>
            <pc:docMk/>
            <pc:sldMk cId="1207156158" sldId="288"/>
            <ac:spMk id="9" creationId="{55BE02EC-D763-795F-3CF9-49544AE5F41B}"/>
          </ac:spMkLst>
        </pc:spChg>
        <pc:spChg chg="add">
          <ac:chgData name="池口　晃太" userId="dec468ab-743d-4860-a388-077b2b03ea36" providerId="ADAL" clId="{CCD9B3B3-A6B6-4A27-A2FE-34E6FB9D3373}" dt="2024-06-26T10:40:07.602" v="11658"/>
          <ac:spMkLst>
            <pc:docMk/>
            <pc:sldMk cId="1207156158" sldId="288"/>
            <ac:spMk id="10" creationId="{461AB819-2454-D5B2-F4FC-9DA4069F9D52}"/>
          </ac:spMkLst>
        </pc:spChg>
        <pc:spChg chg="add del mod">
          <ac:chgData name="池口　晃太" userId="dec468ab-743d-4860-a388-077b2b03ea36" providerId="ADAL" clId="{CCD9B3B3-A6B6-4A27-A2FE-34E6FB9D3373}" dt="2024-06-26T10:40:32.560" v="11677"/>
          <ac:spMkLst>
            <pc:docMk/>
            <pc:sldMk cId="1207156158" sldId="288"/>
            <ac:spMk id="11" creationId="{B8F7E388-55C8-4DD9-37A6-E73D05E6032F}"/>
          </ac:spMkLst>
        </pc:spChg>
        <pc:spChg chg="add del mod">
          <ac:chgData name="池口　晃太" userId="dec468ab-743d-4860-a388-077b2b03ea36" providerId="ADAL" clId="{CCD9B3B3-A6B6-4A27-A2FE-34E6FB9D3373}" dt="2024-07-01T19:15:57.858" v="27400" actId="478"/>
          <ac:spMkLst>
            <pc:docMk/>
            <pc:sldMk cId="1207156158" sldId="288"/>
            <ac:spMk id="12" creationId="{05A1330B-03E5-D1AE-47C6-582AE6C88FEB}"/>
          </ac:spMkLst>
        </pc:spChg>
        <pc:spChg chg="add mod">
          <ac:chgData name="池口　晃太" userId="dec468ab-743d-4860-a388-077b2b03ea36" providerId="ADAL" clId="{CCD9B3B3-A6B6-4A27-A2FE-34E6FB9D3373}" dt="2024-07-02T19:29:41.405" v="29680" actId="20577"/>
          <ac:spMkLst>
            <pc:docMk/>
            <pc:sldMk cId="1207156158" sldId="288"/>
            <ac:spMk id="14" creationId="{5A1D55D1-339A-C46E-5D21-83A131640A30}"/>
          </ac:spMkLst>
        </pc:spChg>
        <pc:spChg chg="add mod">
          <ac:chgData name="池口　晃太" userId="dec468ab-743d-4860-a388-077b2b03ea36" providerId="ADAL" clId="{CCD9B3B3-A6B6-4A27-A2FE-34E6FB9D3373}" dt="2024-07-09T14:44:30.912" v="33440" actId="1076"/>
          <ac:spMkLst>
            <pc:docMk/>
            <pc:sldMk cId="1207156158" sldId="288"/>
            <ac:spMk id="15" creationId="{8D1B3844-BC5B-7CCF-D969-8F2CD20702B8}"/>
          </ac:spMkLst>
        </pc:spChg>
        <pc:grpChg chg="add del mod">
          <ac:chgData name="池口　晃太" userId="dec468ab-743d-4860-a388-077b2b03ea36" providerId="ADAL" clId="{CCD9B3B3-A6B6-4A27-A2FE-34E6FB9D3373}" dt="2024-06-26T10:37:22.336" v="11629" actId="165"/>
          <ac:grpSpMkLst>
            <pc:docMk/>
            <pc:sldMk cId="1207156158" sldId="288"/>
            <ac:grpSpMk id="6" creationId="{6BC37973-169B-D9A4-0D8A-6A751002E030}"/>
          </ac:grpSpMkLst>
        </pc:grpChg>
        <pc:grpChg chg="add mod">
          <ac:chgData name="池口　晃太" userId="dec468ab-743d-4860-a388-077b2b03ea36" providerId="ADAL" clId="{CCD9B3B3-A6B6-4A27-A2FE-34E6FB9D3373}" dt="2024-07-09T15:28:14.622" v="33753" actId="1076"/>
          <ac:grpSpMkLst>
            <pc:docMk/>
            <pc:sldMk cId="1207156158" sldId="288"/>
            <ac:grpSpMk id="8" creationId="{81372697-1BC1-616A-C33B-93CB6852FA13}"/>
          </ac:grpSpMkLst>
        </pc:grpChg>
        <pc:picChg chg="add mod topLvl">
          <ac:chgData name="池口　晃太" userId="dec468ab-743d-4860-a388-077b2b03ea36" providerId="ADAL" clId="{CCD9B3B3-A6B6-4A27-A2FE-34E6FB9D3373}" dt="2024-06-26T10:39:42.185" v="11640" actId="164"/>
          <ac:picMkLst>
            <pc:docMk/>
            <pc:sldMk cId="1207156158" sldId="288"/>
            <ac:picMk id="5" creationId="{B168FFEF-5A53-DE74-7957-D50753499154}"/>
          </ac:picMkLst>
        </pc:picChg>
      </pc:sldChg>
      <pc:sldChg chg="addSp modSp add del mod">
        <pc:chgData name="池口　晃太" userId="dec468ab-743d-4860-a388-077b2b03ea36" providerId="ADAL" clId="{CCD9B3B3-A6B6-4A27-A2FE-34E6FB9D3373}" dt="2024-06-26T13:34:01.648" v="12848" actId="47"/>
        <pc:sldMkLst>
          <pc:docMk/>
          <pc:sldMk cId="2897355506" sldId="289"/>
        </pc:sldMkLst>
        <pc:spChg chg="mod">
          <ac:chgData name="池口　晃太" userId="dec468ab-743d-4860-a388-077b2b03ea36" providerId="ADAL" clId="{CCD9B3B3-A6B6-4A27-A2FE-34E6FB9D3373}" dt="2024-06-26T11:46:50.689" v="11955" actId="1076"/>
          <ac:spMkLst>
            <pc:docMk/>
            <pc:sldMk cId="2897355506" sldId="289"/>
            <ac:spMk id="2" creationId="{CE40E1C7-CCB5-160E-DA6B-137B4687CE8D}"/>
          </ac:spMkLst>
        </pc:spChg>
        <pc:picChg chg="add mod">
          <ac:chgData name="池口　晃太" userId="dec468ab-743d-4860-a388-077b2b03ea36" providerId="ADAL" clId="{CCD9B3B3-A6B6-4A27-A2FE-34E6FB9D3373}" dt="2024-06-12T07:46:22.300" v="7003" actId="14100"/>
          <ac:picMkLst>
            <pc:docMk/>
            <pc:sldMk cId="2897355506" sldId="289"/>
            <ac:picMk id="5" creationId="{1B9A94AD-8D62-91A1-FA9A-77F90C694F0E}"/>
          </ac:picMkLst>
        </pc:picChg>
      </pc:sldChg>
      <pc:sldChg chg="addSp delSp modSp add mod ord modNotesTx">
        <pc:chgData name="池口　晃太" userId="dec468ab-743d-4860-a388-077b2b03ea36" providerId="ADAL" clId="{CCD9B3B3-A6B6-4A27-A2FE-34E6FB9D3373}" dt="2024-07-10T07:10:12.288" v="33907" actId="20577"/>
        <pc:sldMkLst>
          <pc:docMk/>
          <pc:sldMk cId="3989634390" sldId="290"/>
        </pc:sldMkLst>
        <pc:spChg chg="mod">
          <ac:chgData name="池口　晃太" userId="dec468ab-743d-4860-a388-077b2b03ea36" providerId="ADAL" clId="{CCD9B3B3-A6B6-4A27-A2FE-34E6FB9D3373}" dt="2024-07-02T19:27:11.506" v="29608" actId="20577"/>
          <ac:spMkLst>
            <pc:docMk/>
            <pc:sldMk cId="3989634390" sldId="290"/>
            <ac:spMk id="2" creationId="{CE40E1C7-CCB5-160E-DA6B-137B4687CE8D}"/>
          </ac:spMkLst>
        </pc:spChg>
        <pc:spChg chg="add mod">
          <ac:chgData name="池口　晃太" userId="dec468ab-743d-4860-a388-077b2b03ea36" providerId="ADAL" clId="{CCD9B3B3-A6B6-4A27-A2FE-34E6FB9D3373}" dt="2024-07-03T15:05:59.447" v="32098" actId="207"/>
          <ac:spMkLst>
            <pc:docMk/>
            <pc:sldMk cId="3989634390" sldId="290"/>
            <ac:spMk id="3" creationId="{EDF9CEE2-0513-BF6A-A140-32ACC2305BCB}"/>
          </ac:spMkLst>
        </pc:spChg>
        <pc:spChg chg="mod">
          <ac:chgData name="池口　晃太" userId="dec468ab-743d-4860-a388-077b2b03ea36" providerId="ADAL" clId="{CCD9B3B3-A6B6-4A27-A2FE-34E6FB9D3373}" dt="2024-07-01T17:10:00.669" v="24860" actId="27636"/>
          <ac:spMkLst>
            <pc:docMk/>
            <pc:sldMk cId="3989634390" sldId="290"/>
            <ac:spMk id="4" creationId="{D65134CF-9010-F5CE-7A44-899208239A1D}"/>
          </ac:spMkLst>
        </pc:spChg>
        <pc:spChg chg="add mod">
          <ac:chgData name="池口　晃太" userId="dec468ab-743d-4860-a388-077b2b03ea36" providerId="ADAL" clId="{CCD9B3B3-A6B6-4A27-A2FE-34E6FB9D3373}" dt="2024-07-03T15:06:18.018" v="32102" actId="1076"/>
          <ac:spMkLst>
            <pc:docMk/>
            <pc:sldMk cId="3989634390" sldId="290"/>
            <ac:spMk id="6" creationId="{3480E856-5378-698F-CDA5-9763558B00DE}"/>
          </ac:spMkLst>
        </pc:spChg>
        <pc:spChg chg="add mod">
          <ac:chgData name="池口　晃太" userId="dec468ab-743d-4860-a388-077b2b03ea36" providerId="ADAL" clId="{CCD9B3B3-A6B6-4A27-A2FE-34E6FB9D3373}" dt="2024-07-04T18:55:50.181" v="32650" actId="14100"/>
          <ac:spMkLst>
            <pc:docMk/>
            <pc:sldMk cId="3989634390" sldId="290"/>
            <ac:spMk id="32" creationId="{11D801FD-4756-E6DC-CEB0-828CE2BF66D9}"/>
          </ac:spMkLst>
        </pc:spChg>
        <pc:spChg chg="add mod">
          <ac:chgData name="池口　晃太" userId="dec468ab-743d-4860-a388-077b2b03ea36" providerId="ADAL" clId="{CCD9B3B3-A6B6-4A27-A2FE-34E6FB9D3373}" dt="2024-07-09T15:05:03.396" v="33746" actId="1076"/>
          <ac:spMkLst>
            <pc:docMk/>
            <pc:sldMk cId="3989634390" sldId="290"/>
            <ac:spMk id="36" creationId="{34B5CB69-38EB-1EA2-BCF3-5949038A793A}"/>
          </ac:spMkLst>
        </pc:spChg>
        <pc:grpChg chg="add mod">
          <ac:chgData name="池口　晃太" userId="dec468ab-743d-4860-a388-077b2b03ea36" providerId="ADAL" clId="{CCD9B3B3-A6B6-4A27-A2FE-34E6FB9D3373}" dt="2024-06-26T12:27:50.314" v="12222" actId="1076"/>
          <ac:grpSpMkLst>
            <pc:docMk/>
            <pc:sldMk cId="3989634390" sldId="290"/>
            <ac:grpSpMk id="17" creationId="{6872353A-4FD1-7476-0B11-58745C4B955F}"/>
          </ac:grpSpMkLst>
        </pc:grpChg>
        <pc:grpChg chg="add del mod">
          <ac:chgData name="池口　晃太" userId="dec468ab-743d-4860-a388-077b2b03ea36" providerId="ADAL" clId="{CCD9B3B3-A6B6-4A27-A2FE-34E6FB9D3373}" dt="2024-06-26T12:31:02.674" v="12324" actId="165"/>
          <ac:grpSpMkLst>
            <pc:docMk/>
            <pc:sldMk cId="3989634390" sldId="290"/>
            <ac:grpSpMk id="20" creationId="{ED11194D-355F-3BDB-8D90-40D38BC09539}"/>
          </ac:grpSpMkLst>
        </pc:grpChg>
        <pc:grpChg chg="add mod">
          <ac:chgData name="池口　晃太" userId="dec468ab-743d-4860-a388-077b2b03ea36" providerId="ADAL" clId="{CCD9B3B3-A6B6-4A27-A2FE-34E6FB9D3373}" dt="2024-06-26T12:32:52.976" v="12349" actId="1076"/>
          <ac:grpSpMkLst>
            <pc:docMk/>
            <pc:sldMk cId="3989634390" sldId="290"/>
            <ac:grpSpMk id="35" creationId="{1B5BD8C0-5F10-9E33-61B6-396053884DDE}"/>
          </ac:grpSpMkLst>
        </pc:grpChg>
        <pc:picChg chg="add del mod">
          <ac:chgData name="池口　晃太" userId="dec468ab-743d-4860-a388-077b2b03ea36" providerId="ADAL" clId="{CCD9B3B3-A6B6-4A27-A2FE-34E6FB9D3373}" dt="2024-06-26T12:24:04.602" v="12187" actId="478"/>
          <ac:picMkLst>
            <pc:docMk/>
            <pc:sldMk cId="3989634390" sldId="290"/>
            <ac:picMk id="5" creationId="{6866D415-8541-DA82-1145-9DA11E7DB4B4}"/>
          </ac:picMkLst>
        </pc:picChg>
        <pc:picChg chg="add mod">
          <ac:chgData name="池口　晃太" userId="dec468ab-743d-4860-a388-077b2b03ea36" providerId="ADAL" clId="{CCD9B3B3-A6B6-4A27-A2FE-34E6FB9D3373}" dt="2024-06-26T12:25:11.372" v="12194" actId="164"/>
          <ac:picMkLst>
            <pc:docMk/>
            <pc:sldMk cId="3989634390" sldId="290"/>
            <ac:picMk id="7" creationId="{2CA342A0-F26B-FB78-02BA-1B51AC1949D2}"/>
          </ac:picMkLst>
        </pc:picChg>
        <pc:picChg chg="add mod">
          <ac:chgData name="池口　晃太" userId="dec468ab-743d-4860-a388-077b2b03ea36" providerId="ADAL" clId="{CCD9B3B3-A6B6-4A27-A2FE-34E6FB9D3373}" dt="2024-06-26T12:25:11.372" v="12194" actId="164"/>
          <ac:picMkLst>
            <pc:docMk/>
            <pc:sldMk cId="3989634390" sldId="290"/>
            <ac:picMk id="8" creationId="{F8511493-CC1E-DE3C-8EFC-7CA567BC7CC3}"/>
          </ac:picMkLst>
        </pc:picChg>
        <pc:picChg chg="add mod">
          <ac:chgData name="池口　晃太" userId="dec468ab-743d-4860-a388-077b2b03ea36" providerId="ADAL" clId="{CCD9B3B3-A6B6-4A27-A2FE-34E6FB9D3373}" dt="2024-06-26T12:25:11.372" v="12194" actId="164"/>
          <ac:picMkLst>
            <pc:docMk/>
            <pc:sldMk cId="3989634390" sldId="290"/>
            <ac:picMk id="9" creationId="{C1402F9D-B951-81EF-0585-66622AF4676A}"/>
          </ac:picMkLst>
        </pc:picChg>
        <pc:picChg chg="add mod">
          <ac:chgData name="池口　晃太" userId="dec468ab-743d-4860-a388-077b2b03ea36" providerId="ADAL" clId="{CCD9B3B3-A6B6-4A27-A2FE-34E6FB9D3373}" dt="2024-06-26T12:25:11.372" v="12194" actId="164"/>
          <ac:picMkLst>
            <pc:docMk/>
            <pc:sldMk cId="3989634390" sldId="290"/>
            <ac:picMk id="10" creationId="{DCFEA42B-9236-B0AA-7A7E-B7A205AD464B}"/>
          </ac:picMkLst>
        </pc:picChg>
        <pc:picChg chg="add mod">
          <ac:chgData name="池口　晃太" userId="dec468ab-743d-4860-a388-077b2b03ea36" providerId="ADAL" clId="{CCD9B3B3-A6B6-4A27-A2FE-34E6FB9D3373}" dt="2024-06-26T12:25:11.372" v="12194" actId="164"/>
          <ac:picMkLst>
            <pc:docMk/>
            <pc:sldMk cId="3989634390" sldId="290"/>
            <ac:picMk id="11" creationId="{C966527E-8E14-67EE-FA87-6F6C20CE2C79}"/>
          </ac:picMkLst>
        </pc:picChg>
        <pc:picChg chg="add mod">
          <ac:chgData name="池口　晃太" userId="dec468ab-743d-4860-a388-077b2b03ea36" providerId="ADAL" clId="{CCD9B3B3-A6B6-4A27-A2FE-34E6FB9D3373}" dt="2024-06-26T12:25:11.372" v="12194" actId="164"/>
          <ac:picMkLst>
            <pc:docMk/>
            <pc:sldMk cId="3989634390" sldId="290"/>
            <ac:picMk id="12" creationId="{03B59882-EA9D-2876-A936-79C7B87A10DF}"/>
          </ac:picMkLst>
        </pc:picChg>
        <pc:picChg chg="add mod">
          <ac:chgData name="池口　晃太" userId="dec468ab-743d-4860-a388-077b2b03ea36" providerId="ADAL" clId="{CCD9B3B3-A6B6-4A27-A2FE-34E6FB9D3373}" dt="2024-06-26T12:25:11.372" v="12194" actId="164"/>
          <ac:picMkLst>
            <pc:docMk/>
            <pc:sldMk cId="3989634390" sldId="290"/>
            <ac:picMk id="13" creationId="{015ECBC2-E128-7D04-4856-2DF039BB7186}"/>
          </ac:picMkLst>
        </pc:picChg>
        <pc:picChg chg="add mod">
          <ac:chgData name="池口　晃太" userId="dec468ab-743d-4860-a388-077b2b03ea36" providerId="ADAL" clId="{CCD9B3B3-A6B6-4A27-A2FE-34E6FB9D3373}" dt="2024-06-26T12:25:11.372" v="12194" actId="164"/>
          <ac:picMkLst>
            <pc:docMk/>
            <pc:sldMk cId="3989634390" sldId="290"/>
            <ac:picMk id="14" creationId="{9CC0C2A7-8EC5-3589-EF26-7C27935755ED}"/>
          </ac:picMkLst>
        </pc:picChg>
        <pc:picChg chg="add mod">
          <ac:chgData name="池口　晃太" userId="dec468ab-743d-4860-a388-077b2b03ea36" providerId="ADAL" clId="{CCD9B3B3-A6B6-4A27-A2FE-34E6FB9D3373}" dt="2024-06-26T12:25:11.372" v="12194" actId="164"/>
          <ac:picMkLst>
            <pc:docMk/>
            <pc:sldMk cId="3989634390" sldId="290"/>
            <ac:picMk id="15" creationId="{1DA96E8E-4E41-163F-437A-07CC96AEE1D3}"/>
          </ac:picMkLst>
        </pc:picChg>
        <pc:picChg chg="add mod">
          <ac:chgData name="池口　晃太" userId="dec468ab-743d-4860-a388-077b2b03ea36" providerId="ADAL" clId="{CCD9B3B3-A6B6-4A27-A2FE-34E6FB9D3373}" dt="2024-06-26T12:25:11.372" v="12194" actId="164"/>
          <ac:picMkLst>
            <pc:docMk/>
            <pc:sldMk cId="3989634390" sldId="290"/>
            <ac:picMk id="16" creationId="{7C883CE9-BAE7-0424-70AC-C9449534B319}"/>
          </ac:picMkLst>
        </pc:picChg>
        <pc:picChg chg="add mod">
          <ac:chgData name="池口　晃太" userId="dec468ab-743d-4860-a388-077b2b03ea36" providerId="ADAL" clId="{CCD9B3B3-A6B6-4A27-A2FE-34E6FB9D3373}" dt="2024-06-26T12:27:50.314" v="12222" actId="1076"/>
          <ac:picMkLst>
            <pc:docMk/>
            <pc:sldMk cId="3989634390" sldId="290"/>
            <ac:picMk id="18" creationId="{8CF3A5D1-FC83-067E-491E-24DE57B31544}"/>
          </ac:picMkLst>
        </pc:picChg>
        <pc:picChg chg="add mod">
          <ac:chgData name="池口　晃太" userId="dec468ab-743d-4860-a388-077b2b03ea36" providerId="ADAL" clId="{CCD9B3B3-A6B6-4A27-A2FE-34E6FB9D3373}" dt="2024-06-26T12:27:18.779" v="12218"/>
          <ac:picMkLst>
            <pc:docMk/>
            <pc:sldMk cId="3989634390" sldId="290"/>
            <ac:picMk id="19" creationId="{55B6B5E8-24FF-D9D2-3709-757B36ECC3AB}"/>
          </ac:picMkLst>
        </pc:picChg>
        <pc:picChg chg="mod topLvl">
          <ac:chgData name="池口　晃太" userId="dec468ab-743d-4860-a388-077b2b03ea36" providerId="ADAL" clId="{CCD9B3B3-A6B6-4A27-A2FE-34E6FB9D3373}" dt="2024-06-26T12:31:34.775" v="12334" actId="164"/>
          <ac:picMkLst>
            <pc:docMk/>
            <pc:sldMk cId="3989634390" sldId="290"/>
            <ac:picMk id="21" creationId="{C9FF6CC1-02B5-1FB7-6B1C-B285BA8B7586}"/>
          </ac:picMkLst>
        </pc:picChg>
        <pc:picChg chg="mod topLvl">
          <ac:chgData name="池口　晃太" userId="dec468ab-743d-4860-a388-077b2b03ea36" providerId="ADAL" clId="{CCD9B3B3-A6B6-4A27-A2FE-34E6FB9D3373}" dt="2024-06-26T12:31:34.775" v="12334" actId="164"/>
          <ac:picMkLst>
            <pc:docMk/>
            <pc:sldMk cId="3989634390" sldId="290"/>
            <ac:picMk id="22" creationId="{C7B1A9B1-AEFC-D47C-5563-5865F0571BC2}"/>
          </ac:picMkLst>
        </pc:picChg>
        <pc:picChg chg="mod topLvl">
          <ac:chgData name="池口　晃太" userId="dec468ab-743d-4860-a388-077b2b03ea36" providerId="ADAL" clId="{CCD9B3B3-A6B6-4A27-A2FE-34E6FB9D3373}" dt="2024-06-26T12:31:34.775" v="12334" actId="164"/>
          <ac:picMkLst>
            <pc:docMk/>
            <pc:sldMk cId="3989634390" sldId="290"/>
            <ac:picMk id="23" creationId="{76283895-5DE9-A6CA-D2C8-56184C23DBB6}"/>
          </ac:picMkLst>
        </pc:picChg>
        <pc:picChg chg="mod topLvl">
          <ac:chgData name="池口　晃太" userId="dec468ab-743d-4860-a388-077b2b03ea36" providerId="ADAL" clId="{CCD9B3B3-A6B6-4A27-A2FE-34E6FB9D3373}" dt="2024-06-26T12:31:34.775" v="12334" actId="164"/>
          <ac:picMkLst>
            <pc:docMk/>
            <pc:sldMk cId="3989634390" sldId="290"/>
            <ac:picMk id="24" creationId="{53D37597-902E-1B8B-1C32-E7966D905F31}"/>
          </ac:picMkLst>
        </pc:picChg>
        <pc:picChg chg="mod topLvl">
          <ac:chgData name="池口　晃太" userId="dec468ab-743d-4860-a388-077b2b03ea36" providerId="ADAL" clId="{CCD9B3B3-A6B6-4A27-A2FE-34E6FB9D3373}" dt="2024-06-26T12:31:34.775" v="12334" actId="164"/>
          <ac:picMkLst>
            <pc:docMk/>
            <pc:sldMk cId="3989634390" sldId="290"/>
            <ac:picMk id="25" creationId="{2683337F-768F-97D0-BDCD-F13835448DF6}"/>
          </ac:picMkLst>
        </pc:picChg>
        <pc:picChg chg="mod topLvl">
          <ac:chgData name="池口　晃太" userId="dec468ab-743d-4860-a388-077b2b03ea36" providerId="ADAL" clId="{CCD9B3B3-A6B6-4A27-A2FE-34E6FB9D3373}" dt="2024-06-26T12:31:34.775" v="12334" actId="164"/>
          <ac:picMkLst>
            <pc:docMk/>
            <pc:sldMk cId="3989634390" sldId="290"/>
            <ac:picMk id="26" creationId="{C0F5D63A-B4E1-0B7B-1C64-FCD71A483FE4}"/>
          </ac:picMkLst>
        </pc:picChg>
        <pc:picChg chg="mod topLvl">
          <ac:chgData name="池口　晃太" userId="dec468ab-743d-4860-a388-077b2b03ea36" providerId="ADAL" clId="{CCD9B3B3-A6B6-4A27-A2FE-34E6FB9D3373}" dt="2024-06-26T12:31:34.775" v="12334" actId="164"/>
          <ac:picMkLst>
            <pc:docMk/>
            <pc:sldMk cId="3989634390" sldId="290"/>
            <ac:picMk id="27" creationId="{4A1DCA8C-12C2-D821-7095-F31501F4517A}"/>
          </ac:picMkLst>
        </pc:picChg>
        <pc:picChg chg="mod topLvl">
          <ac:chgData name="池口　晃太" userId="dec468ab-743d-4860-a388-077b2b03ea36" providerId="ADAL" clId="{CCD9B3B3-A6B6-4A27-A2FE-34E6FB9D3373}" dt="2024-06-26T12:31:34.775" v="12334" actId="164"/>
          <ac:picMkLst>
            <pc:docMk/>
            <pc:sldMk cId="3989634390" sldId="290"/>
            <ac:picMk id="28" creationId="{6734E2B4-9BE2-1692-8AD1-3322CD7C0CFA}"/>
          </ac:picMkLst>
        </pc:picChg>
        <pc:picChg chg="mod topLvl">
          <ac:chgData name="池口　晃太" userId="dec468ab-743d-4860-a388-077b2b03ea36" providerId="ADAL" clId="{CCD9B3B3-A6B6-4A27-A2FE-34E6FB9D3373}" dt="2024-06-26T12:31:34.775" v="12334" actId="164"/>
          <ac:picMkLst>
            <pc:docMk/>
            <pc:sldMk cId="3989634390" sldId="290"/>
            <ac:picMk id="29" creationId="{05704D8F-01D8-5846-E3E7-1BC41C960A8A}"/>
          </ac:picMkLst>
        </pc:picChg>
        <pc:picChg chg="mod topLvl">
          <ac:chgData name="池口　晃太" userId="dec468ab-743d-4860-a388-077b2b03ea36" providerId="ADAL" clId="{CCD9B3B3-A6B6-4A27-A2FE-34E6FB9D3373}" dt="2024-06-26T12:31:34.775" v="12334" actId="164"/>
          <ac:picMkLst>
            <pc:docMk/>
            <pc:sldMk cId="3989634390" sldId="290"/>
            <ac:picMk id="30" creationId="{21C72ED0-7C66-16BC-0F74-13A12228D38A}"/>
          </ac:picMkLst>
        </pc:picChg>
        <pc:picChg chg="add mod">
          <ac:chgData name="池口　晃太" userId="dec468ab-743d-4860-a388-077b2b03ea36" providerId="ADAL" clId="{CCD9B3B3-A6B6-4A27-A2FE-34E6FB9D3373}" dt="2024-07-09T15:05:05.806" v="33747" actId="1076"/>
          <ac:picMkLst>
            <pc:docMk/>
            <pc:sldMk cId="3989634390" sldId="290"/>
            <ac:picMk id="31" creationId="{273FFBD9-7821-EFE9-EB2A-FC7C08C07424}"/>
          </ac:picMkLst>
        </pc:picChg>
        <pc:picChg chg="add del mod">
          <ac:chgData name="池口　晃太" userId="dec468ab-743d-4860-a388-077b2b03ea36" providerId="ADAL" clId="{CCD9B3B3-A6B6-4A27-A2FE-34E6FB9D3373}" dt="2024-06-26T12:31:23.010" v="12332" actId="478"/>
          <ac:picMkLst>
            <pc:docMk/>
            <pc:sldMk cId="3989634390" sldId="290"/>
            <ac:picMk id="33" creationId="{CF3D6D56-5BFC-ECA4-9D0A-9CBD1BFEB93D}"/>
          </ac:picMkLst>
        </pc:picChg>
        <pc:picChg chg="add del mod">
          <ac:chgData name="池口　晃太" userId="dec468ab-743d-4860-a388-077b2b03ea36" providerId="ADAL" clId="{CCD9B3B3-A6B6-4A27-A2FE-34E6FB9D3373}" dt="2024-06-26T12:31:22.012" v="12331" actId="478"/>
          <ac:picMkLst>
            <pc:docMk/>
            <pc:sldMk cId="3989634390" sldId="290"/>
            <ac:picMk id="34" creationId="{7A5BB381-0093-0DE1-0378-B93D00BA5DD7}"/>
          </ac:picMkLst>
        </pc:picChg>
      </pc:sldChg>
      <pc:sldChg chg="add del">
        <pc:chgData name="池口　晃太" userId="dec468ab-743d-4860-a388-077b2b03ea36" providerId="ADAL" clId="{CCD9B3B3-A6B6-4A27-A2FE-34E6FB9D3373}" dt="2024-06-12T06:50:20.646" v="6703" actId="47"/>
        <pc:sldMkLst>
          <pc:docMk/>
          <pc:sldMk cId="4060929871" sldId="290"/>
        </pc:sldMkLst>
      </pc:sldChg>
      <pc:sldChg chg="add del">
        <pc:chgData name="池口　晃太" userId="dec468ab-743d-4860-a388-077b2b03ea36" providerId="ADAL" clId="{CCD9B3B3-A6B6-4A27-A2FE-34E6FB9D3373}" dt="2024-06-12T06:50:20.338" v="6702" actId="47"/>
        <pc:sldMkLst>
          <pc:docMk/>
          <pc:sldMk cId="615554364" sldId="291"/>
        </pc:sldMkLst>
      </pc:sldChg>
      <pc:sldChg chg="addSp delSp modSp add mod ord modNotesTx">
        <pc:chgData name="池口　晃太" userId="dec468ab-743d-4860-a388-077b2b03ea36" providerId="ADAL" clId="{CCD9B3B3-A6B6-4A27-A2FE-34E6FB9D3373}" dt="2024-07-08T06:15:45.633" v="32855" actId="20577"/>
        <pc:sldMkLst>
          <pc:docMk/>
          <pc:sldMk cId="3180099662" sldId="291"/>
        </pc:sldMkLst>
        <pc:spChg chg="del">
          <ac:chgData name="池口　晃太" userId="dec468ab-743d-4860-a388-077b2b03ea36" providerId="ADAL" clId="{CCD9B3B3-A6B6-4A27-A2FE-34E6FB9D3373}" dt="2024-06-26T16:00:38.183" v="14464" actId="478"/>
          <ac:spMkLst>
            <pc:docMk/>
            <pc:sldMk cId="3180099662" sldId="291"/>
            <ac:spMk id="2" creationId="{CE40E1C7-CCB5-160E-DA6B-137B4687CE8D}"/>
          </ac:spMkLst>
        </pc:spChg>
        <pc:spChg chg="add mod">
          <ac:chgData name="池口　晃太" userId="dec468ab-743d-4860-a388-077b2b03ea36" providerId="ADAL" clId="{CCD9B3B3-A6B6-4A27-A2FE-34E6FB9D3373}" dt="2024-07-08T06:15:38.435" v="32852" actId="1076"/>
          <ac:spMkLst>
            <pc:docMk/>
            <pc:sldMk cId="3180099662" sldId="291"/>
            <ac:spMk id="3" creationId="{CB4078B6-638C-DDDC-5298-E4B2A4930706}"/>
          </ac:spMkLst>
        </pc:spChg>
        <pc:spChg chg="add del mod">
          <ac:chgData name="池口　晃太" userId="dec468ab-743d-4860-a388-077b2b03ea36" providerId="ADAL" clId="{CCD9B3B3-A6B6-4A27-A2FE-34E6FB9D3373}" dt="2024-06-26T16:00:35.578" v="14463" actId="20577"/>
          <ac:spMkLst>
            <pc:docMk/>
            <pc:sldMk cId="3180099662" sldId="291"/>
            <ac:spMk id="4" creationId="{D65134CF-9010-F5CE-7A44-899208239A1D}"/>
          </ac:spMkLst>
        </pc:spChg>
        <pc:spChg chg="add del mod">
          <ac:chgData name="池口　晃太" userId="dec468ab-743d-4860-a388-077b2b03ea36" providerId="ADAL" clId="{CCD9B3B3-A6B6-4A27-A2FE-34E6FB9D3373}" dt="2024-06-26T16:03:59.235" v="14659"/>
          <ac:spMkLst>
            <pc:docMk/>
            <pc:sldMk cId="3180099662" sldId="291"/>
            <ac:spMk id="6" creationId="{96B475DB-0CDA-53A8-8465-420F2D7FC9D5}"/>
          </ac:spMkLst>
        </pc:spChg>
        <pc:spChg chg="add mod">
          <ac:chgData name="池口　晃太" userId="dec468ab-743d-4860-a388-077b2b03ea36" providerId="ADAL" clId="{CCD9B3B3-A6B6-4A27-A2FE-34E6FB9D3373}" dt="2024-07-08T06:15:17.147" v="32849" actId="1076"/>
          <ac:spMkLst>
            <pc:docMk/>
            <pc:sldMk cId="3180099662" sldId="291"/>
            <ac:spMk id="7" creationId="{F9F12DE7-0EEA-844F-AC1A-08A95E3EC7DF}"/>
          </ac:spMkLst>
        </pc:spChg>
        <pc:picChg chg="add del mod">
          <ac:chgData name="池口　晃太" userId="dec468ab-743d-4860-a388-077b2b03ea36" providerId="ADAL" clId="{CCD9B3B3-A6B6-4A27-A2FE-34E6FB9D3373}" dt="2024-06-26T16:00:38.900" v="14465" actId="478"/>
          <ac:picMkLst>
            <pc:docMk/>
            <pc:sldMk cId="3180099662" sldId="291"/>
            <ac:picMk id="5" creationId="{2A421797-9E1C-D5FF-FE12-BA5537E72D06}"/>
          </ac:picMkLst>
        </pc:picChg>
      </pc:sldChg>
      <pc:sldChg chg="add del">
        <pc:chgData name="池口　晃太" userId="dec468ab-743d-4860-a388-077b2b03ea36" providerId="ADAL" clId="{CCD9B3B3-A6B6-4A27-A2FE-34E6FB9D3373}" dt="2024-06-12T06:50:20.119" v="6701" actId="47"/>
        <pc:sldMkLst>
          <pc:docMk/>
          <pc:sldMk cId="1112753770" sldId="292"/>
        </pc:sldMkLst>
      </pc:sldChg>
      <pc:sldChg chg="addSp delSp modSp add mod ord modNotesTx">
        <pc:chgData name="池口　晃太" userId="dec468ab-743d-4860-a388-077b2b03ea36" providerId="ADAL" clId="{CCD9B3B3-A6B6-4A27-A2FE-34E6FB9D3373}" dt="2024-07-09T14:56:09.004" v="33633"/>
        <pc:sldMkLst>
          <pc:docMk/>
          <pc:sldMk cId="1994784743" sldId="292"/>
        </pc:sldMkLst>
        <pc:spChg chg="mod">
          <ac:chgData name="池口　晃太" userId="dec468ab-743d-4860-a388-077b2b03ea36" providerId="ADAL" clId="{CCD9B3B3-A6B6-4A27-A2FE-34E6FB9D3373}" dt="2024-07-02T18:53:41.092" v="28183" actId="20577"/>
          <ac:spMkLst>
            <pc:docMk/>
            <pc:sldMk cId="1994784743" sldId="292"/>
            <ac:spMk id="2" creationId="{CE40E1C7-CCB5-160E-DA6B-137B4687CE8D}"/>
          </ac:spMkLst>
        </pc:spChg>
        <pc:spChg chg="add del mod">
          <ac:chgData name="池口　晃太" userId="dec468ab-743d-4860-a388-077b2b03ea36" providerId="ADAL" clId="{CCD9B3B3-A6B6-4A27-A2FE-34E6FB9D3373}" dt="2024-06-26T09:20:45.836" v="10639" actId="478"/>
          <ac:spMkLst>
            <pc:docMk/>
            <pc:sldMk cId="1994784743" sldId="292"/>
            <ac:spMk id="3" creationId="{BAFC7A61-2269-448F-CCCD-A50F5A0ABADF}"/>
          </ac:spMkLst>
        </pc:spChg>
        <pc:spChg chg="mod">
          <ac:chgData name="池口　晃太" userId="dec468ab-743d-4860-a388-077b2b03ea36" providerId="ADAL" clId="{CCD9B3B3-A6B6-4A27-A2FE-34E6FB9D3373}" dt="2024-07-01T15:45:02.687" v="22877" actId="20577"/>
          <ac:spMkLst>
            <pc:docMk/>
            <pc:sldMk cId="1994784743" sldId="292"/>
            <ac:spMk id="4" creationId="{D65134CF-9010-F5CE-7A44-899208239A1D}"/>
          </ac:spMkLst>
        </pc:spChg>
        <pc:spChg chg="add del mod">
          <ac:chgData name="池口　晃太" userId="dec468ab-743d-4860-a388-077b2b03ea36" providerId="ADAL" clId="{CCD9B3B3-A6B6-4A27-A2FE-34E6FB9D3373}" dt="2024-07-01T15:45:11.720" v="22879" actId="478"/>
          <ac:spMkLst>
            <pc:docMk/>
            <pc:sldMk cId="1994784743" sldId="292"/>
            <ac:spMk id="7" creationId="{7B74CD72-810B-51C7-076F-B2B7146DDA79}"/>
          </ac:spMkLst>
        </pc:spChg>
        <pc:spChg chg="add del mod">
          <ac:chgData name="池口　晃太" userId="dec468ab-743d-4860-a388-077b2b03ea36" providerId="ADAL" clId="{CCD9B3B3-A6B6-4A27-A2FE-34E6FB9D3373}" dt="2024-07-01T15:45:09.785" v="22878" actId="478"/>
          <ac:spMkLst>
            <pc:docMk/>
            <pc:sldMk cId="1994784743" sldId="292"/>
            <ac:spMk id="10" creationId="{3559A91D-B063-72A1-5336-946A2F96978C}"/>
          </ac:spMkLst>
        </pc:spChg>
        <pc:spChg chg="add del mod">
          <ac:chgData name="池口　晃太" userId="dec468ab-743d-4860-a388-077b2b03ea36" providerId="ADAL" clId="{CCD9B3B3-A6B6-4A27-A2FE-34E6FB9D3373}" dt="2024-07-01T15:45:09.785" v="22878" actId="478"/>
          <ac:spMkLst>
            <pc:docMk/>
            <pc:sldMk cId="1994784743" sldId="292"/>
            <ac:spMk id="11" creationId="{FDBEDA53-E08B-FCD8-6892-357D01343A76}"/>
          </ac:spMkLst>
        </pc:spChg>
        <pc:spChg chg="add del mod">
          <ac:chgData name="池口　晃太" userId="dec468ab-743d-4860-a388-077b2b03ea36" providerId="ADAL" clId="{CCD9B3B3-A6B6-4A27-A2FE-34E6FB9D3373}" dt="2024-07-01T15:51:21.990" v="22920" actId="478"/>
          <ac:spMkLst>
            <pc:docMk/>
            <pc:sldMk cId="1994784743" sldId="292"/>
            <ac:spMk id="12" creationId="{1DC94B45-3ED4-A4FE-1746-82C8A2E3EB27}"/>
          </ac:spMkLst>
        </pc:spChg>
        <pc:spChg chg="add del mod">
          <ac:chgData name="池口　晃太" userId="dec468ab-743d-4860-a388-077b2b03ea36" providerId="ADAL" clId="{CCD9B3B3-A6B6-4A27-A2FE-34E6FB9D3373}" dt="2024-07-09T14:55:26.511" v="33608" actId="2711"/>
          <ac:spMkLst>
            <pc:docMk/>
            <pc:sldMk cId="1994784743" sldId="292"/>
            <ac:spMk id="13" creationId="{9DDE52E2-7EFC-8DDD-ED29-03C8B5D6270F}"/>
          </ac:spMkLst>
        </pc:spChg>
        <pc:spChg chg="add del mod">
          <ac:chgData name="池口　晃太" userId="dec468ab-743d-4860-a388-077b2b03ea36" providerId="ADAL" clId="{CCD9B3B3-A6B6-4A27-A2FE-34E6FB9D3373}" dt="2024-07-09T14:55:20.211" v="33607" actId="2711"/>
          <ac:spMkLst>
            <pc:docMk/>
            <pc:sldMk cId="1994784743" sldId="292"/>
            <ac:spMk id="14" creationId="{15CAC912-0CDC-42A3-7971-388C72A47A3E}"/>
          </ac:spMkLst>
        </pc:spChg>
        <pc:spChg chg="add del mod">
          <ac:chgData name="池口　晃太" userId="dec468ab-743d-4860-a388-077b2b03ea36" providerId="ADAL" clId="{CCD9B3B3-A6B6-4A27-A2FE-34E6FB9D3373}" dt="2024-07-01T15:57:57.273" v="23062" actId="478"/>
          <ac:spMkLst>
            <pc:docMk/>
            <pc:sldMk cId="1994784743" sldId="292"/>
            <ac:spMk id="15" creationId="{1A46422A-E6B0-A5B6-87B6-46261F3B82C8}"/>
          </ac:spMkLst>
        </pc:spChg>
        <pc:spChg chg="add mod">
          <ac:chgData name="池口　晃太" userId="dec468ab-743d-4860-a388-077b2b03ea36" providerId="ADAL" clId="{CCD9B3B3-A6B6-4A27-A2FE-34E6FB9D3373}" dt="2024-07-01T16:11:48.767" v="23838" actId="14100"/>
          <ac:spMkLst>
            <pc:docMk/>
            <pc:sldMk cId="1994784743" sldId="292"/>
            <ac:spMk id="25" creationId="{5F3C386A-7ACB-A9EE-ED81-D2CD679EBB19}"/>
          </ac:spMkLst>
        </pc:spChg>
        <pc:graphicFrameChg chg="add del mod modGraphic">
          <ac:chgData name="池口　晃太" userId="dec468ab-743d-4860-a388-077b2b03ea36" providerId="ADAL" clId="{CCD9B3B3-A6B6-4A27-A2FE-34E6FB9D3373}" dt="2024-07-01T15:45:16.779" v="22881" actId="478"/>
          <ac:graphicFrameMkLst>
            <pc:docMk/>
            <pc:sldMk cId="1994784743" sldId="292"/>
            <ac:graphicFrameMk id="6" creationId="{79C87A3E-7EDA-19E0-6D70-EEFA499A4AE6}"/>
          </ac:graphicFrameMkLst>
        </pc:graphicFrameChg>
        <pc:picChg chg="add mod">
          <ac:chgData name="池口　晃太" userId="dec468ab-743d-4860-a388-077b2b03ea36" providerId="ADAL" clId="{CCD9B3B3-A6B6-4A27-A2FE-34E6FB9D3373}" dt="2024-07-01T15:53:54.673" v="22988" actId="1076"/>
          <ac:picMkLst>
            <pc:docMk/>
            <pc:sldMk cId="1994784743" sldId="292"/>
            <ac:picMk id="3" creationId="{D356F7F5-CF80-BC74-BBAB-479999834C0F}"/>
          </ac:picMkLst>
        </pc:picChg>
        <pc:picChg chg="add del mod">
          <ac:chgData name="池口　晃太" userId="dec468ab-743d-4860-a388-077b2b03ea36" providerId="ADAL" clId="{CCD9B3B3-A6B6-4A27-A2FE-34E6FB9D3373}" dt="2024-07-01T15:45:12.484" v="22880" actId="478"/>
          <ac:picMkLst>
            <pc:docMk/>
            <pc:sldMk cId="1994784743" sldId="292"/>
            <ac:picMk id="5" creationId="{5430625D-F970-B756-806D-5CE102363345}"/>
          </ac:picMkLst>
        </pc:picChg>
        <pc:picChg chg="add del mod">
          <ac:chgData name="池口　晃太" userId="dec468ab-743d-4860-a388-077b2b03ea36" providerId="ADAL" clId="{CCD9B3B3-A6B6-4A27-A2FE-34E6FB9D3373}" dt="2024-06-26T09:26:39.474" v="10944" actId="478"/>
          <ac:picMkLst>
            <pc:docMk/>
            <pc:sldMk cId="1994784743" sldId="292"/>
            <ac:picMk id="9" creationId="{125E4957-5DFD-B687-82B8-D8A5CF76A9C6}"/>
          </ac:picMkLst>
        </pc:picChg>
        <pc:picChg chg="add mod modCrop">
          <ac:chgData name="池口　晃太" userId="dec468ab-743d-4860-a388-077b2b03ea36" providerId="ADAL" clId="{CCD9B3B3-A6B6-4A27-A2FE-34E6FB9D3373}" dt="2024-07-01T15:55:06.532" v="23021" actId="1076"/>
          <ac:picMkLst>
            <pc:docMk/>
            <pc:sldMk cId="1994784743" sldId="292"/>
            <ac:picMk id="9" creationId="{8C2A4935-8B89-DA8E-F14B-5C431A73A861}"/>
          </ac:picMkLst>
        </pc:picChg>
        <pc:picChg chg="add del mod">
          <ac:chgData name="池口　晃太" userId="dec468ab-743d-4860-a388-077b2b03ea36" providerId="ADAL" clId="{CCD9B3B3-A6B6-4A27-A2FE-34E6FB9D3373}" dt="2024-07-01T15:56:04.021" v="23036" actId="478"/>
          <ac:picMkLst>
            <pc:docMk/>
            <pc:sldMk cId="1994784743" sldId="292"/>
            <ac:picMk id="16" creationId="{006CEFE5-86E2-3F12-B38B-E6DA9E7D4BB4}"/>
          </ac:picMkLst>
        </pc:picChg>
        <pc:picChg chg="add del mod">
          <ac:chgData name="池口　晃太" userId="dec468ab-743d-4860-a388-077b2b03ea36" providerId="ADAL" clId="{CCD9B3B3-A6B6-4A27-A2FE-34E6FB9D3373}" dt="2024-07-01T15:56:26.795" v="23041" actId="478"/>
          <ac:picMkLst>
            <pc:docMk/>
            <pc:sldMk cId="1994784743" sldId="292"/>
            <ac:picMk id="18" creationId="{01F9AE55-E96E-72EF-4820-3A778ED8163F}"/>
          </ac:picMkLst>
        </pc:picChg>
        <pc:picChg chg="add del mod">
          <ac:chgData name="池口　晃太" userId="dec468ab-743d-4860-a388-077b2b03ea36" providerId="ADAL" clId="{CCD9B3B3-A6B6-4A27-A2FE-34E6FB9D3373}" dt="2024-07-01T15:56:26.795" v="23041" actId="478"/>
          <ac:picMkLst>
            <pc:docMk/>
            <pc:sldMk cId="1994784743" sldId="292"/>
            <ac:picMk id="20" creationId="{AB2F0897-4999-9468-4EC4-0B6805FA5FBB}"/>
          </ac:picMkLst>
        </pc:picChg>
        <pc:picChg chg="add mod">
          <ac:chgData name="池口　晃太" userId="dec468ab-743d-4860-a388-077b2b03ea36" providerId="ADAL" clId="{CCD9B3B3-A6B6-4A27-A2FE-34E6FB9D3373}" dt="2024-07-04T18:54:23.556" v="32632" actId="1076"/>
          <ac:picMkLst>
            <pc:docMk/>
            <pc:sldMk cId="1994784743" sldId="292"/>
            <ac:picMk id="22" creationId="{CB579174-955C-3AF4-A3FF-C27ED811E4B6}"/>
          </ac:picMkLst>
        </pc:picChg>
        <pc:picChg chg="add mod">
          <ac:chgData name="池口　晃太" userId="dec468ab-743d-4860-a388-077b2b03ea36" providerId="ADAL" clId="{CCD9B3B3-A6B6-4A27-A2FE-34E6FB9D3373}" dt="2024-07-01T15:57:14.426" v="23051" actId="1076"/>
          <ac:picMkLst>
            <pc:docMk/>
            <pc:sldMk cId="1994784743" sldId="292"/>
            <ac:picMk id="24" creationId="{31472CA8-C8AC-95A3-E851-190E2128CEAB}"/>
          </ac:picMkLst>
        </pc:picChg>
      </pc:sldChg>
      <pc:sldChg chg="addSp delSp modSp add mod ord modNotesTx">
        <pc:chgData name="池口　晃太" userId="dec468ab-743d-4860-a388-077b2b03ea36" providerId="ADAL" clId="{CCD9B3B3-A6B6-4A27-A2FE-34E6FB9D3373}" dt="2024-07-10T07:09:03.694" v="33906" actId="20577"/>
        <pc:sldMkLst>
          <pc:docMk/>
          <pc:sldMk cId="203801112" sldId="293"/>
        </pc:sldMkLst>
        <pc:spChg chg="mod">
          <ac:chgData name="池口　晃太" userId="dec468ab-743d-4860-a388-077b2b03ea36" providerId="ADAL" clId="{CCD9B3B3-A6B6-4A27-A2FE-34E6FB9D3373}" dt="2024-06-26T09:03:16.886" v="10506" actId="20577"/>
          <ac:spMkLst>
            <pc:docMk/>
            <pc:sldMk cId="203801112" sldId="293"/>
            <ac:spMk id="2" creationId="{CE40E1C7-CCB5-160E-DA6B-137B4687CE8D}"/>
          </ac:spMkLst>
        </pc:spChg>
        <pc:spChg chg="add del mod">
          <ac:chgData name="池口　晃太" userId="dec468ab-743d-4860-a388-077b2b03ea36" providerId="ADAL" clId="{CCD9B3B3-A6B6-4A27-A2FE-34E6FB9D3373}" dt="2024-06-12T07:55:16.058" v="7071" actId="478"/>
          <ac:spMkLst>
            <pc:docMk/>
            <pc:sldMk cId="203801112" sldId="293"/>
            <ac:spMk id="15" creationId="{45DDC1F3-9631-DED9-4EB7-C3CBE79D0329}"/>
          </ac:spMkLst>
        </pc:spChg>
        <pc:spChg chg="add del mod">
          <ac:chgData name="池口　晃太" userId="dec468ab-743d-4860-a388-077b2b03ea36" providerId="ADAL" clId="{CCD9B3B3-A6B6-4A27-A2FE-34E6FB9D3373}" dt="2024-06-12T07:55:16.058" v="7071" actId="478"/>
          <ac:spMkLst>
            <pc:docMk/>
            <pc:sldMk cId="203801112" sldId="293"/>
            <ac:spMk id="16" creationId="{0D15680F-810F-4108-3462-80D01F7D5B06}"/>
          </ac:spMkLst>
        </pc:spChg>
        <pc:spChg chg="add del">
          <ac:chgData name="池口　晃太" userId="dec468ab-743d-4860-a388-077b2b03ea36" providerId="ADAL" clId="{CCD9B3B3-A6B6-4A27-A2FE-34E6FB9D3373}" dt="2024-06-12T08:01:54.149" v="7157" actId="478"/>
          <ac:spMkLst>
            <pc:docMk/>
            <pc:sldMk cId="203801112" sldId="293"/>
            <ac:spMk id="51" creationId="{97785398-0DB0-6809-A6AA-C9AF80D26051}"/>
          </ac:spMkLst>
        </pc:spChg>
        <pc:spChg chg="add del mod">
          <ac:chgData name="池口　晃太" userId="dec468ab-743d-4860-a388-077b2b03ea36" providerId="ADAL" clId="{CCD9B3B3-A6B6-4A27-A2FE-34E6FB9D3373}" dt="2024-06-12T08:02:38.906" v="7177" actId="478"/>
          <ac:spMkLst>
            <pc:docMk/>
            <pc:sldMk cId="203801112" sldId="293"/>
            <ac:spMk id="52" creationId="{24527D97-0E36-8EED-DFC1-8BE75CC8CBFC}"/>
          </ac:spMkLst>
        </pc:spChg>
        <pc:spChg chg="add del mod">
          <ac:chgData name="池口　晃太" userId="dec468ab-743d-4860-a388-077b2b03ea36" providerId="ADAL" clId="{CCD9B3B3-A6B6-4A27-A2FE-34E6FB9D3373}" dt="2024-06-12T08:02:38.906" v="7177" actId="478"/>
          <ac:spMkLst>
            <pc:docMk/>
            <pc:sldMk cId="203801112" sldId="293"/>
            <ac:spMk id="53" creationId="{38261D5B-9245-31B4-55F5-E08ADA796B0D}"/>
          </ac:spMkLst>
        </pc:spChg>
        <pc:spChg chg="add del mod">
          <ac:chgData name="池口　晃太" userId="dec468ab-743d-4860-a388-077b2b03ea36" providerId="ADAL" clId="{CCD9B3B3-A6B6-4A27-A2FE-34E6FB9D3373}" dt="2024-06-12T08:02:38.906" v="7177" actId="478"/>
          <ac:spMkLst>
            <pc:docMk/>
            <pc:sldMk cId="203801112" sldId="293"/>
            <ac:spMk id="54" creationId="{19D47B6A-307A-51C3-9E13-C77685295356}"/>
          </ac:spMkLst>
        </pc:spChg>
        <pc:spChg chg="add del mod">
          <ac:chgData name="池口　晃太" userId="dec468ab-743d-4860-a388-077b2b03ea36" providerId="ADAL" clId="{CCD9B3B3-A6B6-4A27-A2FE-34E6FB9D3373}" dt="2024-06-12T08:02:38.906" v="7177" actId="478"/>
          <ac:spMkLst>
            <pc:docMk/>
            <pc:sldMk cId="203801112" sldId="293"/>
            <ac:spMk id="55" creationId="{655A74CF-CCFF-69B6-C4D8-40792CFD3129}"/>
          </ac:spMkLst>
        </pc:spChg>
        <pc:spChg chg="add del mod">
          <ac:chgData name="池口　晃太" userId="dec468ab-743d-4860-a388-077b2b03ea36" providerId="ADAL" clId="{CCD9B3B3-A6B6-4A27-A2FE-34E6FB9D3373}" dt="2024-06-12T08:02:38.906" v="7177" actId="478"/>
          <ac:spMkLst>
            <pc:docMk/>
            <pc:sldMk cId="203801112" sldId="293"/>
            <ac:spMk id="56" creationId="{2F058BE6-C2B6-467D-46FA-66F0FD98B3B8}"/>
          </ac:spMkLst>
        </pc:spChg>
        <pc:spChg chg="add del mod">
          <ac:chgData name="池口　晃太" userId="dec468ab-743d-4860-a388-077b2b03ea36" providerId="ADAL" clId="{CCD9B3B3-A6B6-4A27-A2FE-34E6FB9D3373}" dt="2024-06-12T08:02:38.906" v="7177" actId="478"/>
          <ac:spMkLst>
            <pc:docMk/>
            <pc:sldMk cId="203801112" sldId="293"/>
            <ac:spMk id="57" creationId="{DE1AA90B-BC87-97AD-CA6F-16958AAB4AAA}"/>
          </ac:spMkLst>
        </pc:spChg>
        <pc:spChg chg="add del mod">
          <ac:chgData name="池口　晃太" userId="dec468ab-743d-4860-a388-077b2b03ea36" providerId="ADAL" clId="{CCD9B3B3-A6B6-4A27-A2FE-34E6FB9D3373}" dt="2024-06-12T08:02:38.906" v="7177" actId="478"/>
          <ac:spMkLst>
            <pc:docMk/>
            <pc:sldMk cId="203801112" sldId="293"/>
            <ac:spMk id="58" creationId="{FDE89195-9909-2E23-616E-06D743DAA675}"/>
          </ac:spMkLst>
        </pc:spChg>
        <pc:spChg chg="add del mod">
          <ac:chgData name="池口　晃太" userId="dec468ab-743d-4860-a388-077b2b03ea36" providerId="ADAL" clId="{CCD9B3B3-A6B6-4A27-A2FE-34E6FB9D3373}" dt="2024-06-12T08:02:38.906" v="7177" actId="478"/>
          <ac:spMkLst>
            <pc:docMk/>
            <pc:sldMk cId="203801112" sldId="293"/>
            <ac:spMk id="59" creationId="{7C0636A5-F77C-1BB0-077C-3A8AA1FDCCDB}"/>
          </ac:spMkLst>
        </pc:spChg>
        <pc:spChg chg="add del mod">
          <ac:chgData name="池口　晃太" userId="dec468ab-743d-4860-a388-077b2b03ea36" providerId="ADAL" clId="{CCD9B3B3-A6B6-4A27-A2FE-34E6FB9D3373}" dt="2024-06-12T08:02:38.906" v="7177" actId="478"/>
          <ac:spMkLst>
            <pc:docMk/>
            <pc:sldMk cId="203801112" sldId="293"/>
            <ac:spMk id="60" creationId="{0A58748C-5030-8171-3709-5B87BDA8314A}"/>
          </ac:spMkLst>
        </pc:spChg>
        <pc:spChg chg="add del mod">
          <ac:chgData name="池口　晃太" userId="dec468ab-743d-4860-a388-077b2b03ea36" providerId="ADAL" clId="{CCD9B3B3-A6B6-4A27-A2FE-34E6FB9D3373}" dt="2024-06-12T08:02:38.906" v="7177" actId="478"/>
          <ac:spMkLst>
            <pc:docMk/>
            <pc:sldMk cId="203801112" sldId="293"/>
            <ac:spMk id="61" creationId="{25B1255A-EC8C-7417-652F-C7B87618B670}"/>
          </ac:spMkLst>
        </pc:spChg>
        <pc:spChg chg="add del mod">
          <ac:chgData name="池口　晃太" userId="dec468ab-743d-4860-a388-077b2b03ea36" providerId="ADAL" clId="{CCD9B3B3-A6B6-4A27-A2FE-34E6FB9D3373}" dt="2024-06-12T08:03:08.475" v="7184" actId="478"/>
          <ac:spMkLst>
            <pc:docMk/>
            <pc:sldMk cId="203801112" sldId="293"/>
            <ac:spMk id="62" creationId="{78E4E822-B28D-5B34-A3EF-391AFE4FE76B}"/>
          </ac:spMkLst>
        </pc:spChg>
        <pc:spChg chg="add mod">
          <ac:chgData name="池口　晃太" userId="dec468ab-743d-4860-a388-077b2b03ea36" providerId="ADAL" clId="{CCD9B3B3-A6B6-4A27-A2FE-34E6FB9D3373}" dt="2024-07-08T05:53:41.963" v="32692" actId="20577"/>
          <ac:spMkLst>
            <pc:docMk/>
            <pc:sldMk cId="203801112" sldId="293"/>
            <ac:spMk id="64" creationId="{AA8712E4-D2B4-5E8F-8D20-25205715A679}"/>
          </ac:spMkLst>
        </pc:spChg>
        <pc:spChg chg="add mod">
          <ac:chgData name="池口　晃太" userId="dec468ab-743d-4860-a388-077b2b03ea36" providerId="ADAL" clId="{CCD9B3B3-A6B6-4A27-A2FE-34E6FB9D3373}" dt="2024-07-04T18:52:38.262" v="32603" actId="1076"/>
          <ac:spMkLst>
            <pc:docMk/>
            <pc:sldMk cId="203801112" sldId="293"/>
            <ac:spMk id="86" creationId="{3D105EEE-7ECC-4130-DF3C-A1AFEBC195C4}"/>
          </ac:spMkLst>
        </pc:spChg>
        <pc:spChg chg="add del mod">
          <ac:chgData name="池口　晃太" userId="dec468ab-743d-4860-a388-077b2b03ea36" providerId="ADAL" clId="{CCD9B3B3-A6B6-4A27-A2FE-34E6FB9D3373}" dt="2024-07-04T18:52:32.126" v="32600" actId="255"/>
          <ac:spMkLst>
            <pc:docMk/>
            <pc:sldMk cId="203801112" sldId="293"/>
            <ac:spMk id="88" creationId="{CA79E2B5-2969-FE90-22F8-CF35E06878E3}"/>
          </ac:spMkLst>
        </pc:spChg>
        <pc:spChg chg="add mod">
          <ac:chgData name="池口　晃太" userId="dec468ab-743d-4860-a388-077b2b03ea36" providerId="ADAL" clId="{CCD9B3B3-A6B6-4A27-A2FE-34E6FB9D3373}" dt="2024-07-04T18:52:27.308" v="32599" actId="255"/>
          <ac:spMkLst>
            <pc:docMk/>
            <pc:sldMk cId="203801112" sldId="293"/>
            <ac:spMk id="89" creationId="{A1DAEBA3-51BA-F909-9486-075183AC845A}"/>
          </ac:spMkLst>
        </pc:spChg>
        <pc:spChg chg="add del mod">
          <ac:chgData name="池口　晃太" userId="dec468ab-743d-4860-a388-077b2b03ea36" providerId="ADAL" clId="{CCD9B3B3-A6B6-4A27-A2FE-34E6FB9D3373}" dt="2024-06-12T08:13:32.824" v="7520" actId="478"/>
          <ac:spMkLst>
            <pc:docMk/>
            <pc:sldMk cId="203801112" sldId="293"/>
            <ac:spMk id="90" creationId="{1AAA34A7-970F-4827-EBFA-143F59C7AD80}"/>
          </ac:spMkLst>
        </pc:spChg>
        <pc:spChg chg="add del mod">
          <ac:chgData name="池口　晃太" userId="dec468ab-743d-4860-a388-077b2b03ea36" providerId="ADAL" clId="{CCD9B3B3-A6B6-4A27-A2FE-34E6FB9D3373}" dt="2024-06-12T08:22:56.849" v="7876" actId="478"/>
          <ac:spMkLst>
            <pc:docMk/>
            <pc:sldMk cId="203801112" sldId="293"/>
            <ac:spMk id="91" creationId="{BD832138-3BAB-C65A-BE2B-1ABF3FE0E94D}"/>
          </ac:spMkLst>
        </pc:spChg>
        <pc:spChg chg="add mod">
          <ac:chgData name="池口　晃太" userId="dec468ab-743d-4860-a388-077b2b03ea36" providerId="ADAL" clId="{CCD9B3B3-A6B6-4A27-A2FE-34E6FB9D3373}" dt="2024-07-04T18:52:46.656" v="32605" actId="1076"/>
          <ac:spMkLst>
            <pc:docMk/>
            <pc:sldMk cId="203801112" sldId="293"/>
            <ac:spMk id="92" creationId="{51E3949F-1BFD-34E2-66FA-30CF42C6E0BD}"/>
          </ac:spMkLst>
        </pc:spChg>
        <pc:grpChg chg="add mod">
          <ac:chgData name="池口　晃太" userId="dec468ab-743d-4860-a388-077b2b03ea36" providerId="ADAL" clId="{CCD9B3B3-A6B6-4A27-A2FE-34E6FB9D3373}" dt="2024-07-01T08:26:47.661" v="18837" actId="164"/>
          <ac:grpSpMkLst>
            <pc:docMk/>
            <pc:sldMk cId="203801112" sldId="293"/>
            <ac:grpSpMk id="3" creationId="{B1AF5D5B-FB7C-CBD6-43EE-EF44ECD223D6}"/>
          </ac:grpSpMkLst>
        </pc:grpChg>
        <pc:grpChg chg="add mod">
          <ac:chgData name="池口　晃太" userId="dec468ab-743d-4860-a388-077b2b03ea36" providerId="ADAL" clId="{CCD9B3B3-A6B6-4A27-A2FE-34E6FB9D3373}" dt="2024-07-01T08:26:47.661" v="18837" actId="164"/>
          <ac:grpSpMkLst>
            <pc:docMk/>
            <pc:sldMk cId="203801112" sldId="293"/>
            <ac:grpSpMk id="5" creationId="{E2D89C37-D29E-7821-34DD-32A48C2ECD74}"/>
          </ac:grpSpMkLst>
        </pc:grpChg>
        <pc:grpChg chg="add mod">
          <ac:chgData name="池口　晃太" userId="dec468ab-743d-4860-a388-077b2b03ea36" providerId="ADAL" clId="{CCD9B3B3-A6B6-4A27-A2FE-34E6FB9D3373}" dt="2024-07-01T08:26:47.661" v="18837" actId="164"/>
          <ac:grpSpMkLst>
            <pc:docMk/>
            <pc:sldMk cId="203801112" sldId="293"/>
            <ac:grpSpMk id="14" creationId="{4A80CA44-5632-B6F5-7676-FCF0ED046A6B}"/>
          </ac:grpSpMkLst>
        </pc:grpChg>
        <pc:grpChg chg="add mod">
          <ac:chgData name="池口　晃太" userId="dec468ab-743d-4860-a388-077b2b03ea36" providerId="ADAL" clId="{CCD9B3B3-A6B6-4A27-A2FE-34E6FB9D3373}" dt="2024-07-01T08:26:47.661" v="18837" actId="164"/>
          <ac:grpSpMkLst>
            <pc:docMk/>
            <pc:sldMk cId="203801112" sldId="293"/>
            <ac:grpSpMk id="23" creationId="{FD3F852C-661C-814B-318C-B3CCE5CF50FC}"/>
          </ac:grpSpMkLst>
        </pc:grpChg>
        <pc:grpChg chg="add mod">
          <ac:chgData name="池口　晃太" userId="dec468ab-743d-4860-a388-077b2b03ea36" providerId="ADAL" clId="{CCD9B3B3-A6B6-4A27-A2FE-34E6FB9D3373}" dt="2024-07-01T08:26:47.661" v="18837" actId="164"/>
          <ac:grpSpMkLst>
            <pc:docMk/>
            <pc:sldMk cId="203801112" sldId="293"/>
            <ac:grpSpMk id="32" creationId="{9A3DB9DA-3B5B-A2AA-EE0F-A92BF22090F2}"/>
          </ac:grpSpMkLst>
        </pc:grpChg>
        <pc:grpChg chg="add mod">
          <ac:chgData name="池口　晃太" userId="dec468ab-743d-4860-a388-077b2b03ea36" providerId="ADAL" clId="{CCD9B3B3-A6B6-4A27-A2FE-34E6FB9D3373}" dt="2024-07-01T08:26:47.661" v="18837" actId="164"/>
          <ac:grpSpMkLst>
            <pc:docMk/>
            <pc:sldMk cId="203801112" sldId="293"/>
            <ac:grpSpMk id="42" creationId="{36653233-B101-CE22-F2C9-B837E18AC844}"/>
          </ac:grpSpMkLst>
        </pc:grpChg>
        <pc:grpChg chg="add mod">
          <ac:chgData name="池口　晃太" userId="dec468ab-743d-4860-a388-077b2b03ea36" providerId="ADAL" clId="{CCD9B3B3-A6B6-4A27-A2FE-34E6FB9D3373}" dt="2024-07-01T08:26:51.609" v="18838" actId="1076"/>
          <ac:grpSpMkLst>
            <pc:docMk/>
            <pc:sldMk cId="203801112" sldId="293"/>
            <ac:grpSpMk id="51" creationId="{C4553B65-0838-D935-E5F3-FF6FFC046F69}"/>
          </ac:grpSpMkLst>
        </pc:grpChg>
        <pc:picChg chg="add del mod">
          <ac:chgData name="池口　晃太" userId="dec468ab-743d-4860-a388-077b2b03ea36" providerId="ADAL" clId="{CCD9B3B3-A6B6-4A27-A2FE-34E6FB9D3373}" dt="2024-06-12T07:55:16.058" v="7071" actId="478"/>
          <ac:picMkLst>
            <pc:docMk/>
            <pc:sldMk cId="203801112" sldId="293"/>
            <ac:picMk id="3" creationId="{A05B8E80-74F8-8E85-E3A7-E97074275461}"/>
          </ac:picMkLst>
        </pc:picChg>
        <pc:picChg chg="add del mod">
          <ac:chgData name="池口　晃太" userId="dec468ab-743d-4860-a388-077b2b03ea36" providerId="ADAL" clId="{CCD9B3B3-A6B6-4A27-A2FE-34E6FB9D3373}" dt="2024-06-12T07:55:16.058" v="7071" actId="478"/>
          <ac:picMkLst>
            <pc:docMk/>
            <pc:sldMk cId="203801112" sldId="293"/>
            <ac:picMk id="5" creationId="{3D2F2C83-5F91-48B1-8F00-66806F727CF6}"/>
          </ac:picMkLst>
        </pc:picChg>
        <pc:picChg chg="mod">
          <ac:chgData name="池口　晃太" userId="dec468ab-743d-4860-a388-077b2b03ea36" providerId="ADAL" clId="{CCD9B3B3-A6B6-4A27-A2FE-34E6FB9D3373}" dt="2024-07-01T08:26:05.199" v="18818"/>
          <ac:picMkLst>
            <pc:docMk/>
            <pc:sldMk cId="203801112" sldId="293"/>
            <ac:picMk id="6" creationId="{2D74875F-80AB-18FA-9EC9-FFC31245867D}"/>
          </ac:picMkLst>
        </pc:picChg>
        <pc:picChg chg="add del mod">
          <ac:chgData name="池口　晃太" userId="dec468ab-743d-4860-a388-077b2b03ea36" providerId="ADAL" clId="{CCD9B3B3-A6B6-4A27-A2FE-34E6FB9D3373}" dt="2024-06-12T07:55:16.058" v="7071" actId="478"/>
          <ac:picMkLst>
            <pc:docMk/>
            <pc:sldMk cId="203801112" sldId="293"/>
            <ac:picMk id="6" creationId="{7B836CCF-DE3D-B8F7-F0DC-EBC25DF4D5B9}"/>
          </ac:picMkLst>
        </pc:picChg>
        <pc:picChg chg="mod">
          <ac:chgData name="池口　晃太" userId="dec468ab-743d-4860-a388-077b2b03ea36" providerId="ADAL" clId="{CCD9B3B3-A6B6-4A27-A2FE-34E6FB9D3373}" dt="2024-07-01T08:26:05.199" v="18818"/>
          <ac:picMkLst>
            <pc:docMk/>
            <pc:sldMk cId="203801112" sldId="293"/>
            <ac:picMk id="7" creationId="{0B2837D6-BEDD-35DA-D938-22FD09D46BE4}"/>
          </ac:picMkLst>
        </pc:picChg>
        <pc:picChg chg="add del mod">
          <ac:chgData name="池口　晃太" userId="dec468ab-743d-4860-a388-077b2b03ea36" providerId="ADAL" clId="{CCD9B3B3-A6B6-4A27-A2FE-34E6FB9D3373}" dt="2024-06-12T07:55:16.058" v="7071" actId="478"/>
          <ac:picMkLst>
            <pc:docMk/>
            <pc:sldMk cId="203801112" sldId="293"/>
            <ac:picMk id="7" creationId="{AA606DA1-AF1C-BAE0-2C3B-2ED944B73638}"/>
          </ac:picMkLst>
        </pc:picChg>
        <pc:picChg chg="add del mod">
          <ac:chgData name="池口　晃太" userId="dec468ab-743d-4860-a388-077b2b03ea36" providerId="ADAL" clId="{CCD9B3B3-A6B6-4A27-A2FE-34E6FB9D3373}" dt="2024-06-12T07:55:16.058" v="7071" actId="478"/>
          <ac:picMkLst>
            <pc:docMk/>
            <pc:sldMk cId="203801112" sldId="293"/>
            <ac:picMk id="8" creationId="{3516E898-537A-A362-0F51-10CFC7696D41}"/>
          </ac:picMkLst>
        </pc:picChg>
        <pc:picChg chg="mod">
          <ac:chgData name="池口　晃太" userId="dec468ab-743d-4860-a388-077b2b03ea36" providerId="ADAL" clId="{CCD9B3B3-A6B6-4A27-A2FE-34E6FB9D3373}" dt="2024-07-01T08:26:05.199" v="18818"/>
          <ac:picMkLst>
            <pc:docMk/>
            <pc:sldMk cId="203801112" sldId="293"/>
            <ac:picMk id="8" creationId="{AE7DE35E-89FC-3635-D3E4-21E90721C079}"/>
          </ac:picMkLst>
        </pc:picChg>
        <pc:picChg chg="mod">
          <ac:chgData name="池口　晃太" userId="dec468ab-743d-4860-a388-077b2b03ea36" providerId="ADAL" clId="{CCD9B3B3-A6B6-4A27-A2FE-34E6FB9D3373}" dt="2024-07-01T08:26:05.199" v="18818"/>
          <ac:picMkLst>
            <pc:docMk/>
            <pc:sldMk cId="203801112" sldId="293"/>
            <ac:picMk id="9" creationId="{196F5E79-0121-8A60-599E-23574CF843C8}"/>
          </ac:picMkLst>
        </pc:picChg>
        <pc:picChg chg="add del mod">
          <ac:chgData name="池口　晃太" userId="dec468ab-743d-4860-a388-077b2b03ea36" providerId="ADAL" clId="{CCD9B3B3-A6B6-4A27-A2FE-34E6FB9D3373}" dt="2024-06-12T07:55:16.058" v="7071" actId="478"/>
          <ac:picMkLst>
            <pc:docMk/>
            <pc:sldMk cId="203801112" sldId="293"/>
            <ac:picMk id="9" creationId="{819A1589-6AD0-03F6-9B05-B64751C140F6}"/>
          </ac:picMkLst>
        </pc:picChg>
        <pc:picChg chg="mod">
          <ac:chgData name="池口　晃太" userId="dec468ab-743d-4860-a388-077b2b03ea36" providerId="ADAL" clId="{CCD9B3B3-A6B6-4A27-A2FE-34E6FB9D3373}" dt="2024-07-01T08:26:05.199" v="18818"/>
          <ac:picMkLst>
            <pc:docMk/>
            <pc:sldMk cId="203801112" sldId="293"/>
            <ac:picMk id="10" creationId="{1BFBE309-B581-4882-2ACB-1F1A82A86E1F}"/>
          </ac:picMkLst>
        </pc:picChg>
        <pc:picChg chg="add del mod">
          <ac:chgData name="池口　晃太" userId="dec468ab-743d-4860-a388-077b2b03ea36" providerId="ADAL" clId="{CCD9B3B3-A6B6-4A27-A2FE-34E6FB9D3373}" dt="2024-06-12T07:55:16.058" v="7071" actId="478"/>
          <ac:picMkLst>
            <pc:docMk/>
            <pc:sldMk cId="203801112" sldId="293"/>
            <ac:picMk id="10" creationId="{91F7011C-56A2-7F96-D371-580607DE3700}"/>
          </ac:picMkLst>
        </pc:picChg>
        <pc:picChg chg="add del mod">
          <ac:chgData name="池口　晃太" userId="dec468ab-743d-4860-a388-077b2b03ea36" providerId="ADAL" clId="{CCD9B3B3-A6B6-4A27-A2FE-34E6FB9D3373}" dt="2024-06-12T07:55:16.058" v="7071" actId="478"/>
          <ac:picMkLst>
            <pc:docMk/>
            <pc:sldMk cId="203801112" sldId="293"/>
            <ac:picMk id="11" creationId="{968C12B4-56B6-BA7D-8AB9-5B2B8A6E12BF}"/>
          </ac:picMkLst>
        </pc:picChg>
        <pc:picChg chg="mod">
          <ac:chgData name="池口　晃太" userId="dec468ab-743d-4860-a388-077b2b03ea36" providerId="ADAL" clId="{CCD9B3B3-A6B6-4A27-A2FE-34E6FB9D3373}" dt="2024-07-01T08:26:05.199" v="18818"/>
          <ac:picMkLst>
            <pc:docMk/>
            <pc:sldMk cId="203801112" sldId="293"/>
            <ac:picMk id="11" creationId="{C9C9DBE8-8EB8-A419-A3BB-F4BDB0582364}"/>
          </ac:picMkLst>
        </pc:picChg>
        <pc:picChg chg="mod">
          <ac:chgData name="池口　晃太" userId="dec468ab-743d-4860-a388-077b2b03ea36" providerId="ADAL" clId="{CCD9B3B3-A6B6-4A27-A2FE-34E6FB9D3373}" dt="2024-07-01T08:26:05.199" v="18818"/>
          <ac:picMkLst>
            <pc:docMk/>
            <pc:sldMk cId="203801112" sldId="293"/>
            <ac:picMk id="12" creationId="{21A869AA-F1A8-E0CB-1CAD-5BB22B350B69}"/>
          </ac:picMkLst>
        </pc:picChg>
        <pc:picChg chg="add del mod">
          <ac:chgData name="池口　晃太" userId="dec468ab-743d-4860-a388-077b2b03ea36" providerId="ADAL" clId="{CCD9B3B3-A6B6-4A27-A2FE-34E6FB9D3373}" dt="2024-06-12T07:55:16.058" v="7071" actId="478"/>
          <ac:picMkLst>
            <pc:docMk/>
            <pc:sldMk cId="203801112" sldId="293"/>
            <ac:picMk id="12" creationId="{5146F49B-D613-598F-FAB8-AD00DA7D594F}"/>
          </ac:picMkLst>
        </pc:picChg>
        <pc:picChg chg="mod">
          <ac:chgData name="池口　晃太" userId="dec468ab-743d-4860-a388-077b2b03ea36" providerId="ADAL" clId="{CCD9B3B3-A6B6-4A27-A2FE-34E6FB9D3373}" dt="2024-07-01T08:26:05.199" v="18818"/>
          <ac:picMkLst>
            <pc:docMk/>
            <pc:sldMk cId="203801112" sldId="293"/>
            <ac:picMk id="13" creationId="{8D99ACC0-F4BC-B2E7-AA12-F152FE3AD216}"/>
          </ac:picMkLst>
        </pc:picChg>
        <pc:picChg chg="add del mod">
          <ac:chgData name="池口　晃太" userId="dec468ab-743d-4860-a388-077b2b03ea36" providerId="ADAL" clId="{CCD9B3B3-A6B6-4A27-A2FE-34E6FB9D3373}" dt="2024-06-12T07:55:16.058" v="7071" actId="478"/>
          <ac:picMkLst>
            <pc:docMk/>
            <pc:sldMk cId="203801112" sldId="293"/>
            <ac:picMk id="13" creationId="{C1B98D32-171C-4C9B-16E2-6D987F95FAB7}"/>
          </ac:picMkLst>
        </pc:picChg>
        <pc:picChg chg="add del mod">
          <ac:chgData name="池口　晃太" userId="dec468ab-743d-4860-a388-077b2b03ea36" providerId="ADAL" clId="{CCD9B3B3-A6B6-4A27-A2FE-34E6FB9D3373}" dt="2024-06-12T07:55:52.896" v="7085" actId="478"/>
          <ac:picMkLst>
            <pc:docMk/>
            <pc:sldMk cId="203801112" sldId="293"/>
            <ac:picMk id="14" creationId="{122FA787-3054-389E-4323-2AE8D5148B25}"/>
          </ac:picMkLst>
        </pc:picChg>
        <pc:picChg chg="mod">
          <ac:chgData name="池口　晃太" userId="dec468ab-743d-4860-a388-077b2b03ea36" providerId="ADAL" clId="{CCD9B3B3-A6B6-4A27-A2FE-34E6FB9D3373}" dt="2024-07-01T08:26:09.827" v="18820"/>
          <ac:picMkLst>
            <pc:docMk/>
            <pc:sldMk cId="203801112" sldId="293"/>
            <ac:picMk id="15" creationId="{567A1CF3-8CC6-B375-BB5B-7CBE4447173D}"/>
          </ac:picMkLst>
        </pc:picChg>
        <pc:picChg chg="mod">
          <ac:chgData name="池口　晃太" userId="dec468ab-743d-4860-a388-077b2b03ea36" providerId="ADAL" clId="{CCD9B3B3-A6B6-4A27-A2FE-34E6FB9D3373}" dt="2024-07-01T08:26:09.827" v="18820"/>
          <ac:picMkLst>
            <pc:docMk/>
            <pc:sldMk cId="203801112" sldId="293"/>
            <ac:picMk id="16" creationId="{65C6CFCF-2197-062A-BBA8-8EB61D8CE245}"/>
          </ac:picMkLst>
        </pc:picChg>
        <pc:picChg chg="add del mod">
          <ac:chgData name="池口　晃太" userId="dec468ab-743d-4860-a388-077b2b03ea36" providerId="ADAL" clId="{CCD9B3B3-A6B6-4A27-A2FE-34E6FB9D3373}" dt="2024-06-12T07:55:52.896" v="7085" actId="478"/>
          <ac:picMkLst>
            <pc:docMk/>
            <pc:sldMk cId="203801112" sldId="293"/>
            <ac:picMk id="17" creationId="{8D855745-BE3B-D96B-7ED8-50ADF44983CA}"/>
          </ac:picMkLst>
        </pc:picChg>
        <pc:picChg chg="mod">
          <ac:chgData name="池口　晃太" userId="dec468ab-743d-4860-a388-077b2b03ea36" providerId="ADAL" clId="{CCD9B3B3-A6B6-4A27-A2FE-34E6FB9D3373}" dt="2024-07-01T08:26:09.827" v="18820"/>
          <ac:picMkLst>
            <pc:docMk/>
            <pc:sldMk cId="203801112" sldId="293"/>
            <ac:picMk id="17" creationId="{BA238631-C615-AB61-6FC3-E6619E2E84CE}"/>
          </ac:picMkLst>
        </pc:picChg>
        <pc:picChg chg="mod">
          <ac:chgData name="池口　晃太" userId="dec468ab-743d-4860-a388-077b2b03ea36" providerId="ADAL" clId="{CCD9B3B3-A6B6-4A27-A2FE-34E6FB9D3373}" dt="2024-07-01T08:26:09.827" v="18820"/>
          <ac:picMkLst>
            <pc:docMk/>
            <pc:sldMk cId="203801112" sldId="293"/>
            <ac:picMk id="18" creationId="{05521F7F-1C54-D7ED-70AF-DF64F12D9171}"/>
          </ac:picMkLst>
        </pc:picChg>
        <pc:picChg chg="add del mod">
          <ac:chgData name="池口　晃太" userId="dec468ab-743d-4860-a388-077b2b03ea36" providerId="ADAL" clId="{CCD9B3B3-A6B6-4A27-A2FE-34E6FB9D3373}" dt="2024-06-12T07:55:52.896" v="7085" actId="478"/>
          <ac:picMkLst>
            <pc:docMk/>
            <pc:sldMk cId="203801112" sldId="293"/>
            <ac:picMk id="18" creationId="{4380F5EE-80CA-2171-2103-FABA72B08B33}"/>
          </ac:picMkLst>
        </pc:picChg>
        <pc:picChg chg="mod">
          <ac:chgData name="池口　晃太" userId="dec468ab-743d-4860-a388-077b2b03ea36" providerId="ADAL" clId="{CCD9B3B3-A6B6-4A27-A2FE-34E6FB9D3373}" dt="2024-07-01T08:26:09.827" v="18820"/>
          <ac:picMkLst>
            <pc:docMk/>
            <pc:sldMk cId="203801112" sldId="293"/>
            <ac:picMk id="19" creationId="{C0ECD5F0-CA12-4E81-2E72-AFC135254EC9}"/>
          </ac:picMkLst>
        </pc:picChg>
        <pc:picChg chg="add del mod">
          <ac:chgData name="池口　晃太" userId="dec468ab-743d-4860-a388-077b2b03ea36" providerId="ADAL" clId="{CCD9B3B3-A6B6-4A27-A2FE-34E6FB9D3373}" dt="2024-06-12T07:55:52.896" v="7085" actId="478"/>
          <ac:picMkLst>
            <pc:docMk/>
            <pc:sldMk cId="203801112" sldId="293"/>
            <ac:picMk id="19" creationId="{EBE5A330-E769-583C-B8C2-BCDED0472A49}"/>
          </ac:picMkLst>
        </pc:picChg>
        <pc:picChg chg="add del mod">
          <ac:chgData name="池口　晃太" userId="dec468ab-743d-4860-a388-077b2b03ea36" providerId="ADAL" clId="{CCD9B3B3-A6B6-4A27-A2FE-34E6FB9D3373}" dt="2024-06-12T07:55:52.896" v="7085" actId="478"/>
          <ac:picMkLst>
            <pc:docMk/>
            <pc:sldMk cId="203801112" sldId="293"/>
            <ac:picMk id="20" creationId="{285FDE82-554A-3453-C311-79C4AF579A41}"/>
          </ac:picMkLst>
        </pc:picChg>
        <pc:picChg chg="mod">
          <ac:chgData name="池口　晃太" userId="dec468ab-743d-4860-a388-077b2b03ea36" providerId="ADAL" clId="{CCD9B3B3-A6B6-4A27-A2FE-34E6FB9D3373}" dt="2024-07-01T08:26:09.827" v="18820"/>
          <ac:picMkLst>
            <pc:docMk/>
            <pc:sldMk cId="203801112" sldId="293"/>
            <ac:picMk id="20" creationId="{BD104A4E-CCEE-BB96-6B20-87EB654D473C}"/>
          </ac:picMkLst>
        </pc:picChg>
        <pc:picChg chg="add del mod">
          <ac:chgData name="池口　晃太" userId="dec468ab-743d-4860-a388-077b2b03ea36" providerId="ADAL" clId="{CCD9B3B3-A6B6-4A27-A2FE-34E6FB9D3373}" dt="2024-06-12T07:55:52.896" v="7085" actId="478"/>
          <ac:picMkLst>
            <pc:docMk/>
            <pc:sldMk cId="203801112" sldId="293"/>
            <ac:picMk id="21" creationId="{116A3D7A-73A4-A288-E6C0-27B53FCE65DD}"/>
          </ac:picMkLst>
        </pc:picChg>
        <pc:picChg chg="mod">
          <ac:chgData name="池口　晃太" userId="dec468ab-743d-4860-a388-077b2b03ea36" providerId="ADAL" clId="{CCD9B3B3-A6B6-4A27-A2FE-34E6FB9D3373}" dt="2024-07-01T08:26:09.827" v="18820"/>
          <ac:picMkLst>
            <pc:docMk/>
            <pc:sldMk cId="203801112" sldId="293"/>
            <ac:picMk id="21" creationId="{BF0AC55B-C2F5-3FC2-E2CD-CB2B7C44B03A}"/>
          </ac:picMkLst>
        </pc:picChg>
        <pc:picChg chg="add del mod">
          <ac:chgData name="池口　晃太" userId="dec468ab-743d-4860-a388-077b2b03ea36" providerId="ADAL" clId="{CCD9B3B3-A6B6-4A27-A2FE-34E6FB9D3373}" dt="2024-06-12T07:55:52.896" v="7085" actId="478"/>
          <ac:picMkLst>
            <pc:docMk/>
            <pc:sldMk cId="203801112" sldId="293"/>
            <ac:picMk id="22" creationId="{92714280-82A3-3B9B-9778-33D51602843D}"/>
          </ac:picMkLst>
        </pc:picChg>
        <pc:picChg chg="mod">
          <ac:chgData name="池口　晃太" userId="dec468ab-743d-4860-a388-077b2b03ea36" providerId="ADAL" clId="{CCD9B3B3-A6B6-4A27-A2FE-34E6FB9D3373}" dt="2024-07-01T08:26:09.827" v="18820"/>
          <ac:picMkLst>
            <pc:docMk/>
            <pc:sldMk cId="203801112" sldId="293"/>
            <ac:picMk id="22" creationId="{F568FAF9-913D-63E7-4137-6C6EBC66D46B}"/>
          </ac:picMkLst>
        </pc:picChg>
        <pc:picChg chg="add del mod">
          <ac:chgData name="池口　晃太" userId="dec468ab-743d-4860-a388-077b2b03ea36" providerId="ADAL" clId="{CCD9B3B3-A6B6-4A27-A2FE-34E6FB9D3373}" dt="2024-06-12T07:55:52.896" v="7085" actId="478"/>
          <ac:picMkLst>
            <pc:docMk/>
            <pc:sldMk cId="203801112" sldId="293"/>
            <ac:picMk id="23" creationId="{BB466CDC-0BF7-9AA2-6CD1-C4D6E3516AE8}"/>
          </ac:picMkLst>
        </pc:picChg>
        <pc:picChg chg="mod">
          <ac:chgData name="池口　晃太" userId="dec468ab-743d-4860-a388-077b2b03ea36" providerId="ADAL" clId="{CCD9B3B3-A6B6-4A27-A2FE-34E6FB9D3373}" dt="2024-07-01T08:26:13.973" v="18822"/>
          <ac:picMkLst>
            <pc:docMk/>
            <pc:sldMk cId="203801112" sldId="293"/>
            <ac:picMk id="24" creationId="{8D181D3F-C6E9-08DC-E18A-53D9D4D7CCDC}"/>
          </ac:picMkLst>
        </pc:picChg>
        <pc:picChg chg="add del mod">
          <ac:chgData name="池口　晃太" userId="dec468ab-743d-4860-a388-077b2b03ea36" providerId="ADAL" clId="{CCD9B3B3-A6B6-4A27-A2FE-34E6FB9D3373}" dt="2024-06-12T08:03:08.475" v="7184" actId="478"/>
          <ac:picMkLst>
            <pc:docMk/>
            <pc:sldMk cId="203801112" sldId="293"/>
            <ac:picMk id="24" creationId="{E84CDFB2-39BD-3DD9-D7C3-7B2CA87BEF65}"/>
          </ac:picMkLst>
        </pc:picChg>
        <pc:picChg chg="mod">
          <ac:chgData name="池口　晃太" userId="dec468ab-743d-4860-a388-077b2b03ea36" providerId="ADAL" clId="{CCD9B3B3-A6B6-4A27-A2FE-34E6FB9D3373}" dt="2024-07-01T08:26:13.973" v="18822"/>
          <ac:picMkLst>
            <pc:docMk/>
            <pc:sldMk cId="203801112" sldId="293"/>
            <ac:picMk id="25" creationId="{543871EE-08A4-9F4C-C53A-771B60FA03E9}"/>
          </ac:picMkLst>
        </pc:picChg>
        <pc:picChg chg="add del mod">
          <ac:chgData name="池口　晃太" userId="dec468ab-743d-4860-a388-077b2b03ea36" providerId="ADAL" clId="{CCD9B3B3-A6B6-4A27-A2FE-34E6FB9D3373}" dt="2024-06-12T08:03:08.475" v="7184" actId="478"/>
          <ac:picMkLst>
            <pc:docMk/>
            <pc:sldMk cId="203801112" sldId="293"/>
            <ac:picMk id="26" creationId="{13B3D7D7-4F2E-E110-7CBB-C85313830243}"/>
          </ac:picMkLst>
        </pc:picChg>
        <pc:picChg chg="mod">
          <ac:chgData name="池口　晃太" userId="dec468ab-743d-4860-a388-077b2b03ea36" providerId="ADAL" clId="{CCD9B3B3-A6B6-4A27-A2FE-34E6FB9D3373}" dt="2024-07-01T08:26:13.973" v="18822"/>
          <ac:picMkLst>
            <pc:docMk/>
            <pc:sldMk cId="203801112" sldId="293"/>
            <ac:picMk id="26" creationId="{EF50C455-D9EF-D451-E488-0E58EF69B683}"/>
          </ac:picMkLst>
        </pc:picChg>
        <pc:picChg chg="mod">
          <ac:chgData name="池口　晃太" userId="dec468ab-743d-4860-a388-077b2b03ea36" providerId="ADAL" clId="{CCD9B3B3-A6B6-4A27-A2FE-34E6FB9D3373}" dt="2024-07-01T08:26:13.973" v="18822"/>
          <ac:picMkLst>
            <pc:docMk/>
            <pc:sldMk cId="203801112" sldId="293"/>
            <ac:picMk id="27" creationId="{A6FF1917-AE41-C137-7066-9210AACEA005}"/>
          </ac:picMkLst>
        </pc:picChg>
        <pc:picChg chg="add del mod">
          <ac:chgData name="池口　晃太" userId="dec468ab-743d-4860-a388-077b2b03ea36" providerId="ADAL" clId="{CCD9B3B3-A6B6-4A27-A2FE-34E6FB9D3373}" dt="2024-06-12T08:03:08.475" v="7184" actId="478"/>
          <ac:picMkLst>
            <pc:docMk/>
            <pc:sldMk cId="203801112" sldId="293"/>
            <ac:picMk id="28" creationId="{ABB30719-4119-3672-1DEF-6E8D29865DB5}"/>
          </ac:picMkLst>
        </pc:picChg>
        <pc:picChg chg="mod">
          <ac:chgData name="池口　晃太" userId="dec468ab-743d-4860-a388-077b2b03ea36" providerId="ADAL" clId="{CCD9B3B3-A6B6-4A27-A2FE-34E6FB9D3373}" dt="2024-07-01T08:26:13.973" v="18822"/>
          <ac:picMkLst>
            <pc:docMk/>
            <pc:sldMk cId="203801112" sldId="293"/>
            <ac:picMk id="28" creationId="{D4B45A70-4A00-218F-45F2-5699EBCD3180}"/>
          </ac:picMkLst>
        </pc:picChg>
        <pc:picChg chg="mod">
          <ac:chgData name="池口　晃太" userId="dec468ab-743d-4860-a388-077b2b03ea36" providerId="ADAL" clId="{CCD9B3B3-A6B6-4A27-A2FE-34E6FB9D3373}" dt="2024-07-01T08:26:13.973" v="18822"/>
          <ac:picMkLst>
            <pc:docMk/>
            <pc:sldMk cId="203801112" sldId="293"/>
            <ac:picMk id="29" creationId="{3ABC64C7-29E7-0565-9633-AB4BE5828CF3}"/>
          </ac:picMkLst>
        </pc:picChg>
        <pc:picChg chg="add del mod">
          <ac:chgData name="池口　晃太" userId="dec468ab-743d-4860-a388-077b2b03ea36" providerId="ADAL" clId="{CCD9B3B3-A6B6-4A27-A2FE-34E6FB9D3373}" dt="2024-06-12T08:03:08.475" v="7184" actId="478"/>
          <ac:picMkLst>
            <pc:docMk/>
            <pc:sldMk cId="203801112" sldId="293"/>
            <ac:picMk id="30" creationId="{3703A5E6-42D5-E456-89FD-1F99CC0A8FDE}"/>
          </ac:picMkLst>
        </pc:picChg>
        <pc:picChg chg="mod">
          <ac:chgData name="池口　晃太" userId="dec468ab-743d-4860-a388-077b2b03ea36" providerId="ADAL" clId="{CCD9B3B3-A6B6-4A27-A2FE-34E6FB9D3373}" dt="2024-07-01T08:26:13.973" v="18822"/>
          <ac:picMkLst>
            <pc:docMk/>
            <pc:sldMk cId="203801112" sldId="293"/>
            <ac:picMk id="30" creationId="{D1D282A7-14A5-A535-188D-124D178D29DC}"/>
          </ac:picMkLst>
        </pc:picChg>
        <pc:picChg chg="mod">
          <ac:chgData name="池口　晃太" userId="dec468ab-743d-4860-a388-077b2b03ea36" providerId="ADAL" clId="{CCD9B3B3-A6B6-4A27-A2FE-34E6FB9D3373}" dt="2024-07-01T08:26:13.973" v="18822"/>
          <ac:picMkLst>
            <pc:docMk/>
            <pc:sldMk cId="203801112" sldId="293"/>
            <ac:picMk id="31" creationId="{5548EE19-B72E-DB0F-85A4-C186B49F3633}"/>
          </ac:picMkLst>
        </pc:picChg>
        <pc:picChg chg="add del mod">
          <ac:chgData name="池口　晃太" userId="dec468ab-743d-4860-a388-077b2b03ea36" providerId="ADAL" clId="{CCD9B3B3-A6B6-4A27-A2FE-34E6FB9D3373}" dt="2024-06-12T08:03:08.475" v="7184" actId="478"/>
          <ac:picMkLst>
            <pc:docMk/>
            <pc:sldMk cId="203801112" sldId="293"/>
            <ac:picMk id="31" creationId="{F1A3D189-4FC2-3CBB-3E16-5C3AA644E67F}"/>
          </ac:picMkLst>
        </pc:picChg>
        <pc:picChg chg="add del mod">
          <ac:chgData name="池口　晃太" userId="dec468ab-743d-4860-a388-077b2b03ea36" providerId="ADAL" clId="{CCD9B3B3-A6B6-4A27-A2FE-34E6FB9D3373}" dt="2024-06-12T08:03:08.475" v="7184" actId="478"/>
          <ac:picMkLst>
            <pc:docMk/>
            <pc:sldMk cId="203801112" sldId="293"/>
            <ac:picMk id="32" creationId="{F8C268F8-B1F9-74A9-E376-5B25CB73FCAB}"/>
          </ac:picMkLst>
        </pc:picChg>
        <pc:picChg chg="add del mod">
          <ac:chgData name="池口　晃太" userId="dec468ab-743d-4860-a388-077b2b03ea36" providerId="ADAL" clId="{CCD9B3B3-A6B6-4A27-A2FE-34E6FB9D3373}" dt="2024-06-12T08:03:08.475" v="7184" actId="478"/>
          <ac:picMkLst>
            <pc:docMk/>
            <pc:sldMk cId="203801112" sldId="293"/>
            <ac:picMk id="33" creationId="{3243F1BE-2FAB-D60C-7166-BD367035C387}"/>
          </ac:picMkLst>
        </pc:picChg>
        <pc:picChg chg="mod">
          <ac:chgData name="池口　晃太" userId="dec468ab-743d-4860-a388-077b2b03ea36" providerId="ADAL" clId="{CCD9B3B3-A6B6-4A27-A2FE-34E6FB9D3373}" dt="2024-07-01T08:26:30.675" v="18829"/>
          <ac:picMkLst>
            <pc:docMk/>
            <pc:sldMk cId="203801112" sldId="293"/>
            <ac:picMk id="33" creationId="{F0B5E602-EBD3-AC64-A82F-AB125D135451}"/>
          </ac:picMkLst>
        </pc:picChg>
        <pc:picChg chg="mod">
          <ac:chgData name="池口　晃太" userId="dec468ab-743d-4860-a388-077b2b03ea36" providerId="ADAL" clId="{CCD9B3B3-A6B6-4A27-A2FE-34E6FB9D3373}" dt="2024-07-01T08:26:30.675" v="18829"/>
          <ac:picMkLst>
            <pc:docMk/>
            <pc:sldMk cId="203801112" sldId="293"/>
            <ac:picMk id="34" creationId="{6422ACC3-A95E-8427-5AAE-4FF058F94283}"/>
          </ac:picMkLst>
        </pc:picChg>
        <pc:picChg chg="add del mod">
          <ac:chgData name="池口　晃太" userId="dec468ab-743d-4860-a388-077b2b03ea36" providerId="ADAL" clId="{CCD9B3B3-A6B6-4A27-A2FE-34E6FB9D3373}" dt="2024-06-12T08:03:08.475" v="7184" actId="478"/>
          <ac:picMkLst>
            <pc:docMk/>
            <pc:sldMk cId="203801112" sldId="293"/>
            <ac:picMk id="34" creationId="{8C3112B4-E42C-0256-EB64-5BD773FDCDBC}"/>
          </ac:picMkLst>
        </pc:picChg>
        <pc:picChg chg="add del mod">
          <ac:chgData name="池口　晃太" userId="dec468ab-743d-4860-a388-077b2b03ea36" providerId="ADAL" clId="{CCD9B3B3-A6B6-4A27-A2FE-34E6FB9D3373}" dt="2024-06-12T08:03:08.475" v="7184" actId="478"/>
          <ac:picMkLst>
            <pc:docMk/>
            <pc:sldMk cId="203801112" sldId="293"/>
            <ac:picMk id="35" creationId="{C2F736D4-392B-B6D9-0780-D1DB55F294D6}"/>
          </ac:picMkLst>
        </pc:picChg>
        <pc:picChg chg="mod">
          <ac:chgData name="池口　晃太" userId="dec468ab-743d-4860-a388-077b2b03ea36" providerId="ADAL" clId="{CCD9B3B3-A6B6-4A27-A2FE-34E6FB9D3373}" dt="2024-07-01T08:26:30.675" v="18829"/>
          <ac:picMkLst>
            <pc:docMk/>
            <pc:sldMk cId="203801112" sldId="293"/>
            <ac:picMk id="35" creationId="{CE94A92A-658D-7CE0-C515-BF5997DB79B3}"/>
          </ac:picMkLst>
        </pc:picChg>
        <pc:picChg chg="add del mod">
          <ac:chgData name="池口　晃太" userId="dec468ab-743d-4860-a388-077b2b03ea36" providerId="ADAL" clId="{CCD9B3B3-A6B6-4A27-A2FE-34E6FB9D3373}" dt="2024-06-12T08:03:08.475" v="7184" actId="478"/>
          <ac:picMkLst>
            <pc:docMk/>
            <pc:sldMk cId="203801112" sldId="293"/>
            <ac:picMk id="36" creationId="{BFC638DB-3D2B-E4F8-4ABE-71C041A7B5BD}"/>
          </ac:picMkLst>
        </pc:picChg>
        <pc:picChg chg="mod">
          <ac:chgData name="池口　晃太" userId="dec468ab-743d-4860-a388-077b2b03ea36" providerId="ADAL" clId="{CCD9B3B3-A6B6-4A27-A2FE-34E6FB9D3373}" dt="2024-07-01T08:26:30.675" v="18829"/>
          <ac:picMkLst>
            <pc:docMk/>
            <pc:sldMk cId="203801112" sldId="293"/>
            <ac:picMk id="36" creationId="{FC7EE180-E2EB-727D-1943-0C5D9B132EEB}"/>
          </ac:picMkLst>
        </pc:picChg>
        <pc:picChg chg="mod">
          <ac:chgData name="池口　晃太" userId="dec468ab-743d-4860-a388-077b2b03ea36" providerId="ADAL" clId="{CCD9B3B3-A6B6-4A27-A2FE-34E6FB9D3373}" dt="2024-07-01T08:26:30.675" v="18829"/>
          <ac:picMkLst>
            <pc:docMk/>
            <pc:sldMk cId="203801112" sldId="293"/>
            <ac:picMk id="37" creationId="{7CFCC722-587A-BEF9-CC71-7A6CC503DC4B}"/>
          </ac:picMkLst>
        </pc:picChg>
        <pc:picChg chg="add del mod">
          <ac:chgData name="池口　晃太" userId="dec468ab-743d-4860-a388-077b2b03ea36" providerId="ADAL" clId="{CCD9B3B3-A6B6-4A27-A2FE-34E6FB9D3373}" dt="2024-06-12T08:03:08.475" v="7184" actId="478"/>
          <ac:picMkLst>
            <pc:docMk/>
            <pc:sldMk cId="203801112" sldId="293"/>
            <ac:picMk id="37" creationId="{A7FF7C60-ED51-61B3-D0D2-6761573086A1}"/>
          </ac:picMkLst>
        </pc:picChg>
        <pc:picChg chg="mod">
          <ac:chgData name="池口　晃太" userId="dec468ab-743d-4860-a388-077b2b03ea36" providerId="ADAL" clId="{CCD9B3B3-A6B6-4A27-A2FE-34E6FB9D3373}" dt="2024-07-01T08:26:30.675" v="18829"/>
          <ac:picMkLst>
            <pc:docMk/>
            <pc:sldMk cId="203801112" sldId="293"/>
            <ac:picMk id="38" creationId="{A31A5E53-DCD3-BDE8-F6BC-B9941CB6B0AD}"/>
          </ac:picMkLst>
        </pc:picChg>
        <pc:picChg chg="add del mod">
          <ac:chgData name="池口　晃太" userId="dec468ab-743d-4860-a388-077b2b03ea36" providerId="ADAL" clId="{CCD9B3B3-A6B6-4A27-A2FE-34E6FB9D3373}" dt="2024-06-12T08:03:08.475" v="7184" actId="478"/>
          <ac:picMkLst>
            <pc:docMk/>
            <pc:sldMk cId="203801112" sldId="293"/>
            <ac:picMk id="38" creationId="{AF13A5E4-30C1-069C-3C97-6552FC1C32E0}"/>
          </ac:picMkLst>
        </pc:picChg>
        <pc:picChg chg="mod">
          <ac:chgData name="池口　晃太" userId="dec468ab-743d-4860-a388-077b2b03ea36" providerId="ADAL" clId="{CCD9B3B3-A6B6-4A27-A2FE-34E6FB9D3373}" dt="2024-07-01T08:26:30.675" v="18829"/>
          <ac:picMkLst>
            <pc:docMk/>
            <pc:sldMk cId="203801112" sldId="293"/>
            <ac:picMk id="39" creationId="{0AE9A382-6C22-D073-9D84-BBDB6187256F}"/>
          </ac:picMkLst>
        </pc:picChg>
        <pc:picChg chg="add del mod">
          <ac:chgData name="池口　晃太" userId="dec468ab-743d-4860-a388-077b2b03ea36" providerId="ADAL" clId="{CCD9B3B3-A6B6-4A27-A2FE-34E6FB9D3373}" dt="2024-06-12T08:03:08.475" v="7184" actId="478"/>
          <ac:picMkLst>
            <pc:docMk/>
            <pc:sldMk cId="203801112" sldId="293"/>
            <ac:picMk id="39" creationId="{5E007422-897F-9F3D-630B-710850E9EC03}"/>
          </ac:picMkLst>
        </pc:picChg>
        <pc:picChg chg="mod">
          <ac:chgData name="池口　晃太" userId="dec468ab-743d-4860-a388-077b2b03ea36" providerId="ADAL" clId="{CCD9B3B3-A6B6-4A27-A2FE-34E6FB9D3373}" dt="2024-07-01T08:26:30.675" v="18829"/>
          <ac:picMkLst>
            <pc:docMk/>
            <pc:sldMk cId="203801112" sldId="293"/>
            <ac:picMk id="40" creationId="{3E56CD6D-43DE-E696-1839-C1F24BF68ED2}"/>
          </ac:picMkLst>
        </pc:picChg>
        <pc:picChg chg="add del mod">
          <ac:chgData name="池口　晃太" userId="dec468ab-743d-4860-a388-077b2b03ea36" providerId="ADAL" clId="{CCD9B3B3-A6B6-4A27-A2FE-34E6FB9D3373}" dt="2024-06-12T08:03:08.475" v="7184" actId="478"/>
          <ac:picMkLst>
            <pc:docMk/>
            <pc:sldMk cId="203801112" sldId="293"/>
            <ac:picMk id="40" creationId="{8B2ABA0B-7B4C-7655-5E37-EDCAB07E4F1B}"/>
          </ac:picMkLst>
        </pc:picChg>
        <pc:picChg chg="add del mod">
          <ac:chgData name="池口　晃太" userId="dec468ab-743d-4860-a388-077b2b03ea36" providerId="ADAL" clId="{CCD9B3B3-A6B6-4A27-A2FE-34E6FB9D3373}" dt="2024-07-01T08:26:38.403" v="18834" actId="478"/>
          <ac:picMkLst>
            <pc:docMk/>
            <pc:sldMk cId="203801112" sldId="293"/>
            <ac:picMk id="41" creationId="{4454DE62-A468-FAFF-5758-15BD5A0627BC}"/>
          </ac:picMkLst>
        </pc:picChg>
        <pc:picChg chg="add del mod">
          <ac:chgData name="池口　晃太" userId="dec468ab-743d-4860-a388-077b2b03ea36" providerId="ADAL" clId="{CCD9B3B3-A6B6-4A27-A2FE-34E6FB9D3373}" dt="2024-06-12T07:58:27.842" v="7121" actId="478"/>
          <ac:picMkLst>
            <pc:docMk/>
            <pc:sldMk cId="203801112" sldId="293"/>
            <ac:picMk id="41" creationId="{E7FBB556-ABBF-BD69-20CF-33EB6A1B7BA6}"/>
          </ac:picMkLst>
        </pc:picChg>
        <pc:picChg chg="add del mod">
          <ac:chgData name="池口　晃太" userId="dec468ab-743d-4860-a388-077b2b03ea36" providerId="ADAL" clId="{CCD9B3B3-A6B6-4A27-A2FE-34E6FB9D3373}" dt="2024-06-12T08:03:08.475" v="7184" actId="478"/>
          <ac:picMkLst>
            <pc:docMk/>
            <pc:sldMk cId="203801112" sldId="293"/>
            <ac:picMk id="42" creationId="{C4A09DFB-7DB9-63D5-162D-95E6751944A6}"/>
          </ac:picMkLst>
        </pc:picChg>
        <pc:picChg chg="add del mod">
          <ac:chgData name="池口　晃太" userId="dec468ab-743d-4860-a388-077b2b03ea36" providerId="ADAL" clId="{CCD9B3B3-A6B6-4A27-A2FE-34E6FB9D3373}" dt="2024-06-12T07:59:07.415" v="7129" actId="478"/>
          <ac:picMkLst>
            <pc:docMk/>
            <pc:sldMk cId="203801112" sldId="293"/>
            <ac:picMk id="43" creationId="{B72FF084-90D0-E268-F25C-CEC396212020}"/>
          </ac:picMkLst>
        </pc:picChg>
        <pc:picChg chg="mod">
          <ac:chgData name="池口　晃太" userId="dec468ab-743d-4860-a388-077b2b03ea36" providerId="ADAL" clId="{CCD9B3B3-A6B6-4A27-A2FE-34E6FB9D3373}" dt="2024-07-01T08:26:39.887" v="18835"/>
          <ac:picMkLst>
            <pc:docMk/>
            <pc:sldMk cId="203801112" sldId="293"/>
            <ac:picMk id="43" creationId="{F1C30D12-0391-0EB7-644B-4ECEC735D297}"/>
          </ac:picMkLst>
        </pc:picChg>
        <pc:picChg chg="mod">
          <ac:chgData name="池口　晃太" userId="dec468ab-743d-4860-a388-077b2b03ea36" providerId="ADAL" clId="{CCD9B3B3-A6B6-4A27-A2FE-34E6FB9D3373}" dt="2024-07-01T08:26:39.887" v="18835"/>
          <ac:picMkLst>
            <pc:docMk/>
            <pc:sldMk cId="203801112" sldId="293"/>
            <ac:picMk id="44" creationId="{9E0FF2A2-4830-D2C6-E2D0-B295169781EF}"/>
          </ac:picMkLst>
        </pc:picChg>
        <pc:picChg chg="add del mod">
          <ac:chgData name="池口　晃太" userId="dec468ab-743d-4860-a388-077b2b03ea36" providerId="ADAL" clId="{CCD9B3B3-A6B6-4A27-A2FE-34E6FB9D3373}" dt="2024-06-12T08:03:08.475" v="7184" actId="478"/>
          <ac:picMkLst>
            <pc:docMk/>
            <pc:sldMk cId="203801112" sldId="293"/>
            <ac:picMk id="44" creationId="{C9C977D3-AC34-A3B4-4CBD-8595ED9CD7BF}"/>
          </ac:picMkLst>
        </pc:picChg>
        <pc:picChg chg="mod">
          <ac:chgData name="池口　晃太" userId="dec468ab-743d-4860-a388-077b2b03ea36" providerId="ADAL" clId="{CCD9B3B3-A6B6-4A27-A2FE-34E6FB9D3373}" dt="2024-07-01T08:26:39.887" v="18835"/>
          <ac:picMkLst>
            <pc:docMk/>
            <pc:sldMk cId="203801112" sldId="293"/>
            <ac:picMk id="45" creationId="{1705D694-7E64-81DD-B1E9-2F2FE32A4697}"/>
          </ac:picMkLst>
        </pc:picChg>
        <pc:picChg chg="add del mod">
          <ac:chgData name="池口　晃太" userId="dec468ab-743d-4860-a388-077b2b03ea36" providerId="ADAL" clId="{CCD9B3B3-A6B6-4A27-A2FE-34E6FB9D3373}" dt="2024-06-12T08:03:08.475" v="7184" actId="478"/>
          <ac:picMkLst>
            <pc:docMk/>
            <pc:sldMk cId="203801112" sldId="293"/>
            <ac:picMk id="45" creationId="{7987C735-811C-45DF-32AE-54238B44939C}"/>
          </ac:picMkLst>
        </pc:picChg>
        <pc:picChg chg="add del mod">
          <ac:chgData name="池口　晃太" userId="dec468ab-743d-4860-a388-077b2b03ea36" providerId="ADAL" clId="{CCD9B3B3-A6B6-4A27-A2FE-34E6FB9D3373}" dt="2024-06-12T08:03:08.475" v="7184" actId="478"/>
          <ac:picMkLst>
            <pc:docMk/>
            <pc:sldMk cId="203801112" sldId="293"/>
            <ac:picMk id="46" creationId="{E1FDD06B-1700-B3C0-CDB8-D6C6B9338A88}"/>
          </ac:picMkLst>
        </pc:picChg>
        <pc:picChg chg="mod">
          <ac:chgData name="池口　晃太" userId="dec468ab-743d-4860-a388-077b2b03ea36" providerId="ADAL" clId="{CCD9B3B3-A6B6-4A27-A2FE-34E6FB9D3373}" dt="2024-07-01T08:26:39.887" v="18835"/>
          <ac:picMkLst>
            <pc:docMk/>
            <pc:sldMk cId="203801112" sldId="293"/>
            <ac:picMk id="46" creationId="{EFF3CDAC-B166-1AF9-268F-E90138779767}"/>
          </ac:picMkLst>
        </pc:picChg>
        <pc:picChg chg="add del mod">
          <ac:chgData name="池口　晃太" userId="dec468ab-743d-4860-a388-077b2b03ea36" providerId="ADAL" clId="{CCD9B3B3-A6B6-4A27-A2FE-34E6FB9D3373}" dt="2024-06-12T08:03:08.475" v="7184" actId="478"/>
          <ac:picMkLst>
            <pc:docMk/>
            <pc:sldMk cId="203801112" sldId="293"/>
            <ac:picMk id="47" creationId="{17CD4453-5F54-CF89-9BB2-99DDE50FBE89}"/>
          </ac:picMkLst>
        </pc:picChg>
        <pc:picChg chg="mod">
          <ac:chgData name="池口　晃太" userId="dec468ab-743d-4860-a388-077b2b03ea36" providerId="ADAL" clId="{CCD9B3B3-A6B6-4A27-A2FE-34E6FB9D3373}" dt="2024-07-01T08:26:39.887" v="18835"/>
          <ac:picMkLst>
            <pc:docMk/>
            <pc:sldMk cId="203801112" sldId="293"/>
            <ac:picMk id="47" creationId="{A6C69803-6768-C340-8933-9F74B489DCAC}"/>
          </ac:picMkLst>
        </pc:picChg>
        <pc:picChg chg="mod">
          <ac:chgData name="池口　晃太" userId="dec468ab-743d-4860-a388-077b2b03ea36" providerId="ADAL" clId="{CCD9B3B3-A6B6-4A27-A2FE-34E6FB9D3373}" dt="2024-07-01T08:26:39.887" v="18835"/>
          <ac:picMkLst>
            <pc:docMk/>
            <pc:sldMk cId="203801112" sldId="293"/>
            <ac:picMk id="48" creationId="{9E2F55D8-8C68-4CCE-3B9A-7802E34C26EF}"/>
          </ac:picMkLst>
        </pc:picChg>
        <pc:picChg chg="add del mod">
          <ac:chgData name="池口　晃太" userId="dec468ab-743d-4860-a388-077b2b03ea36" providerId="ADAL" clId="{CCD9B3B3-A6B6-4A27-A2FE-34E6FB9D3373}" dt="2024-06-12T08:03:08.475" v="7184" actId="478"/>
          <ac:picMkLst>
            <pc:docMk/>
            <pc:sldMk cId="203801112" sldId="293"/>
            <ac:picMk id="48" creationId="{E6DF2A10-270B-9D97-E88B-F8F28DC75C4F}"/>
          </ac:picMkLst>
        </pc:picChg>
        <pc:picChg chg="mod">
          <ac:chgData name="池口　晃太" userId="dec468ab-743d-4860-a388-077b2b03ea36" providerId="ADAL" clId="{CCD9B3B3-A6B6-4A27-A2FE-34E6FB9D3373}" dt="2024-07-01T08:26:39.887" v="18835"/>
          <ac:picMkLst>
            <pc:docMk/>
            <pc:sldMk cId="203801112" sldId="293"/>
            <ac:picMk id="49" creationId="{502F1DD9-1180-97C2-A85C-1EE27C5FF11A}"/>
          </ac:picMkLst>
        </pc:picChg>
        <pc:picChg chg="add del mod">
          <ac:chgData name="池口　晃太" userId="dec468ab-743d-4860-a388-077b2b03ea36" providerId="ADAL" clId="{CCD9B3B3-A6B6-4A27-A2FE-34E6FB9D3373}" dt="2024-06-12T08:03:08.475" v="7184" actId="478"/>
          <ac:picMkLst>
            <pc:docMk/>
            <pc:sldMk cId="203801112" sldId="293"/>
            <ac:picMk id="49" creationId="{F06324F9-3D9F-A615-CEC1-AFDB4B6649C7}"/>
          </ac:picMkLst>
        </pc:picChg>
        <pc:picChg chg="mod">
          <ac:chgData name="池口　晃太" userId="dec468ab-743d-4860-a388-077b2b03ea36" providerId="ADAL" clId="{CCD9B3B3-A6B6-4A27-A2FE-34E6FB9D3373}" dt="2024-07-01T08:26:39.887" v="18835"/>
          <ac:picMkLst>
            <pc:docMk/>
            <pc:sldMk cId="203801112" sldId="293"/>
            <ac:picMk id="50" creationId="{3D0CA4CB-BB3A-ADD3-CF12-EBFA04D03200}"/>
          </ac:picMkLst>
        </pc:picChg>
        <pc:picChg chg="add del mod">
          <ac:chgData name="池口　晃太" userId="dec468ab-743d-4860-a388-077b2b03ea36" providerId="ADAL" clId="{CCD9B3B3-A6B6-4A27-A2FE-34E6FB9D3373}" dt="2024-06-12T08:03:08.475" v="7184" actId="478"/>
          <ac:picMkLst>
            <pc:docMk/>
            <pc:sldMk cId="203801112" sldId="293"/>
            <ac:picMk id="50" creationId="{4760F819-AE06-D60E-8FC0-A3A6BED7CC9E}"/>
          </ac:picMkLst>
        </pc:picChg>
        <pc:picChg chg="add del mod">
          <ac:chgData name="池口　晃太" userId="dec468ab-743d-4860-a388-077b2b03ea36" providerId="ADAL" clId="{CCD9B3B3-A6B6-4A27-A2FE-34E6FB9D3373}" dt="2024-06-12T08:03:08.475" v="7184" actId="478"/>
          <ac:picMkLst>
            <pc:docMk/>
            <pc:sldMk cId="203801112" sldId="293"/>
            <ac:picMk id="63" creationId="{4E1A2D95-E2FF-DEC5-2914-08FFA520B086}"/>
          </ac:picMkLst>
        </pc:picChg>
        <pc:picChg chg="add del mod">
          <ac:chgData name="池口　晃太" userId="dec468ab-743d-4860-a388-077b2b03ea36" providerId="ADAL" clId="{CCD9B3B3-A6B6-4A27-A2FE-34E6FB9D3373}" dt="2024-06-12T08:08:24.391" v="7449" actId="478"/>
          <ac:picMkLst>
            <pc:docMk/>
            <pc:sldMk cId="203801112" sldId="293"/>
            <ac:picMk id="65" creationId="{0A4D2707-FEAB-0B4E-A2EE-BBE21449207F}"/>
          </ac:picMkLst>
        </pc:picChg>
        <pc:picChg chg="add del mod">
          <ac:chgData name="池口　晃太" userId="dec468ab-743d-4860-a388-077b2b03ea36" providerId="ADAL" clId="{CCD9B3B3-A6B6-4A27-A2FE-34E6FB9D3373}" dt="2024-06-12T08:08:24.391" v="7449" actId="478"/>
          <ac:picMkLst>
            <pc:docMk/>
            <pc:sldMk cId="203801112" sldId="293"/>
            <ac:picMk id="66" creationId="{C029B95A-A992-AC15-23C6-4F0002CB84C5}"/>
          </ac:picMkLst>
        </pc:picChg>
        <pc:picChg chg="add del mod">
          <ac:chgData name="池口　晃太" userId="dec468ab-743d-4860-a388-077b2b03ea36" providerId="ADAL" clId="{CCD9B3B3-A6B6-4A27-A2FE-34E6FB9D3373}" dt="2024-06-12T08:08:24.391" v="7449" actId="478"/>
          <ac:picMkLst>
            <pc:docMk/>
            <pc:sldMk cId="203801112" sldId="293"/>
            <ac:picMk id="67" creationId="{F00F5324-B38F-2AEF-C488-C372EB223344}"/>
          </ac:picMkLst>
        </pc:picChg>
        <pc:picChg chg="add del mod">
          <ac:chgData name="池口　晃太" userId="dec468ab-743d-4860-a388-077b2b03ea36" providerId="ADAL" clId="{CCD9B3B3-A6B6-4A27-A2FE-34E6FB9D3373}" dt="2024-06-12T08:08:24.391" v="7449" actId="478"/>
          <ac:picMkLst>
            <pc:docMk/>
            <pc:sldMk cId="203801112" sldId="293"/>
            <ac:picMk id="68" creationId="{837C3CA9-7BCA-A5E9-CE64-C193D695CC9C}"/>
          </ac:picMkLst>
        </pc:picChg>
        <pc:picChg chg="add del mod">
          <ac:chgData name="池口　晃太" userId="dec468ab-743d-4860-a388-077b2b03ea36" providerId="ADAL" clId="{CCD9B3B3-A6B6-4A27-A2FE-34E6FB9D3373}" dt="2024-06-12T08:08:24.391" v="7449" actId="478"/>
          <ac:picMkLst>
            <pc:docMk/>
            <pc:sldMk cId="203801112" sldId="293"/>
            <ac:picMk id="69" creationId="{0638780F-465B-B5FA-A3B5-71FEA60ADF4E}"/>
          </ac:picMkLst>
        </pc:picChg>
        <pc:picChg chg="add del mod">
          <ac:chgData name="池口　晃太" userId="dec468ab-743d-4860-a388-077b2b03ea36" providerId="ADAL" clId="{CCD9B3B3-A6B6-4A27-A2FE-34E6FB9D3373}" dt="2024-06-12T08:08:24.391" v="7449" actId="478"/>
          <ac:picMkLst>
            <pc:docMk/>
            <pc:sldMk cId="203801112" sldId="293"/>
            <ac:picMk id="70" creationId="{5FB716C9-ADDA-67E2-1160-5D2DCCA09685}"/>
          </ac:picMkLst>
        </pc:picChg>
        <pc:picChg chg="add del mod">
          <ac:chgData name="池口　晃太" userId="dec468ab-743d-4860-a388-077b2b03ea36" providerId="ADAL" clId="{CCD9B3B3-A6B6-4A27-A2FE-34E6FB9D3373}" dt="2024-06-12T08:08:24.391" v="7449" actId="478"/>
          <ac:picMkLst>
            <pc:docMk/>
            <pc:sldMk cId="203801112" sldId="293"/>
            <ac:picMk id="71" creationId="{0773ABEF-35E6-9A55-2488-25399BC14014}"/>
          </ac:picMkLst>
        </pc:picChg>
        <pc:picChg chg="add del mod">
          <ac:chgData name="池口　晃太" userId="dec468ab-743d-4860-a388-077b2b03ea36" providerId="ADAL" clId="{CCD9B3B3-A6B6-4A27-A2FE-34E6FB9D3373}" dt="2024-06-12T08:08:24.391" v="7449" actId="478"/>
          <ac:picMkLst>
            <pc:docMk/>
            <pc:sldMk cId="203801112" sldId="293"/>
            <ac:picMk id="72" creationId="{91DE7A69-08A6-56DB-C337-DAFD2208BD23}"/>
          </ac:picMkLst>
        </pc:picChg>
        <pc:picChg chg="add del mod">
          <ac:chgData name="池口　晃太" userId="dec468ab-743d-4860-a388-077b2b03ea36" providerId="ADAL" clId="{CCD9B3B3-A6B6-4A27-A2FE-34E6FB9D3373}" dt="2024-06-12T08:08:24.391" v="7449" actId="478"/>
          <ac:picMkLst>
            <pc:docMk/>
            <pc:sldMk cId="203801112" sldId="293"/>
            <ac:picMk id="73" creationId="{E66A72BC-3EA2-32E3-803D-02F363161F93}"/>
          </ac:picMkLst>
        </pc:picChg>
        <pc:picChg chg="add mod">
          <ac:chgData name="池口　晃太" userId="dec468ab-743d-4860-a388-077b2b03ea36" providerId="ADAL" clId="{CCD9B3B3-A6B6-4A27-A2FE-34E6FB9D3373}" dt="2024-07-01T08:25:58.286" v="18815" actId="164"/>
          <ac:picMkLst>
            <pc:docMk/>
            <pc:sldMk cId="203801112" sldId="293"/>
            <ac:picMk id="74" creationId="{DAAAE269-02E9-7949-C97D-A16E0B201946}"/>
          </ac:picMkLst>
        </pc:picChg>
        <pc:picChg chg="add mod">
          <ac:chgData name="池口　晃太" userId="dec468ab-743d-4860-a388-077b2b03ea36" providerId="ADAL" clId="{CCD9B3B3-A6B6-4A27-A2FE-34E6FB9D3373}" dt="2024-07-01T08:25:58.286" v="18815" actId="164"/>
          <ac:picMkLst>
            <pc:docMk/>
            <pc:sldMk cId="203801112" sldId="293"/>
            <ac:picMk id="75" creationId="{BD568947-9C27-D1DB-CFF2-75CE9412EB29}"/>
          </ac:picMkLst>
        </pc:picChg>
        <pc:picChg chg="add mod">
          <ac:chgData name="池口　晃太" userId="dec468ab-743d-4860-a388-077b2b03ea36" providerId="ADAL" clId="{CCD9B3B3-A6B6-4A27-A2FE-34E6FB9D3373}" dt="2024-07-01T08:25:58.286" v="18815" actId="164"/>
          <ac:picMkLst>
            <pc:docMk/>
            <pc:sldMk cId="203801112" sldId="293"/>
            <ac:picMk id="76" creationId="{D6668B30-90E3-E9A2-C2D3-55E48201BE9B}"/>
          </ac:picMkLst>
        </pc:picChg>
        <pc:picChg chg="add mod">
          <ac:chgData name="池口　晃太" userId="dec468ab-743d-4860-a388-077b2b03ea36" providerId="ADAL" clId="{CCD9B3B3-A6B6-4A27-A2FE-34E6FB9D3373}" dt="2024-07-01T08:25:58.286" v="18815" actId="164"/>
          <ac:picMkLst>
            <pc:docMk/>
            <pc:sldMk cId="203801112" sldId="293"/>
            <ac:picMk id="77" creationId="{8188CE0A-67A8-FE8B-DD73-155A311589DF}"/>
          </ac:picMkLst>
        </pc:picChg>
        <pc:picChg chg="add mod">
          <ac:chgData name="池口　晃太" userId="dec468ab-743d-4860-a388-077b2b03ea36" providerId="ADAL" clId="{CCD9B3B3-A6B6-4A27-A2FE-34E6FB9D3373}" dt="2024-07-01T08:25:58.286" v="18815" actId="164"/>
          <ac:picMkLst>
            <pc:docMk/>
            <pc:sldMk cId="203801112" sldId="293"/>
            <ac:picMk id="78" creationId="{7C743220-135A-2645-402E-18BD42FFFC99}"/>
          </ac:picMkLst>
        </pc:picChg>
        <pc:picChg chg="add mod">
          <ac:chgData name="池口　晃太" userId="dec468ab-743d-4860-a388-077b2b03ea36" providerId="ADAL" clId="{CCD9B3B3-A6B6-4A27-A2FE-34E6FB9D3373}" dt="2024-07-01T08:25:58.286" v="18815" actId="164"/>
          <ac:picMkLst>
            <pc:docMk/>
            <pc:sldMk cId="203801112" sldId="293"/>
            <ac:picMk id="79" creationId="{DDB9D0BC-F420-FF0A-C3B5-67FA100C112F}"/>
          </ac:picMkLst>
        </pc:picChg>
        <pc:picChg chg="add mod">
          <ac:chgData name="池口　晃太" userId="dec468ab-743d-4860-a388-077b2b03ea36" providerId="ADAL" clId="{CCD9B3B3-A6B6-4A27-A2FE-34E6FB9D3373}" dt="2024-07-01T08:25:58.286" v="18815" actId="164"/>
          <ac:picMkLst>
            <pc:docMk/>
            <pc:sldMk cId="203801112" sldId="293"/>
            <ac:picMk id="80" creationId="{F042010D-D583-C174-2664-59B41E6F1D73}"/>
          </ac:picMkLst>
        </pc:picChg>
        <pc:picChg chg="add mod">
          <ac:chgData name="池口　晃太" userId="dec468ab-743d-4860-a388-077b2b03ea36" providerId="ADAL" clId="{CCD9B3B3-A6B6-4A27-A2FE-34E6FB9D3373}" dt="2024-07-01T08:25:58.286" v="18815" actId="164"/>
          <ac:picMkLst>
            <pc:docMk/>
            <pc:sldMk cId="203801112" sldId="293"/>
            <ac:picMk id="81" creationId="{6AB7B0AB-C00A-82D8-CC4A-BBB1DBA871DA}"/>
          </ac:picMkLst>
        </pc:picChg>
        <pc:picChg chg="add del mod">
          <ac:chgData name="池口　晃太" userId="dec468ab-743d-4860-a388-077b2b03ea36" providerId="ADAL" clId="{CCD9B3B3-A6B6-4A27-A2FE-34E6FB9D3373}" dt="2024-06-12T08:08:51.427" v="7463" actId="478"/>
          <ac:picMkLst>
            <pc:docMk/>
            <pc:sldMk cId="203801112" sldId="293"/>
            <ac:picMk id="82" creationId="{A92E56C9-6518-2A96-F961-0D43DAC2DD9C}"/>
          </ac:picMkLst>
        </pc:picChg>
        <pc:picChg chg="add mod">
          <ac:chgData name="池口　晃太" userId="dec468ab-743d-4860-a388-077b2b03ea36" providerId="ADAL" clId="{CCD9B3B3-A6B6-4A27-A2FE-34E6FB9D3373}" dt="2024-06-12T08:20:25.815" v="7826" actId="1076"/>
          <ac:picMkLst>
            <pc:docMk/>
            <pc:sldMk cId="203801112" sldId="293"/>
            <ac:picMk id="84" creationId="{155258C6-2CB8-30BA-C5CB-AF9070AFB1D3}"/>
          </ac:picMkLst>
        </pc:picChg>
        <pc:picChg chg="add mod">
          <ac:chgData name="池口　晃太" userId="dec468ab-743d-4860-a388-077b2b03ea36" providerId="ADAL" clId="{CCD9B3B3-A6B6-4A27-A2FE-34E6FB9D3373}" dt="2024-06-12T08:25:10.158" v="7907" actId="1076"/>
          <ac:picMkLst>
            <pc:docMk/>
            <pc:sldMk cId="203801112" sldId="293"/>
            <ac:picMk id="87" creationId="{A12428B1-86E7-AF57-538F-24835A4CC7CF}"/>
          </ac:picMkLst>
        </pc:picChg>
        <pc:picChg chg="add mod">
          <ac:chgData name="池口　晃太" userId="dec468ab-743d-4860-a388-077b2b03ea36" providerId="ADAL" clId="{CCD9B3B3-A6B6-4A27-A2FE-34E6FB9D3373}" dt="2024-06-12T08:25:11.676" v="7908" actId="1076"/>
          <ac:picMkLst>
            <pc:docMk/>
            <pc:sldMk cId="203801112" sldId="293"/>
            <ac:picMk id="94" creationId="{B3E9FA5E-6DC3-214A-D0BA-67B2B2C0D551}"/>
          </ac:picMkLst>
        </pc:picChg>
        <pc:picChg chg="add mod">
          <ac:chgData name="池口　晃太" userId="dec468ab-743d-4860-a388-077b2b03ea36" providerId="ADAL" clId="{CCD9B3B3-A6B6-4A27-A2FE-34E6FB9D3373}" dt="2024-06-12T08:25:47.428" v="7918" actId="1076"/>
          <ac:picMkLst>
            <pc:docMk/>
            <pc:sldMk cId="203801112" sldId="293"/>
            <ac:picMk id="95" creationId="{77E29959-E6E5-A7CB-836D-AED21632EC68}"/>
          </ac:picMkLst>
        </pc:picChg>
        <pc:picChg chg="add mod">
          <ac:chgData name="池口　晃太" userId="dec468ab-743d-4860-a388-077b2b03ea36" providerId="ADAL" clId="{CCD9B3B3-A6B6-4A27-A2FE-34E6FB9D3373}" dt="2024-06-12T08:25:13.568" v="7909" actId="1076"/>
          <ac:picMkLst>
            <pc:docMk/>
            <pc:sldMk cId="203801112" sldId="293"/>
            <ac:picMk id="97" creationId="{1359452E-6E11-ED48-07A5-054010B34178}"/>
          </ac:picMkLst>
        </pc:picChg>
      </pc:sldChg>
      <pc:sldChg chg="add del">
        <pc:chgData name="池口　晃太" userId="dec468ab-743d-4860-a388-077b2b03ea36" providerId="ADAL" clId="{CCD9B3B3-A6B6-4A27-A2FE-34E6FB9D3373}" dt="2024-06-12T06:50:19.850" v="6700" actId="47"/>
        <pc:sldMkLst>
          <pc:docMk/>
          <pc:sldMk cId="3416312368" sldId="293"/>
        </pc:sldMkLst>
      </pc:sldChg>
      <pc:sldChg chg="delSp modSp add del mod">
        <pc:chgData name="池口　晃太" userId="dec468ab-743d-4860-a388-077b2b03ea36" providerId="ADAL" clId="{CCD9B3B3-A6B6-4A27-A2FE-34E6FB9D3373}" dt="2024-06-26T15:09:13.056" v="14248" actId="47"/>
        <pc:sldMkLst>
          <pc:docMk/>
          <pc:sldMk cId="579753807" sldId="294"/>
        </pc:sldMkLst>
        <pc:spChg chg="mod">
          <ac:chgData name="池口　晃太" userId="dec468ab-743d-4860-a388-077b2b03ea36" providerId="ADAL" clId="{CCD9B3B3-A6B6-4A27-A2FE-34E6FB9D3373}" dt="2024-06-26T07:34:48.015" v="8543" actId="20577"/>
          <ac:spMkLst>
            <pc:docMk/>
            <pc:sldMk cId="579753807" sldId="294"/>
            <ac:spMk id="2" creationId="{9BADBE35-2848-ACCB-41FC-35AFFE61DE01}"/>
          </ac:spMkLst>
        </pc:spChg>
        <pc:spChg chg="del mod">
          <ac:chgData name="池口　晃太" userId="dec468ab-743d-4860-a388-077b2b03ea36" providerId="ADAL" clId="{CCD9B3B3-A6B6-4A27-A2FE-34E6FB9D3373}" dt="2024-06-26T07:36:44.896" v="8560" actId="478"/>
          <ac:spMkLst>
            <pc:docMk/>
            <pc:sldMk cId="579753807" sldId="294"/>
            <ac:spMk id="3" creationId="{3489893A-F54C-D5D4-7DDC-1E35718BE666}"/>
          </ac:spMkLst>
        </pc:spChg>
      </pc:sldChg>
      <pc:sldChg chg="add del">
        <pc:chgData name="池口　晃太" userId="dec468ab-743d-4860-a388-077b2b03ea36" providerId="ADAL" clId="{CCD9B3B3-A6B6-4A27-A2FE-34E6FB9D3373}" dt="2024-06-12T06:50:19.474" v="6699" actId="47"/>
        <pc:sldMkLst>
          <pc:docMk/>
          <pc:sldMk cId="4046188115" sldId="294"/>
        </pc:sldMkLst>
      </pc:sldChg>
      <pc:sldChg chg="add del">
        <pc:chgData name="池口　晃太" userId="dec468ab-743d-4860-a388-077b2b03ea36" providerId="ADAL" clId="{CCD9B3B3-A6B6-4A27-A2FE-34E6FB9D3373}" dt="2024-06-12T06:50:18.882" v="6698" actId="47"/>
        <pc:sldMkLst>
          <pc:docMk/>
          <pc:sldMk cId="403981817" sldId="295"/>
        </pc:sldMkLst>
      </pc:sldChg>
      <pc:sldChg chg="addSp delSp modSp add mod modNotesTx">
        <pc:chgData name="池口　晃太" userId="dec468ab-743d-4860-a388-077b2b03ea36" providerId="ADAL" clId="{CCD9B3B3-A6B6-4A27-A2FE-34E6FB9D3373}" dt="2024-07-08T13:00:29.617" v="33299" actId="20577"/>
        <pc:sldMkLst>
          <pc:docMk/>
          <pc:sldMk cId="2752810760" sldId="295"/>
        </pc:sldMkLst>
        <pc:spChg chg="mod">
          <ac:chgData name="池口　晃太" userId="dec468ab-743d-4860-a388-077b2b03ea36" providerId="ADAL" clId="{CCD9B3B3-A6B6-4A27-A2FE-34E6FB9D3373}" dt="2024-07-01T08:33:41.913" v="19231" actId="20577"/>
          <ac:spMkLst>
            <pc:docMk/>
            <pc:sldMk cId="2752810760" sldId="295"/>
            <ac:spMk id="2" creationId="{CE40E1C7-CCB5-160E-DA6B-137B4687CE8D}"/>
          </ac:spMkLst>
        </pc:spChg>
        <pc:spChg chg="add del mod">
          <ac:chgData name="池口　晃太" userId="dec468ab-743d-4860-a388-077b2b03ea36" providerId="ADAL" clId="{CCD9B3B3-A6B6-4A27-A2FE-34E6FB9D3373}" dt="2024-07-01T08:33:09.543" v="19211" actId="478"/>
          <ac:spMkLst>
            <pc:docMk/>
            <pc:sldMk cId="2752810760" sldId="295"/>
            <ac:spMk id="3" creationId="{252E3B82-FA1F-6CF5-4B60-E8DA8731A948}"/>
          </ac:spMkLst>
        </pc:spChg>
        <pc:spChg chg="mod">
          <ac:chgData name="池口　晃太" userId="dec468ab-743d-4860-a388-077b2b03ea36" providerId="ADAL" clId="{CCD9B3B3-A6B6-4A27-A2FE-34E6FB9D3373}" dt="2024-07-01T08:32:37.165" v="19209" actId="20577"/>
          <ac:spMkLst>
            <pc:docMk/>
            <pc:sldMk cId="2752810760" sldId="295"/>
            <ac:spMk id="4" creationId="{D65134CF-9010-F5CE-7A44-899208239A1D}"/>
          </ac:spMkLst>
        </pc:spChg>
        <pc:spChg chg="add del mod">
          <ac:chgData name="池口　晃太" userId="dec468ab-743d-4860-a388-077b2b03ea36" providerId="ADAL" clId="{CCD9B3B3-A6B6-4A27-A2FE-34E6FB9D3373}" dt="2024-06-26T08:41:59.322" v="10034" actId="478"/>
          <ac:spMkLst>
            <pc:docMk/>
            <pc:sldMk cId="2752810760" sldId="295"/>
            <ac:spMk id="7" creationId="{6082E48F-4C37-55FC-2652-5047D880D211}"/>
          </ac:spMkLst>
        </pc:spChg>
        <pc:spChg chg="add mod">
          <ac:chgData name="池口　晃太" userId="dec468ab-743d-4860-a388-077b2b03ea36" providerId="ADAL" clId="{CCD9B3B3-A6B6-4A27-A2FE-34E6FB9D3373}" dt="2024-06-26T07:59:45.519" v="8857" actId="164"/>
          <ac:spMkLst>
            <pc:docMk/>
            <pc:sldMk cId="2752810760" sldId="295"/>
            <ac:spMk id="8" creationId="{798653B2-CFED-AA5C-E0DE-423C8BB96920}"/>
          </ac:spMkLst>
        </pc:spChg>
        <pc:spChg chg="add del mod">
          <ac:chgData name="池口　晃太" userId="dec468ab-743d-4860-a388-077b2b03ea36" providerId="ADAL" clId="{CCD9B3B3-A6B6-4A27-A2FE-34E6FB9D3373}" dt="2024-06-26T08:39:26.717" v="9871" actId="478"/>
          <ac:spMkLst>
            <pc:docMk/>
            <pc:sldMk cId="2752810760" sldId="295"/>
            <ac:spMk id="10" creationId="{6C5DFCDC-DC87-119D-6BCD-2D45044BC945}"/>
          </ac:spMkLst>
        </pc:spChg>
        <pc:spChg chg="add del mod">
          <ac:chgData name="池口　晃太" userId="dec468ab-743d-4860-a388-077b2b03ea36" providerId="ADAL" clId="{CCD9B3B3-A6B6-4A27-A2FE-34E6FB9D3373}" dt="2024-06-26T08:42:01.559" v="10035" actId="478"/>
          <ac:spMkLst>
            <pc:docMk/>
            <pc:sldMk cId="2752810760" sldId="295"/>
            <ac:spMk id="11" creationId="{ABACC584-A9CE-1D88-FA3D-178DDC86BE3D}"/>
          </ac:spMkLst>
        </pc:spChg>
        <pc:spChg chg="add del mod">
          <ac:chgData name="池口　晃太" userId="dec468ab-743d-4860-a388-077b2b03ea36" providerId="ADAL" clId="{CCD9B3B3-A6B6-4A27-A2FE-34E6FB9D3373}" dt="2024-06-26T08:42:03.628" v="10036" actId="478"/>
          <ac:spMkLst>
            <pc:docMk/>
            <pc:sldMk cId="2752810760" sldId="295"/>
            <ac:spMk id="12" creationId="{0446DB4D-E03D-7969-3ED4-3FC1222ACAF0}"/>
          </ac:spMkLst>
        </pc:spChg>
        <pc:grpChg chg="add del mod ord">
          <ac:chgData name="池口　晃太" userId="dec468ab-743d-4860-a388-077b2b03ea36" providerId="ADAL" clId="{CCD9B3B3-A6B6-4A27-A2FE-34E6FB9D3373}" dt="2024-07-01T08:33:09.543" v="19211" actId="478"/>
          <ac:grpSpMkLst>
            <pc:docMk/>
            <pc:sldMk cId="2752810760" sldId="295"/>
            <ac:grpSpMk id="9" creationId="{62DD4E79-60AD-3199-5A0B-6F557B3B0A16}"/>
          </ac:grpSpMkLst>
        </pc:grpChg>
        <pc:picChg chg="add del mod modCrop">
          <ac:chgData name="池口　晃太" userId="dec468ab-743d-4860-a388-077b2b03ea36" providerId="ADAL" clId="{CCD9B3B3-A6B6-4A27-A2FE-34E6FB9D3373}" dt="2024-06-26T08:00:06.796" v="8860" actId="732"/>
          <ac:picMkLst>
            <pc:docMk/>
            <pc:sldMk cId="2752810760" sldId="295"/>
            <ac:picMk id="5" creationId="{87E5C5CC-B832-9AE0-D5D6-48FFEA16A0C6}"/>
          </ac:picMkLst>
        </pc:picChg>
        <pc:picChg chg="add mod">
          <ac:chgData name="池口　晃太" userId="dec468ab-743d-4860-a388-077b2b03ea36" providerId="ADAL" clId="{CCD9B3B3-A6B6-4A27-A2FE-34E6FB9D3373}" dt="2024-07-01T09:19:41.638" v="20493" actId="1076"/>
          <ac:picMkLst>
            <pc:docMk/>
            <pc:sldMk cId="2752810760" sldId="295"/>
            <ac:picMk id="6" creationId="{8CDC3FD1-0C28-AEE1-F406-026B3C25AF9B}"/>
          </ac:picMkLst>
        </pc:picChg>
        <pc:picChg chg="add del mod">
          <ac:chgData name="池口　晃太" userId="dec468ab-743d-4860-a388-077b2b03ea36" providerId="ADAL" clId="{CCD9B3B3-A6B6-4A27-A2FE-34E6FB9D3373}" dt="2024-06-26T15:04:55.641" v="14239" actId="478"/>
          <ac:picMkLst>
            <pc:docMk/>
            <pc:sldMk cId="2752810760" sldId="295"/>
            <ac:picMk id="6" creationId="{D4BB19F2-305A-4DFC-DBEF-F960208EC024}"/>
          </ac:picMkLst>
        </pc:picChg>
        <pc:picChg chg="add del mod">
          <ac:chgData name="池口　晃太" userId="dec468ab-743d-4860-a388-077b2b03ea36" providerId="ADAL" clId="{CCD9B3B3-A6B6-4A27-A2FE-34E6FB9D3373}" dt="2024-07-01T09:19:33.567" v="20488" actId="478"/>
          <ac:picMkLst>
            <pc:docMk/>
            <pc:sldMk cId="2752810760" sldId="295"/>
            <ac:picMk id="7" creationId="{BB258290-76B4-8019-6D2B-EC67DDC51B81}"/>
          </ac:picMkLst>
        </pc:picChg>
      </pc:sldChg>
      <pc:sldChg chg="addSp delSp modSp add mod modNotesTx">
        <pc:chgData name="池口　晃太" userId="dec468ab-743d-4860-a388-077b2b03ea36" providerId="ADAL" clId="{CCD9B3B3-A6B6-4A27-A2FE-34E6FB9D3373}" dt="2024-07-08T13:01:33.123" v="33304" actId="20577"/>
        <pc:sldMkLst>
          <pc:docMk/>
          <pc:sldMk cId="848232411" sldId="296"/>
        </pc:sldMkLst>
        <pc:spChg chg="del">
          <ac:chgData name="池口　晃太" userId="dec468ab-743d-4860-a388-077b2b03ea36" providerId="ADAL" clId="{CCD9B3B3-A6B6-4A27-A2FE-34E6FB9D3373}" dt="2024-07-01T09:12:57.569" v="20128" actId="478"/>
          <ac:spMkLst>
            <pc:docMk/>
            <pc:sldMk cId="848232411" sldId="296"/>
            <ac:spMk id="2" creationId="{CE40E1C7-CCB5-160E-DA6B-137B4687CE8D}"/>
          </ac:spMkLst>
        </pc:spChg>
        <pc:spChg chg="add mod">
          <ac:chgData name="池口　晃太" userId="dec468ab-743d-4860-a388-077b2b03ea36" providerId="ADAL" clId="{CCD9B3B3-A6B6-4A27-A2FE-34E6FB9D3373}" dt="2024-06-26T08:11:39.982" v="8999" actId="164"/>
          <ac:spMkLst>
            <pc:docMk/>
            <pc:sldMk cId="848232411" sldId="296"/>
            <ac:spMk id="3" creationId="{CB66D38B-FA78-86D3-F952-96530B93FF1D}"/>
          </ac:spMkLst>
        </pc:spChg>
        <pc:spChg chg="mod">
          <ac:chgData name="池口　晃太" userId="dec468ab-743d-4860-a388-077b2b03ea36" providerId="ADAL" clId="{CCD9B3B3-A6B6-4A27-A2FE-34E6FB9D3373}" dt="2024-07-01T09:30:56.106" v="20802" actId="20577"/>
          <ac:spMkLst>
            <pc:docMk/>
            <pc:sldMk cId="848232411" sldId="296"/>
            <ac:spMk id="4" creationId="{D65134CF-9010-F5CE-7A44-899208239A1D}"/>
          </ac:spMkLst>
        </pc:spChg>
        <pc:spChg chg="add mod">
          <ac:chgData name="池口　晃太" userId="dec468ab-743d-4860-a388-077b2b03ea36" providerId="ADAL" clId="{CCD9B3B3-A6B6-4A27-A2FE-34E6FB9D3373}" dt="2024-06-26T08:11:39.982" v="8999" actId="164"/>
          <ac:spMkLst>
            <pc:docMk/>
            <pc:sldMk cId="848232411" sldId="296"/>
            <ac:spMk id="6" creationId="{993938C4-39ED-35E5-99BD-A0A75151AB28}"/>
          </ac:spMkLst>
        </pc:spChg>
        <pc:spChg chg="add mod">
          <ac:chgData name="池口　晃太" userId="dec468ab-743d-4860-a388-077b2b03ea36" providerId="ADAL" clId="{CCD9B3B3-A6B6-4A27-A2FE-34E6FB9D3373}" dt="2024-07-01T09:13:01.855" v="20133" actId="20577"/>
          <ac:spMkLst>
            <pc:docMk/>
            <pc:sldMk cId="848232411" sldId="296"/>
            <ac:spMk id="8" creationId="{3577C1EA-739F-D19F-D296-3EF960348B28}"/>
          </ac:spMkLst>
        </pc:spChg>
        <pc:spChg chg="add del mod">
          <ac:chgData name="池口　晃太" userId="dec468ab-743d-4860-a388-077b2b03ea36" providerId="ADAL" clId="{CCD9B3B3-A6B6-4A27-A2FE-34E6FB9D3373}" dt="2024-06-26T08:13:56.707" v="9011" actId="478"/>
          <ac:spMkLst>
            <pc:docMk/>
            <pc:sldMk cId="848232411" sldId="296"/>
            <ac:spMk id="9" creationId="{A3169D35-F60D-4172-E1CB-789F926F5C23}"/>
          </ac:spMkLst>
        </pc:spChg>
        <pc:spChg chg="add mod">
          <ac:chgData name="池口　晃太" userId="dec468ab-743d-4860-a388-077b2b03ea36" providerId="ADAL" clId="{CCD9B3B3-A6B6-4A27-A2FE-34E6FB9D3373}" dt="2024-07-02T20:50:50.610" v="31140" actId="20577"/>
          <ac:spMkLst>
            <pc:docMk/>
            <pc:sldMk cId="848232411" sldId="296"/>
            <ac:spMk id="10" creationId="{CB703C8E-4F07-E242-CE25-E335F7FA7127}"/>
          </ac:spMkLst>
        </pc:spChg>
        <pc:spChg chg="add mod">
          <ac:chgData name="池口　晃太" userId="dec468ab-743d-4860-a388-077b2b03ea36" providerId="ADAL" clId="{CCD9B3B3-A6B6-4A27-A2FE-34E6FB9D3373}" dt="2024-07-03T15:13:36.550" v="32307" actId="207"/>
          <ac:spMkLst>
            <pc:docMk/>
            <pc:sldMk cId="848232411" sldId="296"/>
            <ac:spMk id="11" creationId="{7493B29A-8448-4221-3B96-FEE89F3BAD87}"/>
          </ac:spMkLst>
        </pc:spChg>
        <pc:spChg chg="add mod">
          <ac:chgData name="池口　晃太" userId="dec468ab-743d-4860-a388-077b2b03ea36" providerId="ADAL" clId="{CCD9B3B3-A6B6-4A27-A2FE-34E6FB9D3373}" dt="2024-07-03T16:23:21.376" v="32563" actId="1076"/>
          <ac:spMkLst>
            <pc:docMk/>
            <pc:sldMk cId="848232411" sldId="296"/>
            <ac:spMk id="12" creationId="{1C9DB110-42A1-5A45-D6B2-C31286E27983}"/>
          </ac:spMkLst>
        </pc:spChg>
        <pc:grpChg chg="add mod ord">
          <ac:chgData name="池口　晃太" userId="dec468ab-743d-4860-a388-077b2b03ea36" providerId="ADAL" clId="{CCD9B3B3-A6B6-4A27-A2FE-34E6FB9D3373}" dt="2024-06-26T08:27:17.016" v="9434" actId="1076"/>
          <ac:grpSpMkLst>
            <pc:docMk/>
            <pc:sldMk cId="848232411" sldId="296"/>
            <ac:grpSpMk id="7" creationId="{14054EB0-45A4-EB6D-3544-F149B08D921C}"/>
          </ac:grpSpMkLst>
        </pc:grpChg>
        <pc:picChg chg="mod ord modCrop">
          <ac:chgData name="池口　晃太" userId="dec468ab-743d-4860-a388-077b2b03ea36" providerId="ADAL" clId="{CCD9B3B3-A6B6-4A27-A2FE-34E6FB9D3373}" dt="2024-06-26T08:12:16.419" v="9004" actId="167"/>
          <ac:picMkLst>
            <pc:docMk/>
            <pc:sldMk cId="848232411" sldId="296"/>
            <ac:picMk id="5" creationId="{87E5C5CC-B832-9AE0-D5D6-48FFEA16A0C6}"/>
          </ac:picMkLst>
        </pc:picChg>
      </pc:sldChg>
      <pc:sldChg chg="addSp delSp modSp add del mod ord modShow modNotesTx">
        <pc:chgData name="池口　晃太" userId="dec468ab-743d-4860-a388-077b2b03ea36" providerId="ADAL" clId="{CCD9B3B3-A6B6-4A27-A2FE-34E6FB9D3373}" dt="2024-07-08T12:45:56.903" v="32955" actId="729"/>
        <pc:sldMkLst>
          <pc:docMk/>
          <pc:sldMk cId="2490581731" sldId="297"/>
        </pc:sldMkLst>
        <pc:spChg chg="mod">
          <ac:chgData name="池口　晃太" userId="dec468ab-743d-4860-a388-077b2b03ea36" providerId="ADAL" clId="{CCD9B3B3-A6B6-4A27-A2FE-34E6FB9D3373}" dt="2024-06-26T08:06:16.613" v="8969" actId="20577"/>
          <ac:spMkLst>
            <pc:docMk/>
            <pc:sldMk cId="2490581731" sldId="297"/>
            <ac:spMk id="4" creationId="{38E8A619-37DE-0F76-6BBE-1AC22A86F48F}"/>
          </ac:spMkLst>
        </pc:spChg>
        <pc:spChg chg="mod">
          <ac:chgData name="池口　晃太" userId="dec468ab-743d-4860-a388-077b2b03ea36" providerId="ADAL" clId="{CCD9B3B3-A6B6-4A27-A2FE-34E6FB9D3373}" dt="2024-07-08T05:50:26.171" v="32689" actId="20577"/>
          <ac:spMkLst>
            <pc:docMk/>
            <pc:sldMk cId="2490581731" sldId="297"/>
            <ac:spMk id="5" creationId="{B291250F-1D31-1865-7156-56EC4AB2D687}"/>
          </ac:spMkLst>
        </pc:spChg>
        <pc:spChg chg="add del mod">
          <ac:chgData name="池口　晃太" userId="dec468ab-743d-4860-a388-077b2b03ea36" providerId="ADAL" clId="{CCD9B3B3-A6B6-4A27-A2FE-34E6FB9D3373}" dt="2024-06-26T15:11:55.598" v="14288"/>
          <ac:spMkLst>
            <pc:docMk/>
            <pc:sldMk cId="2490581731" sldId="297"/>
            <ac:spMk id="6" creationId="{1486C3D6-1E09-49A4-66F8-C1665C5908D6}"/>
          </ac:spMkLst>
        </pc:spChg>
        <pc:spChg chg="add del mod">
          <ac:chgData name="池口　晃太" userId="dec468ab-743d-4860-a388-077b2b03ea36" providerId="ADAL" clId="{CCD9B3B3-A6B6-4A27-A2FE-34E6FB9D3373}" dt="2024-07-03T15:46:51.282" v="32531" actId="478"/>
          <ac:spMkLst>
            <pc:docMk/>
            <pc:sldMk cId="2490581731" sldId="297"/>
            <ac:spMk id="6" creationId="{2FC50A4C-C028-3D4C-698B-861C6342BBCA}"/>
          </ac:spMkLst>
        </pc:spChg>
        <pc:spChg chg="add del mod">
          <ac:chgData name="池口　晃太" userId="dec468ab-743d-4860-a388-077b2b03ea36" providerId="ADAL" clId="{CCD9B3B3-A6B6-4A27-A2FE-34E6FB9D3373}" dt="2024-06-26T15:12:21.046" v="14293"/>
          <ac:spMkLst>
            <pc:docMk/>
            <pc:sldMk cId="2490581731" sldId="297"/>
            <ac:spMk id="7" creationId="{5F2BF85C-1A83-511D-6654-C776E26D2FDB}"/>
          </ac:spMkLst>
        </pc:spChg>
        <pc:spChg chg="add del mod">
          <ac:chgData name="池口　晃太" userId="dec468ab-743d-4860-a388-077b2b03ea36" providerId="ADAL" clId="{CCD9B3B3-A6B6-4A27-A2FE-34E6FB9D3373}" dt="2024-07-03T15:46:52.849" v="32532" actId="478"/>
          <ac:spMkLst>
            <pc:docMk/>
            <pc:sldMk cId="2490581731" sldId="297"/>
            <ac:spMk id="7" creationId="{979C9F26-85F6-1C0F-74EC-A6BDD3656384}"/>
          </ac:spMkLst>
        </pc:spChg>
        <pc:spChg chg="add mod">
          <ac:chgData name="池口　晃太" userId="dec468ab-743d-4860-a388-077b2b03ea36" providerId="ADAL" clId="{CCD9B3B3-A6B6-4A27-A2FE-34E6FB9D3373}" dt="2024-07-04T18:49:55.846" v="32592" actId="255"/>
          <ac:spMkLst>
            <pc:docMk/>
            <pc:sldMk cId="2490581731" sldId="297"/>
            <ac:spMk id="8" creationId="{E860A95F-2002-A695-65BE-34561CD4F97B}"/>
          </ac:spMkLst>
        </pc:spChg>
        <pc:spChg chg="add mod">
          <ac:chgData name="池口　晃太" userId="dec468ab-743d-4860-a388-077b2b03ea36" providerId="ADAL" clId="{CCD9B3B3-A6B6-4A27-A2FE-34E6FB9D3373}" dt="2024-07-03T15:46:57.625" v="32534" actId="1076"/>
          <ac:spMkLst>
            <pc:docMk/>
            <pc:sldMk cId="2490581731" sldId="297"/>
            <ac:spMk id="9" creationId="{4DD9D1B9-1D6A-A25F-8167-9EC7473C8C5C}"/>
          </ac:spMkLst>
        </pc:spChg>
        <pc:grpChg chg="add mod">
          <ac:chgData name="池口　晃太" userId="dec468ab-743d-4860-a388-077b2b03ea36" providerId="ADAL" clId="{CCD9B3B3-A6B6-4A27-A2FE-34E6FB9D3373}" dt="2024-07-03T15:47:06.134" v="32537" actId="1076"/>
          <ac:grpSpMkLst>
            <pc:docMk/>
            <pc:sldMk cId="2490581731" sldId="297"/>
            <ac:grpSpMk id="10" creationId="{53ADA12E-AB1C-789B-E4D2-E4E3B7A747B7}"/>
          </ac:grpSpMkLst>
        </pc:grpChg>
      </pc:sldChg>
      <pc:sldChg chg="add del">
        <pc:chgData name="池口　晃太" userId="dec468ab-743d-4860-a388-077b2b03ea36" providerId="ADAL" clId="{CCD9B3B3-A6B6-4A27-A2FE-34E6FB9D3373}" dt="2024-06-26T15:04:52.942" v="14238" actId="47"/>
        <pc:sldMkLst>
          <pc:docMk/>
          <pc:sldMk cId="557267044" sldId="298"/>
        </pc:sldMkLst>
      </pc:sldChg>
      <pc:sldChg chg="addSp delSp modSp add mod ord modNotesTx">
        <pc:chgData name="池口　晃太" userId="dec468ab-743d-4860-a388-077b2b03ea36" providerId="ADAL" clId="{CCD9B3B3-A6B6-4A27-A2FE-34E6FB9D3373}" dt="2024-07-09T14:46:23.646" v="33553" actId="20577"/>
        <pc:sldMkLst>
          <pc:docMk/>
          <pc:sldMk cId="2407607615" sldId="299"/>
        </pc:sldMkLst>
        <pc:spChg chg="mod">
          <ac:chgData name="池口　晃太" userId="dec468ab-743d-4860-a388-077b2b03ea36" providerId="ADAL" clId="{CCD9B3B3-A6B6-4A27-A2FE-34E6FB9D3373}" dt="2024-07-01T16:20:53.614" v="24369" actId="20577"/>
          <ac:spMkLst>
            <pc:docMk/>
            <pc:sldMk cId="2407607615" sldId="299"/>
            <ac:spMk id="2" creationId="{B9F7340E-EEB7-BCEE-3B12-DC70175777E3}"/>
          </ac:spMkLst>
        </pc:spChg>
        <pc:spChg chg="mod">
          <ac:chgData name="池口　晃太" userId="dec468ab-743d-4860-a388-077b2b03ea36" providerId="ADAL" clId="{CCD9B3B3-A6B6-4A27-A2FE-34E6FB9D3373}" dt="2024-07-01T16:53:38.493" v="24792" actId="20577"/>
          <ac:spMkLst>
            <pc:docMk/>
            <pc:sldMk cId="2407607615" sldId="299"/>
            <ac:spMk id="4" creationId="{38E8A619-37DE-0F76-6BBE-1AC22A86F48F}"/>
          </ac:spMkLst>
        </pc:spChg>
        <pc:spChg chg="del mod">
          <ac:chgData name="池口　晃太" userId="dec468ab-743d-4860-a388-077b2b03ea36" providerId="ADAL" clId="{CCD9B3B3-A6B6-4A27-A2FE-34E6FB9D3373}" dt="2024-06-26T10:29:44.851" v="11408" actId="478"/>
          <ac:spMkLst>
            <pc:docMk/>
            <pc:sldMk cId="2407607615" sldId="299"/>
            <ac:spMk id="5" creationId="{B291250F-1D31-1865-7156-56EC4AB2D687}"/>
          </ac:spMkLst>
        </pc:spChg>
        <pc:spChg chg="add mod">
          <ac:chgData name="池口　晃太" userId="dec468ab-743d-4860-a388-077b2b03ea36" providerId="ADAL" clId="{CCD9B3B3-A6B6-4A27-A2FE-34E6FB9D3373}" dt="2024-07-01T16:42:21.169" v="24585" actId="20577"/>
          <ac:spMkLst>
            <pc:docMk/>
            <pc:sldMk cId="2407607615" sldId="299"/>
            <ac:spMk id="10" creationId="{A6B2604F-B053-1BC3-0312-DBED8D10F8FB}"/>
          </ac:spMkLst>
        </pc:spChg>
        <pc:spChg chg="add mod">
          <ac:chgData name="池口　晃太" userId="dec468ab-743d-4860-a388-077b2b03ea36" providerId="ADAL" clId="{CCD9B3B3-A6B6-4A27-A2FE-34E6FB9D3373}" dt="2024-07-08T06:07:29.016" v="32802" actId="20577"/>
          <ac:spMkLst>
            <pc:docMk/>
            <pc:sldMk cId="2407607615" sldId="299"/>
            <ac:spMk id="15" creationId="{5E863D3E-C5DF-CDD0-8E28-0E55BB2224A0}"/>
          </ac:spMkLst>
        </pc:spChg>
        <pc:spChg chg="add del mod">
          <ac:chgData name="池口　晃太" userId="dec468ab-743d-4860-a388-077b2b03ea36" providerId="ADAL" clId="{CCD9B3B3-A6B6-4A27-A2FE-34E6FB9D3373}" dt="2024-06-26T14:56:50.497" v="14233" actId="478"/>
          <ac:spMkLst>
            <pc:docMk/>
            <pc:sldMk cId="2407607615" sldId="299"/>
            <ac:spMk id="16" creationId="{47B2D206-D388-71A1-37DC-60A6C4EA1518}"/>
          </ac:spMkLst>
        </pc:spChg>
        <pc:picChg chg="add del mod">
          <ac:chgData name="池口　晃太" userId="dec468ab-743d-4860-a388-077b2b03ea36" providerId="ADAL" clId="{CCD9B3B3-A6B6-4A27-A2FE-34E6FB9D3373}" dt="2024-06-26T14:42:02.111" v="13853" actId="478"/>
          <ac:picMkLst>
            <pc:docMk/>
            <pc:sldMk cId="2407607615" sldId="299"/>
            <ac:picMk id="7" creationId="{EA62CE16-DC47-AFF6-3DEA-E633F3F18F08}"/>
          </ac:picMkLst>
        </pc:picChg>
        <pc:picChg chg="add del mod">
          <ac:chgData name="池口　晃太" userId="dec468ab-743d-4860-a388-077b2b03ea36" providerId="ADAL" clId="{CCD9B3B3-A6B6-4A27-A2FE-34E6FB9D3373}" dt="2024-06-26T14:52:26.397" v="14192" actId="478"/>
          <ac:picMkLst>
            <pc:docMk/>
            <pc:sldMk cId="2407607615" sldId="299"/>
            <ac:picMk id="9" creationId="{2CB9CB37-914A-E2EE-DA27-14B94E83E231}"/>
          </ac:picMkLst>
        </pc:picChg>
        <pc:picChg chg="add del mod modCrop">
          <ac:chgData name="池口　晃太" userId="dec468ab-743d-4860-a388-077b2b03ea36" providerId="ADAL" clId="{CCD9B3B3-A6B6-4A27-A2FE-34E6FB9D3373}" dt="2024-06-26T14:42:47.355" v="13862" actId="478"/>
          <ac:picMkLst>
            <pc:docMk/>
            <pc:sldMk cId="2407607615" sldId="299"/>
            <ac:picMk id="12" creationId="{FC405CD6-42D3-11BD-2EF7-6370971C5915}"/>
          </ac:picMkLst>
        </pc:picChg>
        <pc:picChg chg="add del mod">
          <ac:chgData name="池口　晃太" userId="dec468ab-743d-4860-a388-077b2b03ea36" providerId="ADAL" clId="{CCD9B3B3-A6B6-4A27-A2FE-34E6FB9D3373}" dt="2024-06-26T16:13:23.869" v="14847" actId="1076"/>
          <ac:picMkLst>
            <pc:docMk/>
            <pc:sldMk cId="2407607615" sldId="299"/>
            <ac:picMk id="14" creationId="{30F702B5-2469-C1C6-62AC-0AFD48B5E444}"/>
          </ac:picMkLst>
        </pc:picChg>
      </pc:sldChg>
      <pc:sldChg chg="addSp delSp modSp add mod ord modNotesTx">
        <pc:chgData name="池口　晃太" userId="dec468ab-743d-4860-a388-077b2b03ea36" providerId="ADAL" clId="{CCD9B3B3-A6B6-4A27-A2FE-34E6FB9D3373}" dt="2024-07-09T14:44:11.617" v="33434" actId="1076"/>
        <pc:sldMkLst>
          <pc:docMk/>
          <pc:sldMk cId="3539376872" sldId="300"/>
        </pc:sldMkLst>
        <pc:spChg chg="mod">
          <ac:chgData name="池口　晃太" userId="dec468ab-743d-4860-a388-077b2b03ea36" providerId="ADAL" clId="{CCD9B3B3-A6B6-4A27-A2FE-34E6FB9D3373}" dt="2024-07-02T19:27:24.512" v="29616" actId="20577"/>
          <ac:spMkLst>
            <pc:docMk/>
            <pc:sldMk cId="3539376872" sldId="300"/>
            <ac:spMk id="2" creationId="{CE40E1C7-CCB5-160E-DA6B-137B4687CE8D}"/>
          </ac:spMkLst>
        </pc:spChg>
        <pc:spChg chg="add del mod">
          <ac:chgData name="池口　晃太" userId="dec468ab-743d-4860-a388-077b2b03ea36" providerId="ADAL" clId="{CCD9B3B3-A6B6-4A27-A2FE-34E6FB9D3373}" dt="2024-07-01T03:03:27.418" v="14850" actId="478"/>
          <ac:spMkLst>
            <pc:docMk/>
            <pc:sldMk cId="3539376872" sldId="300"/>
            <ac:spMk id="3" creationId="{EBEBF56F-DC9E-74E2-E507-20260660E62D}"/>
          </ac:spMkLst>
        </pc:spChg>
        <pc:spChg chg="add del">
          <ac:chgData name="池口　晃太" userId="dec468ab-743d-4860-a388-077b2b03ea36" providerId="ADAL" clId="{CCD9B3B3-A6B6-4A27-A2FE-34E6FB9D3373}" dt="2024-06-26T12:23:59.991" v="12185" actId="478"/>
          <ac:spMkLst>
            <pc:docMk/>
            <pc:sldMk cId="3539376872" sldId="300"/>
            <ac:spMk id="3" creationId="{EDF9CEE2-0513-BF6A-A140-32ACC2305BCB}"/>
          </ac:spMkLst>
        </pc:spChg>
        <pc:spChg chg="add del">
          <ac:chgData name="池口　晃太" userId="dec468ab-743d-4860-a388-077b2b03ea36" providerId="ADAL" clId="{CCD9B3B3-A6B6-4A27-A2FE-34E6FB9D3373}" dt="2024-06-26T12:24:01.556" v="12186" actId="478"/>
          <ac:spMkLst>
            <pc:docMk/>
            <pc:sldMk cId="3539376872" sldId="300"/>
            <ac:spMk id="6" creationId="{3480E856-5378-698F-CDA5-9763558B00DE}"/>
          </ac:spMkLst>
        </pc:spChg>
        <pc:spChg chg="add del mod">
          <ac:chgData name="池口　晃太" userId="dec468ab-743d-4860-a388-077b2b03ea36" providerId="ADAL" clId="{CCD9B3B3-A6B6-4A27-A2FE-34E6FB9D3373}" dt="2024-07-09T14:43:58.159" v="33431" actId="478"/>
          <ac:spMkLst>
            <pc:docMk/>
            <pc:sldMk cId="3539376872" sldId="300"/>
            <ac:spMk id="6" creationId="{E452ABE7-DAFF-E315-19D2-88593EB1C04C}"/>
          </ac:spMkLst>
        </pc:spChg>
        <pc:spChg chg="add del mod topLvl">
          <ac:chgData name="池口　晃太" userId="dec468ab-743d-4860-a388-077b2b03ea36" providerId="ADAL" clId="{CCD9B3B3-A6B6-4A27-A2FE-34E6FB9D3373}" dt="2024-07-01T16:52:13.814" v="24763" actId="478"/>
          <ac:spMkLst>
            <pc:docMk/>
            <pc:sldMk cId="3539376872" sldId="300"/>
            <ac:spMk id="7" creationId="{86E17E1E-824B-7B43-AC54-96D82D802B84}"/>
          </ac:spMkLst>
        </pc:spChg>
        <pc:spChg chg="add del mod">
          <ac:chgData name="池口　晃太" userId="dec468ab-743d-4860-a388-077b2b03ea36" providerId="ADAL" clId="{CCD9B3B3-A6B6-4A27-A2FE-34E6FB9D3373}" dt="2024-07-01T03:04:18.301" v="14868"/>
          <ac:spMkLst>
            <pc:docMk/>
            <pc:sldMk cId="3539376872" sldId="300"/>
            <ac:spMk id="7" creationId="{DFCC41DA-0A2F-05B6-2E16-10FB051D00A5}"/>
          </ac:spMkLst>
        </pc:spChg>
        <pc:spChg chg="add mod">
          <ac:chgData name="池口　晃太" userId="dec468ab-743d-4860-a388-077b2b03ea36" providerId="ADAL" clId="{CCD9B3B3-A6B6-4A27-A2FE-34E6FB9D3373}" dt="2024-07-09T14:44:05.395" v="33433" actId="1076"/>
          <ac:spMkLst>
            <pc:docMk/>
            <pc:sldMk cId="3539376872" sldId="300"/>
            <ac:spMk id="8" creationId="{82F335E0-1EB3-5D11-DA72-9CFF05701B47}"/>
          </ac:spMkLst>
        </pc:spChg>
        <pc:spChg chg="add del mod topLvl">
          <ac:chgData name="池口　晃太" userId="dec468ab-743d-4860-a388-077b2b03ea36" providerId="ADAL" clId="{CCD9B3B3-A6B6-4A27-A2FE-34E6FB9D3373}" dt="2024-07-01T16:52:13.814" v="24763" actId="478"/>
          <ac:spMkLst>
            <pc:docMk/>
            <pc:sldMk cId="3539376872" sldId="300"/>
            <ac:spMk id="9" creationId="{1C6FADC8-FEC3-EF69-D0A7-8717A293C0E5}"/>
          </ac:spMkLst>
        </pc:spChg>
        <pc:spChg chg="add del mod">
          <ac:chgData name="池口　晃太" userId="dec468ab-743d-4860-a388-077b2b03ea36" providerId="ADAL" clId="{CCD9B3B3-A6B6-4A27-A2FE-34E6FB9D3373}" dt="2024-07-09T14:44:00.310" v="33432" actId="478"/>
          <ac:spMkLst>
            <pc:docMk/>
            <pc:sldMk cId="3539376872" sldId="300"/>
            <ac:spMk id="10" creationId="{80930889-CE2D-F98B-F1EB-17A084696069}"/>
          </ac:spMkLst>
        </pc:spChg>
        <pc:spChg chg="add mod">
          <ac:chgData name="池口　晃太" userId="dec468ab-743d-4860-a388-077b2b03ea36" providerId="ADAL" clId="{CCD9B3B3-A6B6-4A27-A2FE-34E6FB9D3373}" dt="2024-07-08T06:13:35.500" v="32847" actId="1076"/>
          <ac:spMkLst>
            <pc:docMk/>
            <pc:sldMk cId="3539376872" sldId="300"/>
            <ac:spMk id="12" creationId="{96F0A38B-CA86-FECA-4308-9ECE38054E87}"/>
          </ac:spMkLst>
        </pc:spChg>
        <pc:grpChg chg="add del mod">
          <ac:chgData name="池口　晃太" userId="dec468ab-743d-4860-a388-077b2b03ea36" providerId="ADAL" clId="{CCD9B3B3-A6B6-4A27-A2FE-34E6FB9D3373}" dt="2024-07-01T16:52:07.956" v="24758" actId="165"/>
          <ac:grpSpMkLst>
            <pc:docMk/>
            <pc:sldMk cId="3539376872" sldId="300"/>
            <ac:grpSpMk id="11" creationId="{FF6D6E2D-A4A4-49CB-8DFF-2F68CDCFEA6B}"/>
          </ac:grpSpMkLst>
        </pc:grpChg>
        <pc:grpChg chg="add mod">
          <ac:chgData name="池口　晃太" userId="dec468ab-743d-4860-a388-077b2b03ea36" providerId="ADAL" clId="{CCD9B3B3-A6B6-4A27-A2FE-34E6FB9D3373}" dt="2024-07-09T14:44:11.617" v="33434" actId="1076"/>
          <ac:grpSpMkLst>
            <pc:docMk/>
            <pc:sldMk cId="3539376872" sldId="300"/>
            <ac:grpSpMk id="13" creationId="{9F257715-3A60-F328-2738-F3CFDC39DA36}"/>
          </ac:grpSpMkLst>
        </pc:grpChg>
        <pc:picChg chg="add del mod topLvl">
          <ac:chgData name="池口　晃太" userId="dec468ab-743d-4860-a388-077b2b03ea36" providerId="ADAL" clId="{CCD9B3B3-A6B6-4A27-A2FE-34E6FB9D3373}" dt="2024-07-01T16:52:13.814" v="24763" actId="478"/>
          <ac:picMkLst>
            <pc:docMk/>
            <pc:sldMk cId="3539376872" sldId="300"/>
            <ac:picMk id="3" creationId="{2397D093-7147-9472-ECC0-8F104B99396E}"/>
          </ac:picMkLst>
        </pc:picChg>
        <pc:picChg chg="add del mod">
          <ac:chgData name="池口　晃太" userId="dec468ab-743d-4860-a388-077b2b03ea36" providerId="ADAL" clId="{CCD9B3B3-A6B6-4A27-A2FE-34E6FB9D3373}" dt="2024-07-01T16:53:21.320" v="24775" actId="164"/>
          <ac:picMkLst>
            <pc:docMk/>
            <pc:sldMk cId="3539376872" sldId="300"/>
            <ac:picMk id="5" creationId="{6866D415-8541-DA82-1145-9DA11E7DB4B4}"/>
          </ac:picMkLst>
        </pc:picChg>
      </pc:sldChg>
      <pc:sldChg chg="addSp delSp modSp add mod ord modNotesTx">
        <pc:chgData name="池口　晃太" userId="dec468ab-743d-4860-a388-077b2b03ea36" providerId="ADAL" clId="{CCD9B3B3-A6B6-4A27-A2FE-34E6FB9D3373}" dt="2024-07-09T14:42:57.640" v="33430" actId="20577"/>
        <pc:sldMkLst>
          <pc:docMk/>
          <pc:sldMk cId="885892176" sldId="301"/>
        </pc:sldMkLst>
        <pc:spChg chg="mod">
          <ac:chgData name="池口　晃太" userId="dec468ab-743d-4860-a388-077b2b03ea36" providerId="ADAL" clId="{CCD9B3B3-A6B6-4A27-A2FE-34E6FB9D3373}" dt="2024-07-02T19:28:05.013" v="29644" actId="20577"/>
          <ac:spMkLst>
            <pc:docMk/>
            <pc:sldMk cId="885892176" sldId="301"/>
            <ac:spMk id="2" creationId="{CE40E1C7-CCB5-160E-DA6B-137B4687CE8D}"/>
          </ac:spMkLst>
        </pc:spChg>
        <pc:spChg chg="mod topLvl">
          <ac:chgData name="池口　晃太" userId="dec468ab-743d-4860-a388-077b2b03ea36" providerId="ADAL" clId="{CCD9B3B3-A6B6-4A27-A2FE-34E6FB9D3373}" dt="2024-07-01T16:51:54.695" v="24754" actId="164"/>
          <ac:spMkLst>
            <pc:docMk/>
            <pc:sldMk cId="885892176" sldId="301"/>
            <ac:spMk id="3" creationId="{D3D7C814-C0DA-F1E0-A1EB-E1E3A9EEFB39}"/>
          </ac:spMkLst>
        </pc:spChg>
        <pc:spChg chg="mod">
          <ac:chgData name="池口　晃太" userId="dec468ab-743d-4860-a388-077b2b03ea36" providerId="ADAL" clId="{CCD9B3B3-A6B6-4A27-A2FE-34E6FB9D3373}" dt="2024-07-01T19:00:54.099" v="26848" actId="20577"/>
          <ac:spMkLst>
            <pc:docMk/>
            <pc:sldMk cId="885892176" sldId="301"/>
            <ac:spMk id="4" creationId="{D65134CF-9010-F5CE-7A44-899208239A1D}"/>
          </ac:spMkLst>
        </pc:spChg>
        <pc:spChg chg="add del mod">
          <ac:chgData name="池口　晃太" userId="dec468ab-743d-4860-a388-077b2b03ea36" providerId="ADAL" clId="{CCD9B3B3-A6B6-4A27-A2FE-34E6FB9D3373}" dt="2024-06-26T13:01:31.448" v="12669" actId="478"/>
          <ac:spMkLst>
            <pc:docMk/>
            <pc:sldMk cId="885892176" sldId="301"/>
            <ac:spMk id="6" creationId="{3763255B-D7B7-E958-5897-BBEFA74CD79A}"/>
          </ac:spMkLst>
        </pc:spChg>
        <pc:spChg chg="del mod">
          <ac:chgData name="池口　晃太" userId="dec468ab-743d-4860-a388-077b2b03ea36" providerId="ADAL" clId="{CCD9B3B3-A6B6-4A27-A2FE-34E6FB9D3373}" dt="2024-07-01T04:41:05.086" v="16656" actId="21"/>
          <ac:spMkLst>
            <pc:docMk/>
            <pc:sldMk cId="885892176" sldId="301"/>
            <ac:spMk id="7" creationId="{DC3EB8A0-4A27-16CE-6708-F0DAE7C0CDD8}"/>
          </ac:spMkLst>
        </pc:spChg>
        <pc:spChg chg="add mod topLvl">
          <ac:chgData name="池口　晃太" userId="dec468ab-743d-4860-a388-077b2b03ea36" providerId="ADAL" clId="{CCD9B3B3-A6B6-4A27-A2FE-34E6FB9D3373}" dt="2024-07-01T16:51:54.695" v="24754" actId="164"/>
          <ac:spMkLst>
            <pc:docMk/>
            <pc:sldMk cId="885892176" sldId="301"/>
            <ac:spMk id="9" creationId="{E1611292-6114-CAE2-1F7A-6A0A709D33AE}"/>
          </ac:spMkLst>
        </pc:spChg>
        <pc:spChg chg="add mod">
          <ac:chgData name="池口　晃太" userId="dec468ab-743d-4860-a388-077b2b03ea36" providerId="ADAL" clId="{CCD9B3B3-A6B6-4A27-A2FE-34E6FB9D3373}" dt="2024-06-26T13:05:31.864" v="12769"/>
          <ac:spMkLst>
            <pc:docMk/>
            <pc:sldMk cId="885892176" sldId="301"/>
            <ac:spMk id="11" creationId="{F299B4E7-4421-4A00-8596-6887F3847290}"/>
          </ac:spMkLst>
        </pc:spChg>
        <pc:spChg chg="del mod">
          <ac:chgData name="池口　晃太" userId="dec468ab-743d-4860-a388-077b2b03ea36" providerId="ADAL" clId="{CCD9B3B3-A6B6-4A27-A2FE-34E6FB9D3373}" dt="2024-07-01T18:07:08.941" v="26608" actId="478"/>
          <ac:spMkLst>
            <pc:docMk/>
            <pc:sldMk cId="885892176" sldId="301"/>
            <ac:spMk id="12" creationId="{05A1330B-03E5-D1AE-47C6-582AE6C88FEB}"/>
          </ac:spMkLst>
        </pc:spChg>
        <pc:spChg chg="add mod">
          <ac:chgData name="池口　晃太" userId="dec468ab-743d-4860-a388-077b2b03ea36" providerId="ADAL" clId="{CCD9B3B3-A6B6-4A27-A2FE-34E6FB9D3373}" dt="2024-07-09T14:40:47.348" v="33391" actId="20577"/>
          <ac:spMkLst>
            <pc:docMk/>
            <pc:sldMk cId="885892176" sldId="301"/>
            <ac:spMk id="13" creationId="{10197B5A-536A-3BB1-C331-CE63524D71C7}"/>
          </ac:spMkLst>
        </pc:spChg>
        <pc:spChg chg="add mod">
          <ac:chgData name="池口　晃太" userId="dec468ab-743d-4860-a388-077b2b03ea36" providerId="ADAL" clId="{CCD9B3B3-A6B6-4A27-A2FE-34E6FB9D3373}" dt="2024-07-04T18:57:06.026" v="32672" actId="1076"/>
          <ac:spMkLst>
            <pc:docMk/>
            <pc:sldMk cId="885892176" sldId="301"/>
            <ac:spMk id="14" creationId="{2B8CF470-268E-C4B0-A3CA-9E347A2EE293}"/>
          </ac:spMkLst>
        </pc:spChg>
        <pc:spChg chg="add mod">
          <ac:chgData name="池口　晃太" userId="dec468ab-743d-4860-a388-077b2b03ea36" providerId="ADAL" clId="{CCD9B3B3-A6B6-4A27-A2FE-34E6FB9D3373}" dt="2024-07-08T06:12:47.035" v="32845" actId="1076"/>
          <ac:spMkLst>
            <pc:docMk/>
            <pc:sldMk cId="885892176" sldId="301"/>
            <ac:spMk id="15" creationId="{8F7D5CC5-A289-A3B1-13AF-B0B846B00073}"/>
          </ac:spMkLst>
        </pc:spChg>
        <pc:spChg chg="add mod">
          <ac:chgData name="池口　晃太" userId="dec468ab-743d-4860-a388-077b2b03ea36" providerId="ADAL" clId="{CCD9B3B3-A6B6-4A27-A2FE-34E6FB9D3373}" dt="2024-07-08T06:12:53.806" v="32846" actId="1076"/>
          <ac:spMkLst>
            <pc:docMk/>
            <pc:sldMk cId="885892176" sldId="301"/>
            <ac:spMk id="16" creationId="{6E547536-D80D-08D1-0312-298DC4407748}"/>
          </ac:spMkLst>
        </pc:spChg>
        <pc:spChg chg="add mod">
          <ac:chgData name="池口　晃太" userId="dec468ab-743d-4860-a388-077b2b03ea36" providerId="ADAL" clId="{CCD9B3B3-A6B6-4A27-A2FE-34E6FB9D3373}" dt="2024-07-08T06:12:03.292" v="32828" actId="164"/>
          <ac:spMkLst>
            <pc:docMk/>
            <pc:sldMk cId="885892176" sldId="301"/>
            <ac:spMk id="46" creationId="{69D1EC2B-B42B-BD9B-03AB-17299E5B5BA6}"/>
          </ac:spMkLst>
        </pc:spChg>
        <pc:spChg chg="add mod">
          <ac:chgData name="池口　晃太" userId="dec468ab-743d-4860-a388-077b2b03ea36" providerId="ADAL" clId="{CCD9B3B3-A6B6-4A27-A2FE-34E6FB9D3373}" dt="2024-07-08T06:12:03.292" v="32828" actId="164"/>
          <ac:spMkLst>
            <pc:docMk/>
            <pc:sldMk cId="885892176" sldId="301"/>
            <ac:spMk id="47" creationId="{C6691AB9-CCCB-0FBC-F7CB-3BF2C0A5BFFE}"/>
          </ac:spMkLst>
        </pc:spChg>
        <pc:spChg chg="add del mod">
          <ac:chgData name="池口　晃太" userId="dec468ab-743d-4860-a388-077b2b03ea36" providerId="ADAL" clId="{CCD9B3B3-A6B6-4A27-A2FE-34E6FB9D3373}" dt="2024-07-03T15:11:17.323" v="32258" actId="478"/>
          <ac:spMkLst>
            <pc:docMk/>
            <pc:sldMk cId="885892176" sldId="301"/>
            <ac:spMk id="48" creationId="{77D5BD63-2C61-5A32-2F46-0782A21CDE3B}"/>
          </ac:spMkLst>
        </pc:spChg>
        <pc:spChg chg="add mod">
          <ac:chgData name="池口　晃太" userId="dec468ab-743d-4860-a388-077b2b03ea36" providerId="ADAL" clId="{CCD9B3B3-A6B6-4A27-A2FE-34E6FB9D3373}" dt="2024-07-08T06:12:16.462" v="32829" actId="164"/>
          <ac:spMkLst>
            <pc:docMk/>
            <pc:sldMk cId="885892176" sldId="301"/>
            <ac:spMk id="50" creationId="{E28EB05C-6681-006D-2DBC-A94CE6AB5663}"/>
          </ac:spMkLst>
        </pc:spChg>
        <pc:grpChg chg="add mod">
          <ac:chgData name="池口　晃太" userId="dec468ab-743d-4860-a388-077b2b03ea36" providerId="ADAL" clId="{CCD9B3B3-A6B6-4A27-A2FE-34E6FB9D3373}" dt="2024-07-08T06:12:03.292" v="32828" actId="164"/>
          <ac:grpSpMkLst>
            <pc:docMk/>
            <pc:sldMk cId="885892176" sldId="301"/>
            <ac:grpSpMk id="3" creationId="{88E4A1F5-2378-2A6C-F0EC-DB8E6E596038}"/>
          </ac:grpSpMkLst>
        </pc:grpChg>
        <pc:grpChg chg="add del mod">
          <ac:chgData name="池口　晃太" userId="dec468ab-743d-4860-a388-077b2b03ea36" providerId="ADAL" clId="{CCD9B3B3-A6B6-4A27-A2FE-34E6FB9D3373}" dt="2024-07-01T18:07:14.575" v="26609" actId="478"/>
          <ac:grpSpMkLst>
            <pc:docMk/>
            <pc:sldMk cId="885892176" sldId="301"/>
            <ac:grpSpMk id="6" creationId="{1DB9A9DC-5AC0-9495-E082-40B0B1CA4E88}"/>
          </ac:grpSpMkLst>
        </pc:grpChg>
        <pc:grpChg chg="add mod">
          <ac:chgData name="池口　晃太" userId="dec468ab-743d-4860-a388-077b2b03ea36" providerId="ADAL" clId="{CCD9B3B3-A6B6-4A27-A2FE-34E6FB9D3373}" dt="2024-07-08T06:12:16.462" v="32829" actId="164"/>
          <ac:grpSpMkLst>
            <pc:docMk/>
            <pc:sldMk cId="885892176" sldId="301"/>
            <ac:grpSpMk id="7" creationId="{9A9B4C3A-BF84-7B68-8839-A5080A076BDF}"/>
          </ac:grpSpMkLst>
        </pc:grpChg>
        <pc:grpChg chg="add mod">
          <ac:chgData name="池口　晃太" userId="dec468ab-743d-4860-a388-077b2b03ea36" providerId="ADAL" clId="{CCD9B3B3-A6B6-4A27-A2FE-34E6FB9D3373}" dt="2024-07-08T06:12:21.163" v="32830" actId="1076"/>
          <ac:grpSpMkLst>
            <pc:docMk/>
            <pc:sldMk cId="885892176" sldId="301"/>
            <ac:grpSpMk id="8" creationId="{3BA9E8A0-D903-9AFC-DA94-2E5E9C64A581}"/>
          </ac:grpSpMkLst>
        </pc:grpChg>
        <pc:grpChg chg="del">
          <ac:chgData name="池口　晃太" userId="dec468ab-743d-4860-a388-077b2b03ea36" providerId="ADAL" clId="{CCD9B3B3-A6B6-4A27-A2FE-34E6FB9D3373}" dt="2024-06-26T12:50:16.435" v="12643" actId="165"/>
          <ac:grpSpMkLst>
            <pc:docMk/>
            <pc:sldMk cId="885892176" sldId="301"/>
            <ac:grpSpMk id="8" creationId="{81372697-1BC1-616A-C33B-93CB6852FA13}"/>
          </ac:grpSpMkLst>
        </pc:grpChg>
        <pc:grpChg chg="add del mod">
          <ac:chgData name="池口　晃太" userId="dec468ab-743d-4860-a388-077b2b03ea36" providerId="ADAL" clId="{CCD9B3B3-A6B6-4A27-A2FE-34E6FB9D3373}" dt="2024-07-01T16:51:47.697" v="24753" actId="165"/>
          <ac:grpSpMkLst>
            <pc:docMk/>
            <pc:sldMk cId="885892176" sldId="301"/>
            <ac:grpSpMk id="10" creationId="{5E0F7DA1-B1B5-B7A3-B4CE-AE6F72482946}"/>
          </ac:grpSpMkLst>
        </pc:grpChg>
        <pc:grpChg chg="add del mod">
          <ac:chgData name="池口　晃太" userId="dec468ab-743d-4860-a388-077b2b03ea36" providerId="ADAL" clId="{CCD9B3B3-A6B6-4A27-A2FE-34E6FB9D3373}" dt="2024-07-08T06:12:27.617" v="32831" actId="1076"/>
          <ac:grpSpMkLst>
            <pc:docMk/>
            <pc:sldMk cId="885892176" sldId="301"/>
            <ac:grpSpMk id="17" creationId="{1BCEC101-DF83-79A1-5618-DDB15716A20E}"/>
          </ac:grpSpMkLst>
        </pc:grpChg>
        <pc:grpChg chg="add mod">
          <ac:chgData name="池口　晃太" userId="dec468ab-743d-4860-a388-077b2b03ea36" providerId="ADAL" clId="{CCD9B3B3-A6B6-4A27-A2FE-34E6FB9D3373}" dt="2024-07-08T06:12:03.292" v="32828" actId="164"/>
          <ac:grpSpMkLst>
            <pc:docMk/>
            <pc:sldMk cId="885892176" sldId="301"/>
            <ac:grpSpMk id="23" creationId="{23681389-2473-CBE9-A900-EED13202E4CA}"/>
          </ac:grpSpMkLst>
        </pc:grpChg>
        <pc:grpChg chg="add mod">
          <ac:chgData name="池口　晃太" userId="dec468ab-743d-4860-a388-077b2b03ea36" providerId="ADAL" clId="{CCD9B3B3-A6B6-4A27-A2FE-34E6FB9D3373}" dt="2024-07-08T06:12:03.292" v="32828" actId="164"/>
          <ac:grpSpMkLst>
            <pc:docMk/>
            <pc:sldMk cId="885892176" sldId="301"/>
            <ac:grpSpMk id="34" creationId="{29618116-7981-B721-DD5D-7F2DC5CD09A8}"/>
          </ac:grpSpMkLst>
        </pc:grpChg>
        <pc:picChg chg="mod">
          <ac:chgData name="池口　晃太" userId="dec468ab-743d-4860-a388-077b2b03ea36" providerId="ADAL" clId="{CCD9B3B3-A6B6-4A27-A2FE-34E6FB9D3373}" dt="2024-07-03T15:08:26.894" v="32119"/>
          <ac:picMkLst>
            <pc:docMk/>
            <pc:sldMk cId="885892176" sldId="301"/>
            <ac:picMk id="5" creationId="{30AF4232-143D-56BF-EF90-CC2002959A96}"/>
          </ac:picMkLst>
        </pc:picChg>
        <pc:picChg chg="mod topLvl">
          <ac:chgData name="池口　晃太" userId="dec468ab-743d-4860-a388-077b2b03ea36" providerId="ADAL" clId="{CCD9B3B3-A6B6-4A27-A2FE-34E6FB9D3373}" dt="2024-07-01T16:51:54.695" v="24754" actId="164"/>
          <ac:picMkLst>
            <pc:docMk/>
            <pc:sldMk cId="885892176" sldId="301"/>
            <ac:picMk id="5" creationId="{B168FFEF-5A53-DE74-7957-D50753499154}"/>
          </ac:picMkLst>
        </pc:picChg>
        <pc:picChg chg="mod">
          <ac:chgData name="池口　晃太" userId="dec468ab-743d-4860-a388-077b2b03ea36" providerId="ADAL" clId="{CCD9B3B3-A6B6-4A27-A2FE-34E6FB9D3373}" dt="2024-07-03T15:08:26.894" v="32119"/>
          <ac:picMkLst>
            <pc:docMk/>
            <pc:sldMk cId="885892176" sldId="301"/>
            <ac:picMk id="6" creationId="{578E0C08-2211-874D-ED50-A4CB4D12ED0F}"/>
          </ac:picMkLst>
        </pc:picChg>
        <pc:picChg chg="add del mod">
          <ac:chgData name="池口　晃太" userId="dec468ab-743d-4860-a388-077b2b03ea36" providerId="ADAL" clId="{CCD9B3B3-A6B6-4A27-A2FE-34E6FB9D3373}" dt="2024-07-03T15:07:54.908" v="32118" actId="478"/>
          <ac:picMkLst>
            <pc:docMk/>
            <pc:sldMk cId="885892176" sldId="301"/>
            <ac:picMk id="7" creationId="{B7C9351F-99F0-5668-7CE3-0FED04F8A2F5}"/>
          </ac:picMkLst>
        </pc:picChg>
        <pc:picChg chg="add del mod">
          <ac:chgData name="池口　晃太" userId="dec468ab-743d-4860-a388-077b2b03ea36" providerId="ADAL" clId="{CCD9B3B3-A6B6-4A27-A2FE-34E6FB9D3373}" dt="2024-07-03T15:07:51.406" v="32115" actId="478"/>
          <ac:picMkLst>
            <pc:docMk/>
            <pc:sldMk cId="885892176" sldId="301"/>
            <ac:picMk id="8" creationId="{7B2EBC72-B443-BA9E-71E6-13A1DD6709CC}"/>
          </ac:picMkLst>
        </pc:picChg>
        <pc:picChg chg="mod">
          <ac:chgData name="池口　晃太" userId="dec468ab-743d-4860-a388-077b2b03ea36" providerId="ADAL" clId="{CCD9B3B3-A6B6-4A27-A2FE-34E6FB9D3373}" dt="2024-07-03T15:08:26.894" v="32119"/>
          <ac:picMkLst>
            <pc:docMk/>
            <pc:sldMk cId="885892176" sldId="301"/>
            <ac:picMk id="9" creationId="{9B438453-5286-2D26-C3E4-11EEEADC0A93}"/>
          </ac:picMkLst>
        </pc:picChg>
        <pc:picChg chg="mod">
          <ac:chgData name="池口　晃太" userId="dec468ab-743d-4860-a388-077b2b03ea36" providerId="ADAL" clId="{CCD9B3B3-A6B6-4A27-A2FE-34E6FB9D3373}" dt="2024-07-03T15:08:26.894" v="32119"/>
          <ac:picMkLst>
            <pc:docMk/>
            <pc:sldMk cId="885892176" sldId="301"/>
            <ac:picMk id="10" creationId="{CCF2C65C-74D3-5F62-9266-E80F9B35E9CD}"/>
          </ac:picMkLst>
        </pc:picChg>
        <pc:picChg chg="add del mod">
          <ac:chgData name="池口　晃太" userId="dec468ab-743d-4860-a388-077b2b03ea36" providerId="ADAL" clId="{CCD9B3B3-A6B6-4A27-A2FE-34E6FB9D3373}" dt="2024-07-03T15:07:46.937" v="32112" actId="478"/>
          <ac:picMkLst>
            <pc:docMk/>
            <pc:sldMk cId="885892176" sldId="301"/>
            <ac:picMk id="11" creationId="{66E9306B-7335-7F27-CDDA-53B6F90CBB1E}"/>
          </ac:picMkLst>
        </pc:picChg>
        <pc:picChg chg="mod">
          <ac:chgData name="池口　晃太" userId="dec468ab-743d-4860-a388-077b2b03ea36" providerId="ADAL" clId="{CCD9B3B3-A6B6-4A27-A2FE-34E6FB9D3373}" dt="2024-07-03T15:08:26.894" v="32119"/>
          <ac:picMkLst>
            <pc:docMk/>
            <pc:sldMk cId="885892176" sldId="301"/>
            <ac:picMk id="12" creationId="{AD0FD248-6EB0-7831-CD41-D463E5E24DF0}"/>
          </ac:picMkLst>
        </pc:picChg>
        <pc:picChg chg="mod">
          <ac:chgData name="池口　晃太" userId="dec468ab-743d-4860-a388-077b2b03ea36" providerId="ADAL" clId="{CCD9B3B3-A6B6-4A27-A2FE-34E6FB9D3373}" dt="2024-07-03T15:08:26.894" v="32119"/>
          <ac:picMkLst>
            <pc:docMk/>
            <pc:sldMk cId="885892176" sldId="301"/>
            <ac:picMk id="18" creationId="{957EDDE3-8B65-5641-99B8-8F998263F0B0}"/>
          </ac:picMkLst>
        </pc:picChg>
        <pc:picChg chg="mod">
          <ac:chgData name="池口　晃太" userId="dec468ab-743d-4860-a388-077b2b03ea36" providerId="ADAL" clId="{CCD9B3B3-A6B6-4A27-A2FE-34E6FB9D3373}" dt="2024-07-03T15:08:26.894" v="32119"/>
          <ac:picMkLst>
            <pc:docMk/>
            <pc:sldMk cId="885892176" sldId="301"/>
            <ac:picMk id="19" creationId="{E5B41A6C-47A0-77D2-53D6-1DB34C831221}"/>
          </ac:picMkLst>
        </pc:picChg>
        <pc:picChg chg="mod">
          <ac:chgData name="池口　晃太" userId="dec468ab-743d-4860-a388-077b2b03ea36" providerId="ADAL" clId="{CCD9B3B3-A6B6-4A27-A2FE-34E6FB9D3373}" dt="2024-07-03T15:08:26.894" v="32119"/>
          <ac:picMkLst>
            <pc:docMk/>
            <pc:sldMk cId="885892176" sldId="301"/>
            <ac:picMk id="20" creationId="{1EA083FA-F1BF-DBBA-C271-8CA321A3A778}"/>
          </ac:picMkLst>
        </pc:picChg>
        <pc:picChg chg="mod">
          <ac:chgData name="池口　晃太" userId="dec468ab-743d-4860-a388-077b2b03ea36" providerId="ADAL" clId="{CCD9B3B3-A6B6-4A27-A2FE-34E6FB9D3373}" dt="2024-07-03T15:08:26.894" v="32119"/>
          <ac:picMkLst>
            <pc:docMk/>
            <pc:sldMk cId="885892176" sldId="301"/>
            <ac:picMk id="21" creationId="{4115AFC5-C80F-D5E6-2B37-77BDF5D4DB0C}"/>
          </ac:picMkLst>
        </pc:picChg>
        <pc:picChg chg="mod">
          <ac:chgData name="池口　晃太" userId="dec468ab-743d-4860-a388-077b2b03ea36" providerId="ADAL" clId="{CCD9B3B3-A6B6-4A27-A2FE-34E6FB9D3373}" dt="2024-07-03T15:08:26.894" v="32119"/>
          <ac:picMkLst>
            <pc:docMk/>
            <pc:sldMk cId="885892176" sldId="301"/>
            <ac:picMk id="22" creationId="{7B9887F3-3053-8971-0EA2-DAE127046519}"/>
          </ac:picMkLst>
        </pc:picChg>
        <pc:picChg chg="mod">
          <ac:chgData name="池口　晃太" userId="dec468ab-743d-4860-a388-077b2b03ea36" providerId="ADAL" clId="{CCD9B3B3-A6B6-4A27-A2FE-34E6FB9D3373}" dt="2024-07-03T15:08:39.255" v="32123"/>
          <ac:picMkLst>
            <pc:docMk/>
            <pc:sldMk cId="885892176" sldId="301"/>
            <ac:picMk id="24" creationId="{3E464742-5AE6-100C-A0DB-4298296BE143}"/>
          </ac:picMkLst>
        </pc:picChg>
        <pc:picChg chg="mod">
          <ac:chgData name="池口　晃太" userId="dec468ab-743d-4860-a388-077b2b03ea36" providerId="ADAL" clId="{CCD9B3B3-A6B6-4A27-A2FE-34E6FB9D3373}" dt="2024-07-03T15:08:39.255" v="32123"/>
          <ac:picMkLst>
            <pc:docMk/>
            <pc:sldMk cId="885892176" sldId="301"/>
            <ac:picMk id="25" creationId="{A9F22C79-FCE1-1247-95B5-0E38CB0ACB22}"/>
          </ac:picMkLst>
        </pc:picChg>
        <pc:picChg chg="mod">
          <ac:chgData name="池口　晃太" userId="dec468ab-743d-4860-a388-077b2b03ea36" providerId="ADAL" clId="{CCD9B3B3-A6B6-4A27-A2FE-34E6FB9D3373}" dt="2024-07-03T15:08:39.255" v="32123"/>
          <ac:picMkLst>
            <pc:docMk/>
            <pc:sldMk cId="885892176" sldId="301"/>
            <ac:picMk id="26" creationId="{6D5B98DD-C965-B8F5-0312-0C0A8B4DD271}"/>
          </ac:picMkLst>
        </pc:picChg>
        <pc:picChg chg="mod">
          <ac:chgData name="池口　晃太" userId="dec468ab-743d-4860-a388-077b2b03ea36" providerId="ADAL" clId="{CCD9B3B3-A6B6-4A27-A2FE-34E6FB9D3373}" dt="2024-07-03T15:08:39.255" v="32123"/>
          <ac:picMkLst>
            <pc:docMk/>
            <pc:sldMk cId="885892176" sldId="301"/>
            <ac:picMk id="27" creationId="{38F95625-46AC-576A-725C-DBD73C0AF701}"/>
          </ac:picMkLst>
        </pc:picChg>
        <pc:picChg chg="mod">
          <ac:chgData name="池口　晃太" userId="dec468ab-743d-4860-a388-077b2b03ea36" providerId="ADAL" clId="{CCD9B3B3-A6B6-4A27-A2FE-34E6FB9D3373}" dt="2024-07-03T15:08:39.255" v="32123"/>
          <ac:picMkLst>
            <pc:docMk/>
            <pc:sldMk cId="885892176" sldId="301"/>
            <ac:picMk id="28" creationId="{F23D886B-66C6-1BE4-2952-7CF3E485AD8B}"/>
          </ac:picMkLst>
        </pc:picChg>
        <pc:picChg chg="mod">
          <ac:chgData name="池口　晃太" userId="dec468ab-743d-4860-a388-077b2b03ea36" providerId="ADAL" clId="{CCD9B3B3-A6B6-4A27-A2FE-34E6FB9D3373}" dt="2024-07-03T15:08:39.255" v="32123"/>
          <ac:picMkLst>
            <pc:docMk/>
            <pc:sldMk cId="885892176" sldId="301"/>
            <ac:picMk id="29" creationId="{B12E3C1D-E995-1969-5F9A-A91436E64106}"/>
          </ac:picMkLst>
        </pc:picChg>
        <pc:picChg chg="mod">
          <ac:chgData name="池口　晃太" userId="dec468ab-743d-4860-a388-077b2b03ea36" providerId="ADAL" clId="{CCD9B3B3-A6B6-4A27-A2FE-34E6FB9D3373}" dt="2024-07-03T15:08:39.255" v="32123"/>
          <ac:picMkLst>
            <pc:docMk/>
            <pc:sldMk cId="885892176" sldId="301"/>
            <ac:picMk id="30" creationId="{51DB085B-8C43-EE5A-AFFB-EED991EA2BF1}"/>
          </ac:picMkLst>
        </pc:picChg>
        <pc:picChg chg="mod">
          <ac:chgData name="池口　晃太" userId="dec468ab-743d-4860-a388-077b2b03ea36" providerId="ADAL" clId="{CCD9B3B3-A6B6-4A27-A2FE-34E6FB9D3373}" dt="2024-07-03T15:08:39.255" v="32123"/>
          <ac:picMkLst>
            <pc:docMk/>
            <pc:sldMk cId="885892176" sldId="301"/>
            <ac:picMk id="31" creationId="{2894FA6A-59CA-9E72-5AFD-8C6D7661421D}"/>
          </ac:picMkLst>
        </pc:picChg>
        <pc:picChg chg="mod">
          <ac:chgData name="池口　晃太" userId="dec468ab-743d-4860-a388-077b2b03ea36" providerId="ADAL" clId="{CCD9B3B3-A6B6-4A27-A2FE-34E6FB9D3373}" dt="2024-07-03T15:08:39.255" v="32123"/>
          <ac:picMkLst>
            <pc:docMk/>
            <pc:sldMk cId="885892176" sldId="301"/>
            <ac:picMk id="32" creationId="{6F8AB4EF-9D16-04FF-C445-664E191ABC26}"/>
          </ac:picMkLst>
        </pc:picChg>
        <pc:picChg chg="mod">
          <ac:chgData name="池口　晃太" userId="dec468ab-743d-4860-a388-077b2b03ea36" providerId="ADAL" clId="{CCD9B3B3-A6B6-4A27-A2FE-34E6FB9D3373}" dt="2024-07-03T15:08:39.255" v="32123"/>
          <ac:picMkLst>
            <pc:docMk/>
            <pc:sldMk cId="885892176" sldId="301"/>
            <ac:picMk id="33" creationId="{61A95A5A-4BD7-FA0C-0A22-B8671091119B}"/>
          </ac:picMkLst>
        </pc:picChg>
        <pc:picChg chg="mod">
          <ac:chgData name="池口　晃太" userId="dec468ab-743d-4860-a388-077b2b03ea36" providerId="ADAL" clId="{CCD9B3B3-A6B6-4A27-A2FE-34E6FB9D3373}" dt="2024-07-03T15:08:42.861" v="32126"/>
          <ac:picMkLst>
            <pc:docMk/>
            <pc:sldMk cId="885892176" sldId="301"/>
            <ac:picMk id="35" creationId="{EDF13DAC-F622-1BB9-4091-0B6E67719389}"/>
          </ac:picMkLst>
        </pc:picChg>
        <pc:picChg chg="mod">
          <ac:chgData name="池口　晃太" userId="dec468ab-743d-4860-a388-077b2b03ea36" providerId="ADAL" clId="{CCD9B3B3-A6B6-4A27-A2FE-34E6FB9D3373}" dt="2024-07-03T15:08:42.861" v="32126"/>
          <ac:picMkLst>
            <pc:docMk/>
            <pc:sldMk cId="885892176" sldId="301"/>
            <ac:picMk id="36" creationId="{D20A0B97-34BD-C3D0-39FA-072D4A6C96C6}"/>
          </ac:picMkLst>
        </pc:picChg>
        <pc:picChg chg="mod">
          <ac:chgData name="池口　晃太" userId="dec468ab-743d-4860-a388-077b2b03ea36" providerId="ADAL" clId="{CCD9B3B3-A6B6-4A27-A2FE-34E6FB9D3373}" dt="2024-07-03T15:08:42.861" v="32126"/>
          <ac:picMkLst>
            <pc:docMk/>
            <pc:sldMk cId="885892176" sldId="301"/>
            <ac:picMk id="37" creationId="{DA4184E2-E4CC-8B43-A692-33E543677F5A}"/>
          </ac:picMkLst>
        </pc:picChg>
        <pc:picChg chg="mod">
          <ac:chgData name="池口　晃太" userId="dec468ab-743d-4860-a388-077b2b03ea36" providerId="ADAL" clId="{CCD9B3B3-A6B6-4A27-A2FE-34E6FB9D3373}" dt="2024-07-03T15:08:42.861" v="32126"/>
          <ac:picMkLst>
            <pc:docMk/>
            <pc:sldMk cId="885892176" sldId="301"/>
            <ac:picMk id="38" creationId="{62B93919-ACBF-FAEF-FBFF-E8CC9DE6A6FE}"/>
          </ac:picMkLst>
        </pc:picChg>
        <pc:picChg chg="mod">
          <ac:chgData name="池口　晃太" userId="dec468ab-743d-4860-a388-077b2b03ea36" providerId="ADAL" clId="{CCD9B3B3-A6B6-4A27-A2FE-34E6FB9D3373}" dt="2024-07-03T15:08:42.861" v="32126"/>
          <ac:picMkLst>
            <pc:docMk/>
            <pc:sldMk cId="885892176" sldId="301"/>
            <ac:picMk id="39" creationId="{373E6530-C51B-20AF-CCE5-561B12A6C460}"/>
          </ac:picMkLst>
        </pc:picChg>
        <pc:picChg chg="mod">
          <ac:chgData name="池口　晃太" userId="dec468ab-743d-4860-a388-077b2b03ea36" providerId="ADAL" clId="{CCD9B3B3-A6B6-4A27-A2FE-34E6FB9D3373}" dt="2024-07-03T15:08:42.861" v="32126"/>
          <ac:picMkLst>
            <pc:docMk/>
            <pc:sldMk cId="885892176" sldId="301"/>
            <ac:picMk id="40" creationId="{88FF8F55-D878-6D2D-00E5-B5D0D7423F7E}"/>
          </ac:picMkLst>
        </pc:picChg>
        <pc:picChg chg="mod">
          <ac:chgData name="池口　晃太" userId="dec468ab-743d-4860-a388-077b2b03ea36" providerId="ADAL" clId="{CCD9B3B3-A6B6-4A27-A2FE-34E6FB9D3373}" dt="2024-07-03T15:08:42.861" v="32126"/>
          <ac:picMkLst>
            <pc:docMk/>
            <pc:sldMk cId="885892176" sldId="301"/>
            <ac:picMk id="41" creationId="{3204962E-23F4-4E4D-D15D-1B0006BC50E5}"/>
          </ac:picMkLst>
        </pc:picChg>
        <pc:picChg chg="mod">
          <ac:chgData name="池口　晃太" userId="dec468ab-743d-4860-a388-077b2b03ea36" providerId="ADAL" clId="{CCD9B3B3-A6B6-4A27-A2FE-34E6FB9D3373}" dt="2024-07-03T15:08:42.861" v="32126"/>
          <ac:picMkLst>
            <pc:docMk/>
            <pc:sldMk cId="885892176" sldId="301"/>
            <ac:picMk id="42" creationId="{ABD9648E-CBF7-0B9D-F43A-9A2134B560C3}"/>
          </ac:picMkLst>
        </pc:picChg>
        <pc:picChg chg="mod">
          <ac:chgData name="池口　晃太" userId="dec468ab-743d-4860-a388-077b2b03ea36" providerId="ADAL" clId="{CCD9B3B3-A6B6-4A27-A2FE-34E6FB9D3373}" dt="2024-07-03T15:08:42.861" v="32126"/>
          <ac:picMkLst>
            <pc:docMk/>
            <pc:sldMk cId="885892176" sldId="301"/>
            <ac:picMk id="43" creationId="{0905864A-583E-DFF1-5496-FEE9B96D148C}"/>
          </ac:picMkLst>
        </pc:picChg>
        <pc:picChg chg="mod">
          <ac:chgData name="池口　晃太" userId="dec468ab-743d-4860-a388-077b2b03ea36" providerId="ADAL" clId="{CCD9B3B3-A6B6-4A27-A2FE-34E6FB9D3373}" dt="2024-07-03T15:08:42.861" v="32126"/>
          <ac:picMkLst>
            <pc:docMk/>
            <pc:sldMk cId="885892176" sldId="301"/>
            <ac:picMk id="44" creationId="{8334A681-2680-FB07-42DE-6D58763E50E3}"/>
          </ac:picMkLst>
        </pc:picChg>
        <pc:picChg chg="add del mod">
          <ac:chgData name="池口　晃太" userId="dec468ab-743d-4860-a388-077b2b03ea36" providerId="ADAL" clId="{CCD9B3B3-A6B6-4A27-A2FE-34E6FB9D3373}" dt="2024-07-08T06:12:03.292" v="32828" actId="164"/>
          <ac:picMkLst>
            <pc:docMk/>
            <pc:sldMk cId="885892176" sldId="301"/>
            <ac:picMk id="45" creationId="{FDABC9C8-60AA-A7ED-CE18-60A8B5BB752D}"/>
          </ac:picMkLst>
        </pc:picChg>
        <pc:picChg chg="add mod">
          <ac:chgData name="池口　晃太" userId="dec468ab-743d-4860-a388-077b2b03ea36" providerId="ADAL" clId="{CCD9B3B3-A6B6-4A27-A2FE-34E6FB9D3373}" dt="2024-07-08T06:12:03.292" v="32828" actId="164"/>
          <ac:picMkLst>
            <pc:docMk/>
            <pc:sldMk cId="885892176" sldId="301"/>
            <ac:picMk id="49" creationId="{3C4ED2F7-DDB0-35B4-06FC-8F3E51FE7499}"/>
          </ac:picMkLst>
        </pc:picChg>
        <pc:picChg chg="add mod">
          <ac:chgData name="池口　晃太" userId="dec468ab-743d-4860-a388-077b2b03ea36" providerId="ADAL" clId="{CCD9B3B3-A6B6-4A27-A2FE-34E6FB9D3373}" dt="2024-07-08T06:12:03.292" v="32828" actId="164"/>
          <ac:picMkLst>
            <pc:docMk/>
            <pc:sldMk cId="885892176" sldId="301"/>
            <ac:picMk id="51" creationId="{9AF4C5A3-6300-C40F-07EB-2C13C55FDAF0}"/>
          </ac:picMkLst>
        </pc:picChg>
      </pc:sldChg>
      <pc:sldChg chg="delSp add del mod">
        <pc:chgData name="池口　晃太" userId="dec468ab-743d-4860-a388-077b2b03ea36" providerId="ADAL" clId="{CCD9B3B3-A6B6-4A27-A2FE-34E6FB9D3373}" dt="2024-06-26T13:44:06.828" v="12849" actId="47"/>
        <pc:sldMkLst>
          <pc:docMk/>
          <pc:sldMk cId="1716131985" sldId="302"/>
        </pc:sldMkLst>
        <pc:picChg chg="del">
          <ac:chgData name="池口　晃太" userId="dec468ab-743d-4860-a388-077b2b03ea36" providerId="ADAL" clId="{CCD9B3B3-A6B6-4A27-A2FE-34E6FB9D3373}" dt="2024-06-26T13:32:55.045" v="12838" actId="478"/>
          <ac:picMkLst>
            <pc:docMk/>
            <pc:sldMk cId="1716131985" sldId="302"/>
            <ac:picMk id="5" creationId="{2A421797-9E1C-D5FF-FE12-BA5537E72D06}"/>
          </ac:picMkLst>
        </pc:picChg>
      </pc:sldChg>
      <pc:sldChg chg="addSp delSp modSp add mod ord modNotesTx">
        <pc:chgData name="池口　晃太" userId="dec468ab-743d-4860-a388-077b2b03ea36" providerId="ADAL" clId="{CCD9B3B3-A6B6-4A27-A2FE-34E6FB9D3373}" dt="2024-07-09T14:58:04.349" v="33724" actId="20577"/>
        <pc:sldMkLst>
          <pc:docMk/>
          <pc:sldMk cId="1019084019" sldId="303"/>
        </pc:sldMkLst>
        <pc:spChg chg="mod">
          <ac:chgData name="池口　晃太" userId="dec468ab-743d-4860-a388-077b2b03ea36" providerId="ADAL" clId="{CCD9B3B3-A6B6-4A27-A2FE-34E6FB9D3373}" dt="2024-06-26T13:49:58.909" v="12921" actId="1076"/>
          <ac:spMkLst>
            <pc:docMk/>
            <pc:sldMk cId="1019084019" sldId="303"/>
            <ac:spMk id="2" creationId="{CE40E1C7-CCB5-160E-DA6B-137B4687CE8D}"/>
          </ac:spMkLst>
        </pc:spChg>
        <pc:spChg chg="mod">
          <ac:chgData name="池口　晃太" userId="dec468ab-743d-4860-a388-077b2b03ea36" providerId="ADAL" clId="{CCD9B3B3-A6B6-4A27-A2FE-34E6FB9D3373}" dt="2024-07-01T17:23:17.340" v="25555" actId="20577"/>
          <ac:spMkLst>
            <pc:docMk/>
            <pc:sldMk cId="1019084019" sldId="303"/>
            <ac:spMk id="4" creationId="{D65134CF-9010-F5CE-7A44-899208239A1D}"/>
          </ac:spMkLst>
        </pc:spChg>
        <pc:spChg chg="add mod">
          <ac:chgData name="池口　晃太" userId="dec468ab-743d-4860-a388-077b2b03ea36" providerId="ADAL" clId="{CCD9B3B3-A6B6-4A27-A2FE-34E6FB9D3373}" dt="2024-07-03T15:05:06.918" v="32069" actId="207"/>
          <ac:spMkLst>
            <pc:docMk/>
            <pc:sldMk cId="1019084019" sldId="303"/>
            <ac:spMk id="5" creationId="{0F054AA0-AD27-AAA9-CFA4-7E4EBA9F5778}"/>
          </ac:spMkLst>
        </pc:spChg>
        <pc:spChg chg="add mod">
          <ac:chgData name="池口　晃太" userId="dec468ab-743d-4860-a388-077b2b03ea36" providerId="ADAL" clId="{CCD9B3B3-A6B6-4A27-A2FE-34E6FB9D3373}" dt="2024-07-03T15:04:50.072" v="32064" actId="1076"/>
          <ac:spMkLst>
            <pc:docMk/>
            <pc:sldMk cId="1019084019" sldId="303"/>
            <ac:spMk id="7" creationId="{88CAAE21-E175-2E35-5136-70A7CB4EBF26}"/>
          </ac:spMkLst>
        </pc:spChg>
        <pc:spChg chg="add del">
          <ac:chgData name="池口　晃太" userId="dec468ab-743d-4860-a388-077b2b03ea36" providerId="ADAL" clId="{CCD9B3B3-A6B6-4A27-A2FE-34E6FB9D3373}" dt="2024-06-26T13:51:50.960" v="12925" actId="22"/>
          <ac:spMkLst>
            <pc:docMk/>
            <pc:sldMk cId="1019084019" sldId="303"/>
            <ac:spMk id="8" creationId="{674F9164-4543-5D62-77A7-FEEA9D717829}"/>
          </ac:spMkLst>
        </pc:spChg>
        <pc:spChg chg="add mod">
          <ac:chgData name="池口　晃太" userId="dec468ab-743d-4860-a388-077b2b03ea36" providerId="ADAL" clId="{CCD9B3B3-A6B6-4A27-A2FE-34E6FB9D3373}" dt="2024-07-03T15:04:44.725" v="32063" actId="20577"/>
          <ac:spMkLst>
            <pc:docMk/>
            <pc:sldMk cId="1019084019" sldId="303"/>
            <ac:spMk id="10" creationId="{AE9DD11B-42E8-C05D-078C-13C6381AA0BF}"/>
          </ac:spMkLst>
        </pc:spChg>
        <pc:spChg chg="add del mod">
          <ac:chgData name="池口　晃太" userId="dec468ab-743d-4860-a388-077b2b03ea36" providerId="ADAL" clId="{CCD9B3B3-A6B6-4A27-A2FE-34E6FB9D3373}" dt="2024-06-26T13:53:02.557" v="12941"/>
          <ac:spMkLst>
            <pc:docMk/>
            <pc:sldMk cId="1019084019" sldId="303"/>
            <ac:spMk id="11" creationId="{37092E84-B57F-4D52-882D-0B13C82EC727}"/>
          </ac:spMkLst>
        </pc:spChg>
        <pc:spChg chg="add del mod">
          <ac:chgData name="池口　晃太" userId="dec468ab-743d-4860-a388-077b2b03ea36" providerId="ADAL" clId="{CCD9B3B3-A6B6-4A27-A2FE-34E6FB9D3373}" dt="2024-06-26T14:05:18.378" v="13202" actId="478"/>
          <ac:spMkLst>
            <pc:docMk/>
            <pc:sldMk cId="1019084019" sldId="303"/>
            <ac:spMk id="12" creationId="{94C64520-5C7C-50A1-6D7E-CB56B9F3AF09}"/>
          </ac:spMkLst>
        </pc:spChg>
        <pc:spChg chg="add del mod">
          <ac:chgData name="池口　晃太" userId="dec468ab-743d-4860-a388-077b2b03ea36" providerId="ADAL" clId="{CCD9B3B3-A6B6-4A27-A2FE-34E6FB9D3373}" dt="2024-07-01T17:23:36.513" v="25561" actId="478"/>
          <ac:spMkLst>
            <pc:docMk/>
            <pc:sldMk cId="1019084019" sldId="303"/>
            <ac:spMk id="13" creationId="{BE079C44-CB3A-D54B-9445-AB339B145D41}"/>
          </ac:spMkLst>
        </pc:spChg>
        <pc:spChg chg="add del mod">
          <ac:chgData name="池口　晃太" userId="dec468ab-743d-4860-a388-077b2b03ea36" providerId="ADAL" clId="{CCD9B3B3-A6B6-4A27-A2FE-34E6FB9D3373}" dt="2024-06-26T14:02:48.275" v="13156" actId="478"/>
          <ac:spMkLst>
            <pc:docMk/>
            <pc:sldMk cId="1019084019" sldId="303"/>
            <ac:spMk id="14" creationId="{35235A6A-3014-48DD-CB7C-6323424BA0A7}"/>
          </ac:spMkLst>
        </pc:spChg>
        <pc:spChg chg="add mod">
          <ac:chgData name="池口　晃太" userId="dec468ab-743d-4860-a388-077b2b03ea36" providerId="ADAL" clId="{CCD9B3B3-A6B6-4A27-A2FE-34E6FB9D3373}" dt="2024-06-26T14:05:27.999" v="13204" actId="164"/>
          <ac:spMkLst>
            <pc:docMk/>
            <pc:sldMk cId="1019084019" sldId="303"/>
            <ac:spMk id="15" creationId="{EBB98E8B-6218-39F2-F026-68B0463E8C69}"/>
          </ac:spMkLst>
        </pc:spChg>
        <pc:spChg chg="add del mod">
          <ac:chgData name="池口　晃太" userId="dec468ab-743d-4860-a388-077b2b03ea36" providerId="ADAL" clId="{CCD9B3B3-A6B6-4A27-A2FE-34E6FB9D3373}" dt="2024-06-26T14:04:47.488" v="13198"/>
          <ac:spMkLst>
            <pc:docMk/>
            <pc:sldMk cId="1019084019" sldId="303"/>
            <ac:spMk id="17" creationId="{C2858FD7-F535-5CFB-D6FE-A8617EB5FC21}"/>
          </ac:spMkLst>
        </pc:spChg>
        <pc:grpChg chg="add del mod">
          <ac:chgData name="池口　晃太" userId="dec468ab-743d-4860-a388-077b2b03ea36" providerId="ADAL" clId="{CCD9B3B3-A6B6-4A27-A2FE-34E6FB9D3373}" dt="2024-07-01T17:23:32.400" v="25559" actId="478"/>
          <ac:grpSpMkLst>
            <pc:docMk/>
            <pc:sldMk cId="1019084019" sldId="303"/>
            <ac:grpSpMk id="18" creationId="{D78F446C-2C47-CAC5-49BC-83B6B8AC6D65}"/>
          </ac:grpSpMkLst>
        </pc:grpChg>
        <pc:picChg chg="del">
          <ac:chgData name="池口　晃太" userId="dec468ab-743d-4860-a388-077b2b03ea36" providerId="ADAL" clId="{CCD9B3B3-A6B6-4A27-A2FE-34E6FB9D3373}" dt="2024-06-26T13:32:57.318" v="12840" actId="478"/>
          <ac:picMkLst>
            <pc:docMk/>
            <pc:sldMk cId="1019084019" sldId="303"/>
            <ac:picMk id="5" creationId="{2A421797-9E1C-D5FF-FE12-BA5537E72D06}"/>
          </ac:picMkLst>
        </pc:picChg>
        <pc:picChg chg="add mod modCrop">
          <ac:chgData name="池口　晃太" userId="dec468ab-743d-4860-a388-077b2b03ea36" providerId="ADAL" clId="{CCD9B3B3-A6B6-4A27-A2FE-34E6FB9D3373}" dt="2024-06-26T14:05:27.999" v="13204" actId="164"/>
          <ac:picMkLst>
            <pc:docMk/>
            <pc:sldMk cId="1019084019" sldId="303"/>
            <ac:picMk id="6" creationId="{8B7D9F46-41DB-CFA0-54D9-BF6A3B5AF94F}"/>
          </ac:picMkLst>
        </pc:picChg>
      </pc:sldChg>
      <pc:sldChg chg="delSp modSp add mod ord modShow modNotesTx">
        <pc:chgData name="池口　晃太" userId="dec468ab-743d-4860-a388-077b2b03ea36" providerId="ADAL" clId="{CCD9B3B3-A6B6-4A27-A2FE-34E6FB9D3373}" dt="2024-07-10T07:12:16.703" v="33944"/>
        <pc:sldMkLst>
          <pc:docMk/>
          <pc:sldMk cId="547533859" sldId="304"/>
        </pc:sldMkLst>
        <pc:spChg chg="mod">
          <ac:chgData name="池口　晃太" userId="dec468ab-743d-4860-a388-077b2b03ea36" providerId="ADAL" clId="{CCD9B3B3-A6B6-4A27-A2FE-34E6FB9D3373}" dt="2024-07-02T18:38:56.470" v="27938" actId="20577"/>
          <ac:spMkLst>
            <pc:docMk/>
            <pc:sldMk cId="547533859" sldId="304"/>
            <ac:spMk id="2" creationId="{B9F7340E-EEB7-BCEE-3B12-DC70175777E3}"/>
          </ac:spMkLst>
        </pc:spChg>
        <pc:spChg chg="mod">
          <ac:chgData name="池口　晃太" userId="dec468ab-743d-4860-a388-077b2b03ea36" providerId="ADAL" clId="{CCD9B3B3-A6B6-4A27-A2FE-34E6FB9D3373}" dt="2024-07-01T16:50:39.677" v="24706" actId="20577"/>
          <ac:spMkLst>
            <pc:docMk/>
            <pc:sldMk cId="547533859" sldId="304"/>
            <ac:spMk id="4" creationId="{38E8A619-37DE-0F76-6BBE-1AC22A86F48F}"/>
          </ac:spMkLst>
        </pc:spChg>
        <pc:spChg chg="del">
          <ac:chgData name="池口　晃太" userId="dec468ab-743d-4860-a388-077b2b03ea36" providerId="ADAL" clId="{CCD9B3B3-A6B6-4A27-A2FE-34E6FB9D3373}" dt="2024-06-26T14:56:36.926" v="14229" actId="478"/>
          <ac:spMkLst>
            <pc:docMk/>
            <pc:sldMk cId="547533859" sldId="304"/>
            <ac:spMk id="10" creationId="{A6B2604F-B053-1BC3-0312-DBED8D10F8FB}"/>
          </ac:spMkLst>
        </pc:spChg>
        <pc:spChg chg="del">
          <ac:chgData name="池口　晃太" userId="dec468ab-743d-4860-a388-077b2b03ea36" providerId="ADAL" clId="{CCD9B3B3-A6B6-4A27-A2FE-34E6FB9D3373}" dt="2024-06-26T14:56:35.476" v="14228" actId="478"/>
          <ac:spMkLst>
            <pc:docMk/>
            <pc:sldMk cId="547533859" sldId="304"/>
            <ac:spMk id="15" creationId="{5E863D3E-C5DF-CDD0-8E28-0E55BB2224A0}"/>
          </ac:spMkLst>
        </pc:spChg>
        <pc:spChg chg="mod">
          <ac:chgData name="池口　晃太" userId="dec468ab-743d-4860-a388-077b2b03ea36" providerId="ADAL" clId="{CCD9B3B3-A6B6-4A27-A2FE-34E6FB9D3373}" dt="2024-07-01T03:22:43.059" v="15781" actId="20577"/>
          <ac:spMkLst>
            <pc:docMk/>
            <pc:sldMk cId="547533859" sldId="304"/>
            <ac:spMk id="16" creationId="{47B2D206-D388-71A1-37DC-60A6C4EA1518}"/>
          </ac:spMkLst>
        </pc:spChg>
        <pc:picChg chg="mod">
          <ac:chgData name="池口　晃太" userId="dec468ab-743d-4860-a388-077b2b03ea36" providerId="ADAL" clId="{CCD9B3B3-A6B6-4A27-A2FE-34E6FB9D3373}" dt="2024-06-26T14:56:25.840" v="14227" actId="1076"/>
          <ac:picMkLst>
            <pc:docMk/>
            <pc:sldMk cId="547533859" sldId="304"/>
            <ac:picMk id="14" creationId="{30F702B5-2469-C1C6-62AC-0AFD48B5E444}"/>
          </ac:picMkLst>
        </pc:picChg>
      </pc:sldChg>
      <pc:sldChg chg="delSp add del mod">
        <pc:chgData name="池口　晃太" userId="dec468ab-743d-4860-a388-077b2b03ea36" providerId="ADAL" clId="{CCD9B3B3-A6B6-4A27-A2FE-34E6FB9D3373}" dt="2024-06-26T14:27:13.639" v="13607" actId="47"/>
        <pc:sldMkLst>
          <pc:docMk/>
          <pc:sldMk cId="2904331963" sldId="304"/>
        </pc:sldMkLst>
        <pc:spChg chg="del">
          <ac:chgData name="池口　晃太" userId="dec468ab-743d-4860-a388-077b2b03ea36" providerId="ADAL" clId="{CCD9B3B3-A6B6-4A27-A2FE-34E6FB9D3373}" dt="2024-06-26T14:25:39.601" v="13597" actId="478"/>
          <ac:spMkLst>
            <pc:docMk/>
            <pc:sldMk cId="2904331963" sldId="304"/>
            <ac:spMk id="4" creationId="{B2D86283-597C-044F-092E-1866B063A9B6}"/>
          </ac:spMkLst>
        </pc:spChg>
      </pc:sldChg>
      <pc:sldChg chg="addSp delSp modSp add mod modNotesTx">
        <pc:chgData name="池口　晃太" userId="dec468ab-743d-4860-a388-077b2b03ea36" providerId="ADAL" clId="{CCD9B3B3-A6B6-4A27-A2FE-34E6FB9D3373}" dt="2024-07-02T21:39:18.903" v="31744" actId="20577"/>
        <pc:sldMkLst>
          <pc:docMk/>
          <pc:sldMk cId="2284297729" sldId="305"/>
        </pc:sldMkLst>
        <pc:spChg chg="mod">
          <ac:chgData name="池口　晃太" userId="dec468ab-743d-4860-a388-077b2b03ea36" providerId="ADAL" clId="{CCD9B3B3-A6B6-4A27-A2FE-34E6FB9D3373}" dt="2024-07-01T08:13:41.301" v="18077" actId="14100"/>
          <ac:spMkLst>
            <pc:docMk/>
            <pc:sldMk cId="2284297729" sldId="305"/>
            <ac:spMk id="2" creationId="{9BADBE35-2848-ACCB-41FC-35AFFE61DE01}"/>
          </ac:spMkLst>
        </pc:spChg>
        <pc:spChg chg="del mod">
          <ac:chgData name="池口　晃太" userId="dec468ab-743d-4860-a388-077b2b03ea36" providerId="ADAL" clId="{CCD9B3B3-A6B6-4A27-A2FE-34E6FB9D3373}" dt="2024-07-01T03:54:36.702" v="16558"/>
          <ac:spMkLst>
            <pc:docMk/>
            <pc:sldMk cId="2284297729" sldId="305"/>
            <ac:spMk id="3" creationId="{3489893A-F54C-D5D4-7DDC-1E35718BE666}"/>
          </ac:spMkLst>
        </pc:spChg>
        <pc:spChg chg="add del mod">
          <ac:chgData name="池口　晃太" userId="dec468ab-743d-4860-a388-077b2b03ea36" providerId="ADAL" clId="{CCD9B3B3-A6B6-4A27-A2FE-34E6FB9D3373}" dt="2024-07-01T08:09:57.885" v="17978" actId="478"/>
          <ac:spMkLst>
            <pc:docMk/>
            <pc:sldMk cId="2284297729" sldId="305"/>
            <ac:spMk id="5" creationId="{71B0DEA6-E4A4-B8F9-0CAC-D149ACDC130A}"/>
          </ac:spMkLst>
        </pc:spChg>
        <pc:spChg chg="add mod">
          <ac:chgData name="池口　晃太" userId="dec468ab-743d-4860-a388-077b2b03ea36" providerId="ADAL" clId="{CCD9B3B3-A6B6-4A27-A2FE-34E6FB9D3373}" dt="2024-07-01T08:13:35.454" v="18076" actId="1076"/>
          <ac:spMkLst>
            <pc:docMk/>
            <pc:sldMk cId="2284297729" sldId="305"/>
            <ac:spMk id="6" creationId="{7A520933-353C-8F0F-99F7-9A7314CB4844}"/>
          </ac:spMkLst>
        </pc:spChg>
        <pc:spChg chg="add mod">
          <ac:chgData name="池口　晃太" userId="dec468ab-743d-4860-a388-077b2b03ea36" providerId="ADAL" clId="{CCD9B3B3-A6B6-4A27-A2FE-34E6FB9D3373}" dt="2024-07-02T19:26:31.230" v="29592" actId="20577"/>
          <ac:spMkLst>
            <pc:docMk/>
            <pc:sldMk cId="2284297729" sldId="305"/>
            <ac:spMk id="7" creationId="{0B57D940-6EED-99AC-0129-790C6E0F41D9}"/>
          </ac:spMkLst>
        </pc:spChg>
      </pc:sldChg>
      <pc:sldChg chg="add del">
        <pc:chgData name="池口　晃太" userId="dec468ab-743d-4860-a388-077b2b03ea36" providerId="ADAL" clId="{CCD9B3B3-A6B6-4A27-A2FE-34E6FB9D3373}" dt="2024-06-26T16:08:04.816" v="14770" actId="47"/>
        <pc:sldMkLst>
          <pc:docMk/>
          <pc:sldMk cId="4177470181" sldId="305"/>
        </pc:sldMkLst>
      </pc:sldChg>
      <pc:sldChg chg="addSp delSp modSp add del mod ord">
        <pc:chgData name="池口　晃太" userId="dec468ab-743d-4860-a388-077b2b03ea36" providerId="ADAL" clId="{CCD9B3B3-A6B6-4A27-A2FE-34E6FB9D3373}" dt="2024-07-01T18:11:13.416" v="26690" actId="47"/>
        <pc:sldMkLst>
          <pc:docMk/>
          <pc:sldMk cId="2166405027" sldId="306"/>
        </pc:sldMkLst>
        <pc:spChg chg="mod">
          <ac:chgData name="池口　晃太" userId="dec468ab-743d-4860-a388-077b2b03ea36" providerId="ADAL" clId="{CCD9B3B3-A6B6-4A27-A2FE-34E6FB9D3373}" dt="2024-07-01T18:01:23.407" v="26492" actId="20577"/>
          <ac:spMkLst>
            <pc:docMk/>
            <pc:sldMk cId="2166405027" sldId="306"/>
            <ac:spMk id="2" creationId="{CE40E1C7-CCB5-160E-DA6B-137B4687CE8D}"/>
          </ac:spMkLst>
        </pc:spChg>
        <pc:spChg chg="add del mod">
          <ac:chgData name="池口　晃太" userId="dec468ab-743d-4860-a388-077b2b03ea36" providerId="ADAL" clId="{CCD9B3B3-A6B6-4A27-A2FE-34E6FB9D3373}" dt="2024-07-01T17:22:48.148" v="25530" actId="478"/>
          <ac:spMkLst>
            <pc:docMk/>
            <pc:sldMk cId="2166405027" sldId="306"/>
            <ac:spMk id="6" creationId="{BA246537-AAAA-C499-26CB-EAF24431A391}"/>
          </ac:spMkLst>
        </pc:spChg>
        <pc:spChg chg="add del mod">
          <ac:chgData name="池口　晃太" userId="dec468ab-743d-4860-a388-077b2b03ea36" providerId="ADAL" clId="{CCD9B3B3-A6B6-4A27-A2FE-34E6FB9D3373}" dt="2024-07-01T17:22:48.148" v="25530" actId="478"/>
          <ac:spMkLst>
            <pc:docMk/>
            <pc:sldMk cId="2166405027" sldId="306"/>
            <ac:spMk id="7" creationId="{85C14889-2C89-B60F-C77A-117CAAF9685D}"/>
          </ac:spMkLst>
        </pc:spChg>
        <pc:spChg chg="add del mod">
          <ac:chgData name="池口　晃太" userId="dec468ab-743d-4860-a388-077b2b03ea36" providerId="ADAL" clId="{CCD9B3B3-A6B6-4A27-A2FE-34E6FB9D3373}" dt="2024-07-01T17:22:48.148" v="25530" actId="478"/>
          <ac:spMkLst>
            <pc:docMk/>
            <pc:sldMk cId="2166405027" sldId="306"/>
            <ac:spMk id="8" creationId="{46297C6E-00B0-0B0A-7F8C-A43ACD24DF0F}"/>
          </ac:spMkLst>
        </pc:spChg>
        <pc:spChg chg="mod">
          <ac:chgData name="池口　晃太" userId="dec468ab-743d-4860-a388-077b2b03ea36" providerId="ADAL" clId="{CCD9B3B3-A6B6-4A27-A2FE-34E6FB9D3373}" dt="2024-07-01T17:44:15.904" v="26437" actId="1076"/>
          <ac:spMkLst>
            <pc:docMk/>
            <pc:sldMk cId="2166405027" sldId="306"/>
            <ac:spMk id="12" creationId="{05A1330B-03E5-D1AE-47C6-582AE6C88FEB}"/>
          </ac:spMkLst>
        </pc:spChg>
        <pc:spChg chg="mod">
          <ac:chgData name="池口　晃太" userId="dec468ab-743d-4860-a388-077b2b03ea36" providerId="ADAL" clId="{CCD9B3B3-A6B6-4A27-A2FE-34E6FB9D3373}" dt="2024-07-01T17:44:21.960" v="26439" actId="20577"/>
          <ac:spMkLst>
            <pc:docMk/>
            <pc:sldMk cId="2166405027" sldId="306"/>
            <ac:spMk id="13" creationId="{10197B5A-536A-3BB1-C331-CE63524D71C7}"/>
          </ac:spMkLst>
        </pc:spChg>
        <pc:grpChg chg="del">
          <ac:chgData name="池口　晃太" userId="dec468ab-743d-4860-a388-077b2b03ea36" providerId="ADAL" clId="{CCD9B3B3-A6B6-4A27-A2FE-34E6FB9D3373}" dt="2024-07-01T05:12:33.157" v="16696" actId="478"/>
          <ac:grpSpMkLst>
            <pc:docMk/>
            <pc:sldMk cId="2166405027" sldId="306"/>
            <ac:grpSpMk id="10" creationId="{5E0F7DA1-B1B5-B7A3-B4CE-AE6F72482946}"/>
          </ac:grpSpMkLst>
        </pc:grpChg>
      </pc:sldChg>
      <pc:sldChg chg="modSp add mod modNotesTx">
        <pc:chgData name="池口　晃太" userId="dec468ab-743d-4860-a388-077b2b03ea36" providerId="ADAL" clId="{CCD9B3B3-A6B6-4A27-A2FE-34E6FB9D3373}" dt="2024-07-02T19:30:47.453" v="29708" actId="20577"/>
        <pc:sldMkLst>
          <pc:docMk/>
          <pc:sldMk cId="1461216721" sldId="307"/>
        </pc:sldMkLst>
        <pc:spChg chg="mod">
          <ac:chgData name="池口　晃太" userId="dec468ab-743d-4860-a388-077b2b03ea36" providerId="ADAL" clId="{CCD9B3B3-A6B6-4A27-A2FE-34E6FB9D3373}" dt="2024-07-02T19:30:47.453" v="29708" actId="20577"/>
          <ac:spMkLst>
            <pc:docMk/>
            <pc:sldMk cId="1461216721" sldId="307"/>
            <ac:spMk id="7" creationId="{0B57D940-6EED-99AC-0129-790C6E0F41D9}"/>
          </ac:spMkLst>
        </pc:spChg>
      </pc:sldChg>
      <pc:sldChg chg="addSp delSp modSp add mod modNotesTx">
        <pc:chgData name="池口　晃太" userId="dec468ab-743d-4860-a388-077b2b03ea36" providerId="ADAL" clId="{CCD9B3B3-A6B6-4A27-A2FE-34E6FB9D3373}" dt="2024-07-08T13:01:27.640" v="33303" actId="20577"/>
        <pc:sldMkLst>
          <pc:docMk/>
          <pc:sldMk cId="2656734789" sldId="308"/>
        </pc:sldMkLst>
        <pc:spChg chg="mod">
          <ac:chgData name="池口　晃太" userId="dec468ab-743d-4860-a388-077b2b03ea36" providerId="ADAL" clId="{CCD9B3B3-A6B6-4A27-A2FE-34E6FB9D3373}" dt="2024-07-01T08:36:42.562" v="19549" actId="20577"/>
          <ac:spMkLst>
            <pc:docMk/>
            <pc:sldMk cId="2656734789" sldId="308"/>
            <ac:spMk id="2" creationId="{CE40E1C7-CCB5-160E-DA6B-137B4687CE8D}"/>
          </ac:spMkLst>
        </pc:spChg>
        <pc:spChg chg="mod">
          <ac:chgData name="池口　晃太" userId="dec468ab-743d-4860-a388-077b2b03ea36" providerId="ADAL" clId="{CCD9B3B3-A6B6-4A27-A2FE-34E6FB9D3373}" dt="2024-07-01T09:04:25.105" v="19694" actId="20577"/>
          <ac:spMkLst>
            <pc:docMk/>
            <pc:sldMk cId="2656734789" sldId="308"/>
            <ac:spMk id="3" creationId="{252E3B82-FA1F-6CF5-4B60-E8DA8731A948}"/>
          </ac:spMkLst>
        </pc:spChg>
        <pc:spChg chg="add mod">
          <ac:chgData name="池口　晃太" userId="dec468ab-743d-4860-a388-077b2b03ea36" providerId="ADAL" clId="{CCD9B3B3-A6B6-4A27-A2FE-34E6FB9D3373}" dt="2024-07-04T18:53:47.997" v="32623" actId="255"/>
          <ac:spMkLst>
            <pc:docMk/>
            <pc:sldMk cId="2656734789" sldId="308"/>
            <ac:spMk id="6" creationId="{15199A77-8004-34A2-223B-C323932BCD65}"/>
          </ac:spMkLst>
        </pc:spChg>
        <pc:spChg chg="add mod topLvl">
          <ac:chgData name="池口　晃太" userId="dec468ab-743d-4860-a388-077b2b03ea36" providerId="ADAL" clId="{CCD9B3B3-A6B6-4A27-A2FE-34E6FB9D3373}" dt="2024-07-04T18:53:43.819" v="32622" actId="255"/>
          <ac:spMkLst>
            <pc:docMk/>
            <pc:sldMk cId="2656734789" sldId="308"/>
            <ac:spMk id="36" creationId="{9D805942-19F6-707E-5D3F-5694D509D045}"/>
          </ac:spMkLst>
        </pc:spChg>
        <pc:spChg chg="add mod topLvl">
          <ac:chgData name="池口　晃太" userId="dec468ab-743d-4860-a388-077b2b03ea36" providerId="ADAL" clId="{CCD9B3B3-A6B6-4A27-A2FE-34E6FB9D3373}" dt="2024-07-04T18:53:40.737" v="32621" actId="14100"/>
          <ac:spMkLst>
            <pc:docMk/>
            <pc:sldMk cId="2656734789" sldId="308"/>
            <ac:spMk id="37" creationId="{5AD9C6B4-DDDB-1033-BD9E-F7828E418101}"/>
          </ac:spMkLst>
        </pc:spChg>
        <pc:grpChg chg="add del mod">
          <ac:chgData name="池口　晃太" userId="dec468ab-743d-4860-a388-077b2b03ea36" providerId="ADAL" clId="{CCD9B3B3-A6B6-4A27-A2FE-34E6FB9D3373}" dt="2024-07-01T09:01:04.098" v="19640" actId="478"/>
          <ac:grpSpMkLst>
            <pc:docMk/>
            <pc:sldMk cId="2656734789" sldId="308"/>
            <ac:grpSpMk id="6" creationId="{BB89FE0B-3C5F-41A6-3E90-6A4E3447B4B6}"/>
          </ac:grpSpMkLst>
        </pc:grpChg>
        <pc:grpChg chg="mod">
          <ac:chgData name="池口　晃太" userId="dec468ab-743d-4860-a388-077b2b03ea36" providerId="ADAL" clId="{CCD9B3B3-A6B6-4A27-A2FE-34E6FB9D3373}" dt="2024-07-01T09:05:14.709" v="19701" actId="1076"/>
          <ac:grpSpMkLst>
            <pc:docMk/>
            <pc:sldMk cId="2656734789" sldId="308"/>
            <ac:grpSpMk id="9" creationId="{62DD4E79-60AD-3199-5A0B-6F557B3B0A16}"/>
          </ac:grpSpMkLst>
        </pc:grpChg>
        <pc:grpChg chg="add mod">
          <ac:chgData name="池口　晃太" userId="dec468ab-743d-4860-a388-077b2b03ea36" providerId="ADAL" clId="{CCD9B3B3-A6B6-4A27-A2FE-34E6FB9D3373}" dt="2024-07-01T09:05:20.830" v="19703" actId="1076"/>
          <ac:grpSpMkLst>
            <pc:docMk/>
            <pc:sldMk cId="2656734789" sldId="308"/>
            <ac:grpSpMk id="34" creationId="{5CF9691B-FA4D-AB9A-8B6F-89167B977DDB}"/>
          </ac:grpSpMkLst>
        </pc:grpChg>
        <pc:grpChg chg="add del mod">
          <ac:chgData name="池口　晃太" userId="dec468ab-743d-4860-a388-077b2b03ea36" providerId="ADAL" clId="{CCD9B3B3-A6B6-4A27-A2FE-34E6FB9D3373}" dt="2024-07-01T09:05:03.700" v="19698" actId="165"/>
          <ac:grpSpMkLst>
            <pc:docMk/>
            <pc:sldMk cId="2656734789" sldId="308"/>
            <ac:grpSpMk id="38" creationId="{4B4BD546-7D33-0DCA-3EDA-7DC4F6A8825F}"/>
          </ac:grpSpMkLst>
        </pc:grpChg>
        <pc:picChg chg="mod">
          <ac:chgData name="池口　晃太" userId="dec468ab-743d-4860-a388-077b2b03ea36" providerId="ADAL" clId="{CCD9B3B3-A6B6-4A27-A2FE-34E6FB9D3373}" dt="2024-07-01T09:00:51.767" v="19636"/>
          <ac:picMkLst>
            <pc:docMk/>
            <pc:sldMk cId="2656734789" sldId="308"/>
            <ac:picMk id="7" creationId="{21DE8CC8-5F7A-3E14-40EE-1A63C71E8A23}"/>
          </ac:picMkLst>
        </pc:picChg>
        <pc:picChg chg="mod">
          <ac:chgData name="池口　晃太" userId="dec468ab-743d-4860-a388-077b2b03ea36" providerId="ADAL" clId="{CCD9B3B3-A6B6-4A27-A2FE-34E6FB9D3373}" dt="2024-07-01T09:00:51.767" v="19636"/>
          <ac:picMkLst>
            <pc:docMk/>
            <pc:sldMk cId="2656734789" sldId="308"/>
            <ac:picMk id="10" creationId="{13DBB9EF-E5B1-5839-39F6-B0BE1E70AFC8}"/>
          </ac:picMkLst>
        </pc:picChg>
        <pc:picChg chg="mod">
          <ac:chgData name="池口　晃太" userId="dec468ab-743d-4860-a388-077b2b03ea36" providerId="ADAL" clId="{CCD9B3B3-A6B6-4A27-A2FE-34E6FB9D3373}" dt="2024-07-01T09:00:51.767" v="19636"/>
          <ac:picMkLst>
            <pc:docMk/>
            <pc:sldMk cId="2656734789" sldId="308"/>
            <ac:picMk id="11" creationId="{89F7DCC9-6307-3E68-9C0E-54BCB140C78A}"/>
          </ac:picMkLst>
        </pc:picChg>
        <pc:picChg chg="mod">
          <ac:chgData name="池口　晃太" userId="dec468ab-743d-4860-a388-077b2b03ea36" providerId="ADAL" clId="{CCD9B3B3-A6B6-4A27-A2FE-34E6FB9D3373}" dt="2024-07-01T09:00:51.767" v="19636"/>
          <ac:picMkLst>
            <pc:docMk/>
            <pc:sldMk cId="2656734789" sldId="308"/>
            <ac:picMk id="12" creationId="{FC5D3624-0FB6-B2BA-9BF7-DA579DCBFD28}"/>
          </ac:picMkLst>
        </pc:picChg>
        <pc:picChg chg="mod">
          <ac:chgData name="池口　晃太" userId="dec468ab-743d-4860-a388-077b2b03ea36" providerId="ADAL" clId="{CCD9B3B3-A6B6-4A27-A2FE-34E6FB9D3373}" dt="2024-07-01T09:00:51.767" v="19636"/>
          <ac:picMkLst>
            <pc:docMk/>
            <pc:sldMk cId="2656734789" sldId="308"/>
            <ac:picMk id="13" creationId="{070C1DFA-2995-E4FD-34A7-76DB5A517A23}"/>
          </ac:picMkLst>
        </pc:picChg>
        <pc:picChg chg="mod">
          <ac:chgData name="池口　晃太" userId="dec468ab-743d-4860-a388-077b2b03ea36" providerId="ADAL" clId="{CCD9B3B3-A6B6-4A27-A2FE-34E6FB9D3373}" dt="2024-07-01T09:00:51.767" v="19636"/>
          <ac:picMkLst>
            <pc:docMk/>
            <pc:sldMk cId="2656734789" sldId="308"/>
            <ac:picMk id="14" creationId="{5CE803BB-8A26-1C35-552D-709778272E6E}"/>
          </ac:picMkLst>
        </pc:picChg>
        <pc:picChg chg="mod">
          <ac:chgData name="池口　晃太" userId="dec468ab-743d-4860-a388-077b2b03ea36" providerId="ADAL" clId="{CCD9B3B3-A6B6-4A27-A2FE-34E6FB9D3373}" dt="2024-07-01T09:00:51.767" v="19636"/>
          <ac:picMkLst>
            <pc:docMk/>
            <pc:sldMk cId="2656734789" sldId="308"/>
            <ac:picMk id="15" creationId="{519C3FEB-4A41-6C0D-4DF2-E22E08E32F99}"/>
          </ac:picMkLst>
        </pc:picChg>
        <pc:picChg chg="mod">
          <ac:chgData name="池口　晃太" userId="dec468ab-743d-4860-a388-077b2b03ea36" providerId="ADAL" clId="{CCD9B3B3-A6B6-4A27-A2FE-34E6FB9D3373}" dt="2024-07-01T09:00:51.767" v="19636"/>
          <ac:picMkLst>
            <pc:docMk/>
            <pc:sldMk cId="2656734789" sldId="308"/>
            <ac:picMk id="16" creationId="{8F98FFD8-1184-AD43-7162-DE738E3980FF}"/>
          </ac:picMkLst>
        </pc:picChg>
        <pc:picChg chg="mod">
          <ac:chgData name="池口　晃太" userId="dec468ab-743d-4860-a388-077b2b03ea36" providerId="ADAL" clId="{CCD9B3B3-A6B6-4A27-A2FE-34E6FB9D3373}" dt="2024-07-01T09:00:51.767" v="19636"/>
          <ac:picMkLst>
            <pc:docMk/>
            <pc:sldMk cId="2656734789" sldId="308"/>
            <ac:picMk id="17" creationId="{63D75BA7-A513-6133-965E-BF7E85506A2E}"/>
          </ac:picMkLst>
        </pc:picChg>
        <pc:picChg chg="mod">
          <ac:chgData name="池口　晃太" userId="dec468ab-743d-4860-a388-077b2b03ea36" providerId="ADAL" clId="{CCD9B3B3-A6B6-4A27-A2FE-34E6FB9D3373}" dt="2024-07-01T09:00:51.767" v="19636"/>
          <ac:picMkLst>
            <pc:docMk/>
            <pc:sldMk cId="2656734789" sldId="308"/>
            <ac:picMk id="18" creationId="{970EECF3-5D58-A2AD-AA11-BA7F8F6C1CC8}"/>
          </ac:picMkLst>
        </pc:picChg>
        <pc:picChg chg="add del mod">
          <ac:chgData name="池口　晃太" userId="dec468ab-743d-4860-a388-077b2b03ea36" providerId="ADAL" clId="{CCD9B3B3-A6B6-4A27-A2FE-34E6FB9D3373}" dt="2024-07-01T09:01:28.265" v="19651" actId="478"/>
          <ac:picMkLst>
            <pc:docMk/>
            <pc:sldMk cId="2656734789" sldId="308"/>
            <ac:picMk id="20" creationId="{A9E99F27-6211-1EDC-D833-D3053A4259F5}"/>
          </ac:picMkLst>
        </pc:picChg>
        <pc:picChg chg="add del mod">
          <ac:chgData name="池口　晃太" userId="dec468ab-743d-4860-a388-077b2b03ea36" providerId="ADAL" clId="{CCD9B3B3-A6B6-4A27-A2FE-34E6FB9D3373}" dt="2024-07-01T09:01:24.893" v="19650" actId="478"/>
          <ac:picMkLst>
            <pc:docMk/>
            <pc:sldMk cId="2656734789" sldId="308"/>
            <ac:picMk id="21" creationId="{1CF0A4CB-BCBC-2D2A-16D4-5FD9D8157D23}"/>
          </ac:picMkLst>
        </pc:picChg>
        <pc:picChg chg="add del mod">
          <ac:chgData name="池口　晃太" userId="dec468ab-743d-4860-a388-077b2b03ea36" providerId="ADAL" clId="{CCD9B3B3-A6B6-4A27-A2FE-34E6FB9D3373}" dt="2024-07-01T09:01:24.131" v="19649" actId="478"/>
          <ac:picMkLst>
            <pc:docMk/>
            <pc:sldMk cId="2656734789" sldId="308"/>
            <ac:picMk id="22" creationId="{07966F61-326B-442D-8169-1711953F2725}"/>
          </ac:picMkLst>
        </pc:picChg>
        <pc:picChg chg="add del mod">
          <ac:chgData name="池口　晃太" userId="dec468ab-743d-4860-a388-077b2b03ea36" providerId="ADAL" clId="{CCD9B3B3-A6B6-4A27-A2FE-34E6FB9D3373}" dt="2024-07-01T09:01:23.373" v="19648" actId="478"/>
          <ac:picMkLst>
            <pc:docMk/>
            <pc:sldMk cId="2656734789" sldId="308"/>
            <ac:picMk id="23" creationId="{7E508C13-D586-1E17-E84D-2919C6976F9F}"/>
          </ac:picMkLst>
        </pc:picChg>
        <pc:picChg chg="add del mod">
          <ac:chgData name="池口　晃太" userId="dec468ab-743d-4860-a388-077b2b03ea36" providerId="ADAL" clId="{CCD9B3B3-A6B6-4A27-A2FE-34E6FB9D3373}" dt="2024-07-01T09:01:22.514" v="19647" actId="478"/>
          <ac:picMkLst>
            <pc:docMk/>
            <pc:sldMk cId="2656734789" sldId="308"/>
            <ac:picMk id="24" creationId="{8C4F8D03-A2B5-1F8E-0AD2-3F73DB5DFDCD}"/>
          </ac:picMkLst>
        </pc:picChg>
        <pc:picChg chg="add mod modCrop">
          <ac:chgData name="池口　晃太" userId="dec468ab-743d-4860-a388-077b2b03ea36" providerId="ADAL" clId="{CCD9B3B3-A6B6-4A27-A2FE-34E6FB9D3373}" dt="2024-07-01T09:02:18.877" v="19673" actId="164"/>
          <ac:picMkLst>
            <pc:docMk/>
            <pc:sldMk cId="2656734789" sldId="308"/>
            <ac:picMk id="25" creationId="{CC74D2C9-0F32-E028-3657-BA20183F993C}"/>
          </ac:picMkLst>
        </pc:picChg>
        <pc:picChg chg="add mod">
          <ac:chgData name="池口　晃太" userId="dec468ab-743d-4860-a388-077b2b03ea36" providerId="ADAL" clId="{CCD9B3B3-A6B6-4A27-A2FE-34E6FB9D3373}" dt="2024-07-01T09:02:18.877" v="19673" actId="164"/>
          <ac:picMkLst>
            <pc:docMk/>
            <pc:sldMk cId="2656734789" sldId="308"/>
            <ac:picMk id="26" creationId="{59BA0FC6-25E7-63C6-BFCA-BCE24F46F494}"/>
          </ac:picMkLst>
        </pc:picChg>
        <pc:picChg chg="add mod">
          <ac:chgData name="池口　晃太" userId="dec468ab-743d-4860-a388-077b2b03ea36" providerId="ADAL" clId="{CCD9B3B3-A6B6-4A27-A2FE-34E6FB9D3373}" dt="2024-07-01T09:02:18.877" v="19673" actId="164"/>
          <ac:picMkLst>
            <pc:docMk/>
            <pc:sldMk cId="2656734789" sldId="308"/>
            <ac:picMk id="27" creationId="{C3C4887C-9CE2-87E6-D629-1F53AE08F198}"/>
          </ac:picMkLst>
        </pc:picChg>
        <pc:picChg chg="add mod">
          <ac:chgData name="池口　晃太" userId="dec468ab-743d-4860-a388-077b2b03ea36" providerId="ADAL" clId="{CCD9B3B3-A6B6-4A27-A2FE-34E6FB9D3373}" dt="2024-07-01T09:02:18.877" v="19673" actId="164"/>
          <ac:picMkLst>
            <pc:docMk/>
            <pc:sldMk cId="2656734789" sldId="308"/>
            <ac:picMk id="28" creationId="{3D988F8B-E274-C3F6-07CA-EB0A09E2E23B}"/>
          </ac:picMkLst>
        </pc:picChg>
        <pc:picChg chg="add mod">
          <ac:chgData name="池口　晃太" userId="dec468ab-743d-4860-a388-077b2b03ea36" providerId="ADAL" clId="{CCD9B3B3-A6B6-4A27-A2FE-34E6FB9D3373}" dt="2024-07-01T09:02:18.877" v="19673" actId="164"/>
          <ac:picMkLst>
            <pc:docMk/>
            <pc:sldMk cId="2656734789" sldId="308"/>
            <ac:picMk id="29" creationId="{4C4B5087-53BD-3ED1-C5AD-610B13D9AB07}"/>
          </ac:picMkLst>
        </pc:picChg>
        <pc:picChg chg="add mod">
          <ac:chgData name="池口　晃太" userId="dec468ab-743d-4860-a388-077b2b03ea36" providerId="ADAL" clId="{CCD9B3B3-A6B6-4A27-A2FE-34E6FB9D3373}" dt="2024-07-01T09:02:18.877" v="19673" actId="164"/>
          <ac:picMkLst>
            <pc:docMk/>
            <pc:sldMk cId="2656734789" sldId="308"/>
            <ac:picMk id="30" creationId="{9DF9E25D-9EC5-6AC1-CC68-7CE43A9855EF}"/>
          </ac:picMkLst>
        </pc:picChg>
        <pc:picChg chg="add mod">
          <ac:chgData name="池口　晃太" userId="dec468ab-743d-4860-a388-077b2b03ea36" providerId="ADAL" clId="{CCD9B3B3-A6B6-4A27-A2FE-34E6FB9D3373}" dt="2024-07-01T09:02:18.877" v="19673" actId="164"/>
          <ac:picMkLst>
            <pc:docMk/>
            <pc:sldMk cId="2656734789" sldId="308"/>
            <ac:picMk id="31" creationId="{E9424B9E-2DE2-B7E2-DF65-422B496B583E}"/>
          </ac:picMkLst>
        </pc:picChg>
        <pc:picChg chg="add mod">
          <ac:chgData name="池口　晃太" userId="dec468ab-743d-4860-a388-077b2b03ea36" providerId="ADAL" clId="{CCD9B3B3-A6B6-4A27-A2FE-34E6FB9D3373}" dt="2024-07-01T09:02:18.877" v="19673" actId="164"/>
          <ac:picMkLst>
            <pc:docMk/>
            <pc:sldMk cId="2656734789" sldId="308"/>
            <ac:picMk id="32" creationId="{207A6988-0796-D156-556C-770396F55F48}"/>
          </ac:picMkLst>
        </pc:picChg>
        <pc:picChg chg="add mod">
          <ac:chgData name="池口　晃太" userId="dec468ab-743d-4860-a388-077b2b03ea36" providerId="ADAL" clId="{CCD9B3B3-A6B6-4A27-A2FE-34E6FB9D3373}" dt="2024-07-01T09:02:18.877" v="19673" actId="164"/>
          <ac:picMkLst>
            <pc:docMk/>
            <pc:sldMk cId="2656734789" sldId="308"/>
            <ac:picMk id="33" creationId="{67436F17-CA66-42FF-382B-A7FCBC965514}"/>
          </ac:picMkLst>
        </pc:picChg>
        <pc:picChg chg="add mod">
          <ac:chgData name="池口　晃太" userId="dec468ab-743d-4860-a388-077b2b03ea36" providerId="ADAL" clId="{CCD9B3B3-A6B6-4A27-A2FE-34E6FB9D3373}" dt="2024-07-01T09:05:17.413" v="19702" actId="1076"/>
          <ac:picMkLst>
            <pc:docMk/>
            <pc:sldMk cId="2656734789" sldId="308"/>
            <ac:picMk id="35" creationId="{F410073E-DD16-1199-E91F-96EE9ABC4406}"/>
          </ac:picMkLst>
        </pc:picChg>
        <pc:picChg chg="add del mod">
          <ac:chgData name="池口　晃太" userId="dec468ab-743d-4860-a388-077b2b03ea36" providerId="ADAL" clId="{CCD9B3B3-A6B6-4A27-A2FE-34E6FB9D3373}" dt="2024-07-01T10:16:54.968" v="21850" actId="478"/>
          <ac:picMkLst>
            <pc:docMk/>
            <pc:sldMk cId="2656734789" sldId="308"/>
            <ac:picMk id="39" creationId="{C01BAC8D-552D-1103-C57A-91050DDC1B6B}"/>
          </ac:picMkLst>
        </pc:picChg>
      </pc:sldChg>
      <pc:sldChg chg="modSp add mod modNotesTx">
        <pc:chgData name="池口　晃太" userId="dec468ab-743d-4860-a388-077b2b03ea36" providerId="ADAL" clId="{CCD9B3B3-A6B6-4A27-A2FE-34E6FB9D3373}" dt="2024-07-02T19:30:38.404" v="29700" actId="20577"/>
        <pc:sldMkLst>
          <pc:docMk/>
          <pc:sldMk cId="3949583322" sldId="309"/>
        </pc:sldMkLst>
        <pc:spChg chg="mod">
          <ac:chgData name="池口　晃太" userId="dec468ab-743d-4860-a388-077b2b03ea36" providerId="ADAL" clId="{CCD9B3B3-A6B6-4A27-A2FE-34E6FB9D3373}" dt="2024-07-02T19:30:38.404" v="29700" actId="20577"/>
          <ac:spMkLst>
            <pc:docMk/>
            <pc:sldMk cId="3949583322" sldId="309"/>
            <ac:spMk id="7" creationId="{0B57D940-6EED-99AC-0129-790C6E0F41D9}"/>
          </ac:spMkLst>
        </pc:spChg>
      </pc:sldChg>
      <pc:sldChg chg="add del ord">
        <pc:chgData name="池口　晃太" userId="dec468ab-743d-4860-a388-077b2b03ea36" providerId="ADAL" clId="{CCD9B3B3-A6B6-4A27-A2FE-34E6FB9D3373}" dt="2024-07-01T09:33:23.122" v="20882" actId="47"/>
        <pc:sldMkLst>
          <pc:docMk/>
          <pc:sldMk cId="3631272808" sldId="310"/>
        </pc:sldMkLst>
      </pc:sldChg>
      <pc:sldChg chg="modSp add mod ord modNotesTx">
        <pc:chgData name="池口　晃太" userId="dec468ab-743d-4860-a388-077b2b03ea36" providerId="ADAL" clId="{CCD9B3B3-A6B6-4A27-A2FE-34E6FB9D3373}" dt="2024-07-02T19:26:59.712" v="29604" actId="20577"/>
        <pc:sldMkLst>
          <pc:docMk/>
          <pc:sldMk cId="3588429408" sldId="311"/>
        </pc:sldMkLst>
        <pc:spChg chg="mod">
          <ac:chgData name="池口　晃太" userId="dec468ab-743d-4860-a388-077b2b03ea36" providerId="ADAL" clId="{CCD9B3B3-A6B6-4A27-A2FE-34E6FB9D3373}" dt="2024-07-02T19:26:56.279" v="29600" actId="20577"/>
          <ac:spMkLst>
            <pc:docMk/>
            <pc:sldMk cId="3588429408" sldId="311"/>
            <ac:spMk id="7" creationId="{0B57D940-6EED-99AC-0129-790C6E0F41D9}"/>
          </ac:spMkLst>
        </pc:spChg>
      </pc:sldChg>
      <pc:sldChg chg="modSp add mod ord modNotesTx">
        <pc:chgData name="池口　晃太" userId="dec468ab-743d-4860-a388-077b2b03ea36" providerId="ADAL" clId="{CCD9B3B3-A6B6-4A27-A2FE-34E6FB9D3373}" dt="2024-07-02T19:27:59.385" v="29640" actId="20577"/>
        <pc:sldMkLst>
          <pc:docMk/>
          <pc:sldMk cId="3508765177" sldId="312"/>
        </pc:sldMkLst>
        <pc:spChg chg="mod">
          <ac:chgData name="池口　晃太" userId="dec468ab-743d-4860-a388-077b2b03ea36" providerId="ADAL" clId="{CCD9B3B3-A6B6-4A27-A2FE-34E6FB9D3373}" dt="2024-07-02T19:27:55.783" v="29636" actId="20577"/>
          <ac:spMkLst>
            <pc:docMk/>
            <pc:sldMk cId="3508765177" sldId="312"/>
            <ac:spMk id="7" creationId="{0B57D940-6EED-99AC-0129-790C6E0F41D9}"/>
          </ac:spMkLst>
        </pc:spChg>
      </pc:sldChg>
      <pc:sldChg chg="delSp modSp add mod modNotesTx">
        <pc:chgData name="池口　晃太" userId="dec468ab-743d-4860-a388-077b2b03ea36" providerId="ADAL" clId="{CCD9B3B3-A6B6-4A27-A2FE-34E6FB9D3373}" dt="2024-07-08T06:05:55.254" v="32794" actId="20577"/>
        <pc:sldMkLst>
          <pc:docMk/>
          <pc:sldMk cId="256652223" sldId="313"/>
        </pc:sldMkLst>
        <pc:spChg chg="mod">
          <ac:chgData name="池口　晃太" userId="dec468ab-743d-4860-a388-077b2b03ea36" providerId="ADAL" clId="{CCD9B3B3-A6B6-4A27-A2FE-34E6FB9D3373}" dt="2024-07-08T06:05:07.766" v="32790" actId="1076"/>
          <ac:spMkLst>
            <pc:docMk/>
            <pc:sldMk cId="256652223" sldId="313"/>
            <ac:spMk id="7" creationId="{7B74CD72-810B-51C7-076F-B2B7146DDA79}"/>
          </ac:spMkLst>
        </pc:spChg>
        <pc:spChg chg="del mod">
          <ac:chgData name="池口　晃太" userId="dec468ab-743d-4860-a388-077b2b03ea36" providerId="ADAL" clId="{CCD9B3B3-A6B6-4A27-A2FE-34E6FB9D3373}" dt="2024-07-03T15:13:00.874" v="32302" actId="478"/>
          <ac:spMkLst>
            <pc:docMk/>
            <pc:sldMk cId="256652223" sldId="313"/>
            <ac:spMk id="10" creationId="{3559A91D-B063-72A1-5336-946A2F96978C}"/>
          </ac:spMkLst>
        </pc:spChg>
        <pc:spChg chg="del mod">
          <ac:chgData name="池口　晃太" userId="dec468ab-743d-4860-a388-077b2b03ea36" providerId="ADAL" clId="{CCD9B3B3-A6B6-4A27-A2FE-34E6FB9D3373}" dt="2024-07-03T15:13:00.099" v="32301" actId="478"/>
          <ac:spMkLst>
            <pc:docMk/>
            <pc:sldMk cId="256652223" sldId="313"/>
            <ac:spMk id="11" creationId="{FDBEDA53-E08B-FCD8-6892-357D01343A76}"/>
          </ac:spMkLst>
        </pc:spChg>
        <pc:graphicFrameChg chg="mod modGraphic">
          <ac:chgData name="池口　晃太" userId="dec468ab-743d-4860-a388-077b2b03ea36" providerId="ADAL" clId="{CCD9B3B3-A6B6-4A27-A2FE-34E6FB9D3373}" dt="2024-07-08T06:05:55.254" v="32794" actId="20577"/>
          <ac:graphicFrameMkLst>
            <pc:docMk/>
            <pc:sldMk cId="256652223" sldId="313"/>
            <ac:graphicFrameMk id="6" creationId="{79C87A3E-7EDA-19E0-6D70-EEFA499A4AE6}"/>
          </ac:graphicFrameMkLst>
        </pc:graphicFrameChg>
        <pc:picChg chg="mod">
          <ac:chgData name="池口　晃太" userId="dec468ab-743d-4860-a388-077b2b03ea36" providerId="ADAL" clId="{CCD9B3B3-A6B6-4A27-A2FE-34E6FB9D3373}" dt="2024-07-08T06:05:16.738" v="32792" actId="1076"/>
          <ac:picMkLst>
            <pc:docMk/>
            <pc:sldMk cId="256652223" sldId="313"/>
            <ac:picMk id="5" creationId="{5430625D-F970-B756-806D-5CE102363345}"/>
          </ac:picMkLst>
        </pc:picChg>
      </pc:sldChg>
      <pc:sldChg chg="delSp modSp add mod modNotesTx">
        <pc:chgData name="池口　晃太" userId="dec468ab-743d-4860-a388-077b2b03ea36" providerId="ADAL" clId="{CCD9B3B3-A6B6-4A27-A2FE-34E6FB9D3373}" dt="2024-07-08T06:06:25.260" v="32797" actId="14100"/>
        <pc:sldMkLst>
          <pc:docMk/>
          <pc:sldMk cId="460542159" sldId="314"/>
        </pc:sldMkLst>
        <pc:spChg chg="mod">
          <ac:chgData name="池口　晃太" userId="dec468ab-743d-4860-a388-077b2b03ea36" providerId="ADAL" clId="{CCD9B3B3-A6B6-4A27-A2FE-34E6FB9D3373}" dt="2024-07-01T17:36:21.864" v="25958" actId="20577"/>
          <ac:spMkLst>
            <pc:docMk/>
            <pc:sldMk cId="460542159" sldId="314"/>
            <ac:spMk id="4" creationId="{D65134CF-9010-F5CE-7A44-899208239A1D}"/>
          </ac:spMkLst>
        </pc:spChg>
        <pc:spChg chg="del">
          <ac:chgData name="池口　晃太" userId="dec468ab-743d-4860-a388-077b2b03ea36" providerId="ADAL" clId="{CCD9B3B3-A6B6-4A27-A2FE-34E6FB9D3373}" dt="2024-07-01T17:23:44.398" v="25562" actId="478"/>
          <ac:spMkLst>
            <pc:docMk/>
            <pc:sldMk cId="460542159" sldId="314"/>
            <ac:spMk id="10" creationId="{AE9DD11B-42E8-C05D-078C-13C6381AA0BF}"/>
          </ac:spMkLst>
        </pc:spChg>
        <pc:spChg chg="mod">
          <ac:chgData name="池口　晃太" userId="dec468ab-743d-4860-a388-077b2b03ea36" providerId="ADAL" clId="{CCD9B3B3-A6B6-4A27-A2FE-34E6FB9D3373}" dt="2024-07-08T06:06:25.260" v="32797" actId="14100"/>
          <ac:spMkLst>
            <pc:docMk/>
            <pc:sldMk cId="460542159" sldId="314"/>
            <ac:spMk id="13" creationId="{BE079C44-CB3A-D54B-9445-AB339B145D41}"/>
          </ac:spMkLst>
        </pc:spChg>
        <pc:spChg chg="mod">
          <ac:chgData name="池口　晃太" userId="dec468ab-743d-4860-a388-077b2b03ea36" providerId="ADAL" clId="{CCD9B3B3-A6B6-4A27-A2FE-34E6FB9D3373}" dt="2024-07-04T18:55:30.178" v="32645" actId="1076"/>
          <ac:spMkLst>
            <pc:docMk/>
            <pc:sldMk cId="460542159" sldId="314"/>
            <ac:spMk id="15" creationId="{EBB98E8B-6218-39F2-F026-68B0463E8C69}"/>
          </ac:spMkLst>
        </pc:spChg>
        <pc:grpChg chg="mod">
          <ac:chgData name="池口　晃太" userId="dec468ab-743d-4860-a388-077b2b03ea36" providerId="ADAL" clId="{CCD9B3B3-A6B6-4A27-A2FE-34E6FB9D3373}" dt="2024-07-01T17:25:13.053" v="25607" actId="1076"/>
          <ac:grpSpMkLst>
            <pc:docMk/>
            <pc:sldMk cId="460542159" sldId="314"/>
            <ac:grpSpMk id="18" creationId="{D78F446C-2C47-CAC5-49BC-83B6B8AC6D65}"/>
          </ac:grpSpMkLst>
        </pc:grpChg>
      </pc:sldChg>
      <pc:sldChg chg="add del">
        <pc:chgData name="池口　晃太" userId="dec468ab-743d-4860-a388-077b2b03ea36" providerId="ADAL" clId="{CCD9B3B3-A6B6-4A27-A2FE-34E6FB9D3373}" dt="2024-07-01T15:55:44.701" v="23029"/>
        <pc:sldMkLst>
          <pc:docMk/>
          <pc:sldMk cId="3211929652" sldId="314"/>
        </pc:sldMkLst>
      </pc:sldChg>
      <pc:sldChg chg="addSp delSp modSp add mod ord modNotesTx">
        <pc:chgData name="池口　晃太" userId="dec468ab-743d-4860-a388-077b2b03ea36" providerId="ADAL" clId="{CCD9B3B3-A6B6-4A27-A2FE-34E6FB9D3373}" dt="2024-07-10T07:11:23.701" v="33912" actId="20577"/>
        <pc:sldMkLst>
          <pc:docMk/>
          <pc:sldMk cId="1670683625" sldId="315"/>
        </pc:sldMkLst>
        <pc:spChg chg="mod">
          <ac:chgData name="池口　晃太" userId="dec468ab-743d-4860-a388-077b2b03ea36" providerId="ADAL" clId="{CCD9B3B3-A6B6-4A27-A2FE-34E6FB9D3373}" dt="2024-07-02T18:48:01.781" v="28058" actId="14100"/>
          <ac:spMkLst>
            <pc:docMk/>
            <pc:sldMk cId="1670683625" sldId="315"/>
            <ac:spMk id="4" creationId="{38E8A619-37DE-0F76-6BBE-1AC22A86F48F}"/>
          </ac:spMkLst>
        </pc:spChg>
        <pc:spChg chg="add del mod">
          <ac:chgData name="池口　晃太" userId="dec468ab-743d-4860-a388-077b2b03ea36" providerId="ADAL" clId="{CCD9B3B3-A6B6-4A27-A2FE-34E6FB9D3373}" dt="2024-07-02T20:15:15.442" v="30034" actId="478"/>
          <ac:spMkLst>
            <pc:docMk/>
            <pc:sldMk cId="1670683625" sldId="315"/>
            <ac:spMk id="5" creationId="{14403D01-72D7-7176-4910-C4A1E0D9718D}"/>
          </ac:spMkLst>
        </pc:spChg>
        <pc:spChg chg="add mod">
          <ac:chgData name="池口　晃太" userId="dec468ab-743d-4860-a388-077b2b03ea36" providerId="ADAL" clId="{CCD9B3B3-A6B6-4A27-A2FE-34E6FB9D3373}" dt="2024-07-02T20:16:28.094" v="30103" actId="1076"/>
          <ac:spMkLst>
            <pc:docMk/>
            <pc:sldMk cId="1670683625" sldId="315"/>
            <ac:spMk id="6" creationId="{14513D3C-E17A-A8ED-1454-8E26DB976EF5}"/>
          </ac:spMkLst>
        </pc:spChg>
        <pc:spChg chg="add del mod">
          <ac:chgData name="池口　晃太" userId="dec468ab-743d-4860-a388-077b2b03ea36" providerId="ADAL" clId="{CCD9B3B3-A6B6-4A27-A2FE-34E6FB9D3373}" dt="2024-07-02T20:16:33.994" v="30107" actId="478"/>
          <ac:spMkLst>
            <pc:docMk/>
            <pc:sldMk cId="1670683625" sldId="315"/>
            <ac:spMk id="7" creationId="{2D10A74B-442E-84FF-2AB6-7460DBBDE05F}"/>
          </ac:spMkLst>
        </pc:spChg>
        <pc:spChg chg="add del mod">
          <ac:chgData name="池口　晃太" userId="dec468ab-743d-4860-a388-077b2b03ea36" providerId="ADAL" clId="{CCD9B3B3-A6B6-4A27-A2FE-34E6FB9D3373}" dt="2024-07-02T20:16:32.604" v="30106" actId="478"/>
          <ac:spMkLst>
            <pc:docMk/>
            <pc:sldMk cId="1670683625" sldId="315"/>
            <ac:spMk id="8" creationId="{7F89A1F9-5023-E623-2F60-9FD2281DD2DA}"/>
          </ac:spMkLst>
        </pc:spChg>
        <pc:spChg chg="add del mod">
          <ac:chgData name="池口　晃太" userId="dec468ab-743d-4860-a388-077b2b03ea36" providerId="ADAL" clId="{CCD9B3B3-A6B6-4A27-A2FE-34E6FB9D3373}" dt="2024-07-02T20:16:54.560" v="30165"/>
          <ac:spMkLst>
            <pc:docMk/>
            <pc:sldMk cId="1670683625" sldId="315"/>
            <ac:spMk id="9" creationId="{D7CEB72B-81F6-1B12-FDB1-EDC5441155A0}"/>
          </ac:spMkLst>
        </pc:spChg>
        <pc:spChg chg="add mod">
          <ac:chgData name="池口　晃太" userId="dec468ab-743d-4860-a388-077b2b03ea36" providerId="ADAL" clId="{CCD9B3B3-A6B6-4A27-A2FE-34E6FB9D3373}" dt="2024-07-02T20:20:50.929" v="30366" actId="1076"/>
          <ac:spMkLst>
            <pc:docMk/>
            <pc:sldMk cId="1670683625" sldId="315"/>
            <ac:spMk id="11" creationId="{D87B86CA-F10B-F2CA-7E4C-240C7375AC4D}"/>
          </ac:spMkLst>
        </pc:spChg>
        <pc:spChg chg="mod">
          <ac:chgData name="池口　晃太" userId="dec468ab-743d-4860-a388-077b2b03ea36" providerId="ADAL" clId="{CCD9B3B3-A6B6-4A27-A2FE-34E6FB9D3373}" dt="2024-07-10T07:11:23.701" v="33912" actId="20577"/>
          <ac:spMkLst>
            <pc:docMk/>
            <pc:sldMk cId="1670683625" sldId="315"/>
            <ac:spMk id="16" creationId="{47B2D206-D388-71A1-37DC-60A6C4EA1518}"/>
          </ac:spMkLst>
        </pc:spChg>
        <pc:picChg chg="del">
          <ac:chgData name="池口　晃太" userId="dec468ab-743d-4860-a388-077b2b03ea36" providerId="ADAL" clId="{CCD9B3B3-A6B6-4A27-A2FE-34E6FB9D3373}" dt="2024-07-02T18:48:03.782" v="28059" actId="478"/>
          <ac:picMkLst>
            <pc:docMk/>
            <pc:sldMk cId="1670683625" sldId="315"/>
            <ac:picMk id="14" creationId="{30F702B5-2469-C1C6-62AC-0AFD48B5E444}"/>
          </ac:picMkLst>
        </pc:picChg>
      </pc:sldChg>
      <pc:sldChg chg="addSp delSp modSp add mod ord modNotesTx">
        <pc:chgData name="池口　晃太" userId="dec468ab-743d-4860-a388-077b2b03ea36" providerId="ADAL" clId="{CCD9B3B3-A6B6-4A27-A2FE-34E6FB9D3373}" dt="2024-07-02T20:25:46.369" v="30459" actId="1076"/>
        <pc:sldMkLst>
          <pc:docMk/>
          <pc:sldMk cId="3103232994" sldId="316"/>
        </pc:sldMkLst>
        <pc:spChg chg="mod">
          <ac:chgData name="池口　晃太" userId="dec468ab-743d-4860-a388-077b2b03ea36" providerId="ADAL" clId="{CCD9B3B3-A6B6-4A27-A2FE-34E6FB9D3373}" dt="2024-07-02T20:21:28.489" v="30389" actId="1076"/>
          <ac:spMkLst>
            <pc:docMk/>
            <pc:sldMk cId="3103232994" sldId="316"/>
            <ac:spMk id="4" creationId="{38E8A619-37DE-0F76-6BBE-1AC22A86F48F}"/>
          </ac:spMkLst>
        </pc:spChg>
        <pc:spChg chg="add del">
          <ac:chgData name="池口　晃太" userId="dec468ab-743d-4860-a388-077b2b03ea36" providerId="ADAL" clId="{CCD9B3B3-A6B6-4A27-A2FE-34E6FB9D3373}" dt="2024-07-02T20:21:56.398" v="30391" actId="22"/>
          <ac:spMkLst>
            <pc:docMk/>
            <pc:sldMk cId="3103232994" sldId="316"/>
            <ac:spMk id="6" creationId="{8F64B214-8450-8F30-0F13-44724F33F2B2}"/>
          </ac:spMkLst>
        </pc:spChg>
        <pc:spChg chg="add mod">
          <ac:chgData name="池口　晃太" userId="dec468ab-743d-4860-a388-077b2b03ea36" providerId="ADAL" clId="{CCD9B3B3-A6B6-4A27-A2FE-34E6FB9D3373}" dt="2024-07-02T20:23:30.071" v="30414" actId="1076"/>
          <ac:spMkLst>
            <pc:docMk/>
            <pc:sldMk cId="3103232994" sldId="316"/>
            <ac:spMk id="8" creationId="{4C993585-D37E-9D30-571F-1A2001AFD062}"/>
          </ac:spMkLst>
        </pc:spChg>
        <pc:spChg chg="add mod">
          <ac:chgData name="池口　晃太" userId="dec468ab-743d-4860-a388-077b2b03ea36" providerId="ADAL" clId="{CCD9B3B3-A6B6-4A27-A2FE-34E6FB9D3373}" dt="2024-07-02T20:25:46.369" v="30459" actId="1076"/>
          <ac:spMkLst>
            <pc:docMk/>
            <pc:sldMk cId="3103232994" sldId="316"/>
            <ac:spMk id="10" creationId="{D1CBC388-7A9D-EB0E-622D-972009E0C7D2}"/>
          </ac:spMkLst>
        </pc:spChg>
        <pc:spChg chg="del">
          <ac:chgData name="池口　晃太" userId="dec468ab-743d-4860-a388-077b2b03ea36" providerId="ADAL" clId="{CCD9B3B3-A6B6-4A27-A2FE-34E6FB9D3373}" dt="2024-07-02T20:21:17.993" v="30384" actId="478"/>
          <ac:spMkLst>
            <pc:docMk/>
            <pc:sldMk cId="3103232994" sldId="316"/>
            <ac:spMk id="16" creationId="{47B2D206-D388-71A1-37DC-60A6C4EA1518}"/>
          </ac:spMkLst>
        </pc:spChg>
        <pc:picChg chg="del">
          <ac:chgData name="池口　晃太" userId="dec468ab-743d-4860-a388-077b2b03ea36" providerId="ADAL" clId="{CCD9B3B3-A6B6-4A27-A2FE-34E6FB9D3373}" dt="2024-07-02T20:21:18.766" v="30385" actId="478"/>
          <ac:picMkLst>
            <pc:docMk/>
            <pc:sldMk cId="3103232994" sldId="316"/>
            <ac:picMk id="14" creationId="{30F702B5-2469-C1C6-62AC-0AFD48B5E444}"/>
          </ac:picMkLst>
        </pc:picChg>
      </pc:sldChg>
      <pc:sldChg chg="delSp modSp add del mod">
        <pc:chgData name="池口　晃太" userId="dec468ab-743d-4860-a388-077b2b03ea36" providerId="ADAL" clId="{CCD9B3B3-A6B6-4A27-A2FE-34E6FB9D3373}" dt="2024-07-02T20:32:25.991" v="30507" actId="47"/>
        <pc:sldMkLst>
          <pc:docMk/>
          <pc:sldMk cId="20698756" sldId="317"/>
        </pc:sldMkLst>
        <pc:spChg chg="mod">
          <ac:chgData name="池口　晃太" userId="dec468ab-743d-4860-a388-077b2b03ea36" providerId="ADAL" clId="{CCD9B3B3-A6B6-4A27-A2FE-34E6FB9D3373}" dt="2024-07-02T20:27:08.223" v="30490" actId="20577"/>
          <ac:spMkLst>
            <pc:docMk/>
            <pc:sldMk cId="20698756" sldId="317"/>
            <ac:spMk id="4" creationId="{38E8A619-37DE-0F76-6BBE-1AC22A86F48F}"/>
          </ac:spMkLst>
        </pc:spChg>
        <pc:spChg chg="del mod">
          <ac:chgData name="池口　晃太" userId="dec468ab-743d-4860-a388-077b2b03ea36" providerId="ADAL" clId="{CCD9B3B3-A6B6-4A27-A2FE-34E6FB9D3373}" dt="2024-07-02T20:30:00.303" v="30506" actId="478"/>
          <ac:spMkLst>
            <pc:docMk/>
            <pc:sldMk cId="20698756" sldId="317"/>
            <ac:spMk id="8" creationId="{4C993585-D37E-9D30-571F-1A2001AFD062}"/>
          </ac:spMkLst>
        </pc:spChg>
        <pc:spChg chg="del mod">
          <ac:chgData name="池口　晃太" userId="dec468ab-743d-4860-a388-077b2b03ea36" providerId="ADAL" clId="{CCD9B3B3-A6B6-4A27-A2FE-34E6FB9D3373}" dt="2024-07-02T20:28:03.035" v="30495" actId="478"/>
          <ac:spMkLst>
            <pc:docMk/>
            <pc:sldMk cId="20698756" sldId="317"/>
            <ac:spMk id="10" creationId="{D1CBC388-7A9D-EB0E-622D-972009E0C7D2}"/>
          </ac:spMkLst>
        </pc:spChg>
      </pc:sldChg>
      <pc:sldChg chg="delSp modSp add mod">
        <pc:chgData name="池口　晃太" userId="dec468ab-743d-4860-a388-077b2b03ea36" providerId="ADAL" clId="{CCD9B3B3-A6B6-4A27-A2FE-34E6FB9D3373}" dt="2024-07-10T07:12:08.968" v="33942" actId="20577"/>
        <pc:sldMkLst>
          <pc:docMk/>
          <pc:sldMk cId="802195630" sldId="317"/>
        </pc:sldMkLst>
        <pc:spChg chg="mod">
          <ac:chgData name="池口　晃太" userId="dec468ab-743d-4860-a388-077b2b03ea36" providerId="ADAL" clId="{CCD9B3B3-A6B6-4A27-A2FE-34E6FB9D3373}" dt="2024-07-02T20:53:02.579" v="31215" actId="20577"/>
          <ac:spMkLst>
            <pc:docMk/>
            <pc:sldMk cId="802195630" sldId="317"/>
            <ac:spMk id="4" creationId="{38E8A619-37DE-0F76-6BBE-1AC22A86F48F}"/>
          </ac:spMkLst>
        </pc:spChg>
        <pc:spChg chg="mod">
          <ac:chgData name="池口　晃太" userId="dec468ab-743d-4860-a388-077b2b03ea36" providerId="ADAL" clId="{CCD9B3B3-A6B6-4A27-A2FE-34E6FB9D3373}" dt="2024-07-10T07:12:08.968" v="33942" actId="20577"/>
          <ac:spMkLst>
            <pc:docMk/>
            <pc:sldMk cId="802195630" sldId="317"/>
            <ac:spMk id="8" creationId="{4C993585-D37E-9D30-571F-1A2001AFD062}"/>
          </ac:spMkLst>
        </pc:spChg>
        <pc:spChg chg="del mod">
          <ac:chgData name="池口　晃太" userId="dec468ab-743d-4860-a388-077b2b03ea36" providerId="ADAL" clId="{CCD9B3B3-A6B6-4A27-A2FE-34E6FB9D3373}" dt="2024-07-02T20:53:43.851" v="31231" actId="478"/>
          <ac:spMkLst>
            <pc:docMk/>
            <pc:sldMk cId="802195630" sldId="317"/>
            <ac:spMk id="10" creationId="{D1CBC388-7A9D-EB0E-622D-972009E0C7D2}"/>
          </ac:spMkLst>
        </pc:spChg>
      </pc:sldChg>
      <pc:sldChg chg="addSp delSp modSp add mod">
        <pc:chgData name="池口　晃太" userId="dec468ab-743d-4860-a388-077b2b03ea36" providerId="ADAL" clId="{CCD9B3B3-A6B6-4A27-A2FE-34E6FB9D3373}" dt="2024-07-02T21:29:24.835" v="31687" actId="20577"/>
        <pc:sldMkLst>
          <pc:docMk/>
          <pc:sldMk cId="2569916000" sldId="318"/>
        </pc:sldMkLst>
        <pc:spChg chg="mod">
          <ac:chgData name="池口　晃太" userId="dec468ab-743d-4860-a388-077b2b03ea36" providerId="ADAL" clId="{CCD9B3B3-A6B6-4A27-A2FE-34E6FB9D3373}" dt="2024-07-02T21:29:24.835" v="31687" actId="20577"/>
          <ac:spMkLst>
            <pc:docMk/>
            <pc:sldMk cId="2569916000" sldId="318"/>
            <ac:spMk id="4" creationId="{38E8A619-37DE-0F76-6BBE-1AC22A86F48F}"/>
          </ac:spMkLst>
        </pc:spChg>
        <pc:spChg chg="del">
          <ac:chgData name="池口　晃太" userId="dec468ab-743d-4860-a388-077b2b03ea36" providerId="ADAL" clId="{CCD9B3B3-A6B6-4A27-A2FE-34E6FB9D3373}" dt="2024-07-02T21:15:11.864" v="31336" actId="478"/>
          <ac:spMkLst>
            <pc:docMk/>
            <pc:sldMk cId="2569916000" sldId="318"/>
            <ac:spMk id="6" creationId="{14513D3C-E17A-A8ED-1454-8E26DB976EF5}"/>
          </ac:spMkLst>
        </pc:spChg>
        <pc:spChg chg="mod">
          <ac:chgData name="池口　晃太" userId="dec468ab-743d-4860-a388-077b2b03ea36" providerId="ADAL" clId="{CCD9B3B3-A6B6-4A27-A2FE-34E6FB9D3373}" dt="2024-07-02T21:27:00.263" v="31635" actId="14100"/>
          <ac:spMkLst>
            <pc:docMk/>
            <pc:sldMk cId="2569916000" sldId="318"/>
            <ac:spMk id="8" creationId="{771979C3-64EC-33DD-E49E-BA9DCAD0152D}"/>
          </ac:spMkLst>
        </pc:spChg>
        <pc:spChg chg="add del">
          <ac:chgData name="池口　晃太" userId="dec468ab-743d-4860-a388-077b2b03ea36" providerId="ADAL" clId="{CCD9B3B3-A6B6-4A27-A2FE-34E6FB9D3373}" dt="2024-07-02T21:17:38.873" v="31341" actId="22"/>
          <ac:spMkLst>
            <pc:docMk/>
            <pc:sldMk cId="2569916000" sldId="318"/>
            <ac:spMk id="10" creationId="{B297974F-85B5-E072-AE7E-2F4934343DF4}"/>
          </ac:spMkLst>
        </pc:spChg>
        <pc:spChg chg="del">
          <ac:chgData name="池口　晃太" userId="dec468ab-743d-4860-a388-077b2b03ea36" providerId="ADAL" clId="{CCD9B3B3-A6B6-4A27-A2FE-34E6FB9D3373}" dt="2024-07-02T21:15:13.130" v="31337" actId="478"/>
          <ac:spMkLst>
            <pc:docMk/>
            <pc:sldMk cId="2569916000" sldId="318"/>
            <ac:spMk id="11" creationId="{D87B86CA-F10B-F2CA-7E4C-240C7375AC4D}"/>
          </ac:spMkLst>
        </pc:spChg>
        <pc:spChg chg="add mod">
          <ac:chgData name="池口　晃太" userId="dec468ab-743d-4860-a388-077b2b03ea36" providerId="ADAL" clId="{CCD9B3B3-A6B6-4A27-A2FE-34E6FB9D3373}" dt="2024-07-02T21:28:55.538" v="31677" actId="20577"/>
          <ac:spMkLst>
            <pc:docMk/>
            <pc:sldMk cId="2569916000" sldId="318"/>
            <ac:spMk id="13" creationId="{C89D9B4F-3A6B-627A-2E99-709D747169DE}"/>
          </ac:spMkLst>
        </pc:spChg>
        <pc:spChg chg="add del">
          <ac:chgData name="池口　晃太" userId="dec468ab-743d-4860-a388-077b2b03ea36" providerId="ADAL" clId="{CCD9B3B3-A6B6-4A27-A2FE-34E6FB9D3373}" dt="2024-07-02T21:21:51.813" v="31611" actId="22"/>
          <ac:spMkLst>
            <pc:docMk/>
            <pc:sldMk cId="2569916000" sldId="318"/>
            <ac:spMk id="15" creationId="{35320F67-B5DE-815A-0837-2ACF134CC7A2}"/>
          </ac:spMkLst>
        </pc:spChg>
        <pc:spChg chg="del">
          <ac:chgData name="池口　晃太" userId="dec468ab-743d-4860-a388-077b2b03ea36" providerId="ADAL" clId="{CCD9B3B3-A6B6-4A27-A2FE-34E6FB9D3373}" dt="2024-07-02T21:15:10.766" v="31335" actId="478"/>
          <ac:spMkLst>
            <pc:docMk/>
            <pc:sldMk cId="2569916000" sldId="318"/>
            <ac:spMk id="16" creationId="{47B2D206-D388-71A1-37DC-60A6C4EA1518}"/>
          </ac:spMkLst>
        </pc:spChg>
        <pc:spChg chg="add del mod">
          <ac:chgData name="池口　晃太" userId="dec468ab-743d-4860-a388-077b2b03ea36" providerId="ADAL" clId="{CCD9B3B3-A6B6-4A27-A2FE-34E6FB9D3373}" dt="2024-07-02T21:27:25.161" v="31641" actId="478"/>
          <ac:spMkLst>
            <pc:docMk/>
            <pc:sldMk cId="2569916000" sldId="318"/>
            <ac:spMk id="18" creationId="{8C9E15A4-36DA-B899-E832-1250368FC34E}"/>
          </ac:spMkLst>
        </pc:spChg>
        <pc:spChg chg="add mod">
          <ac:chgData name="池口　晃太" userId="dec468ab-743d-4860-a388-077b2b03ea36" providerId="ADAL" clId="{CCD9B3B3-A6B6-4A27-A2FE-34E6FB9D3373}" dt="2024-07-02T21:28:52.296" v="31674" actId="20577"/>
          <ac:spMkLst>
            <pc:docMk/>
            <pc:sldMk cId="2569916000" sldId="318"/>
            <ac:spMk id="19" creationId="{929F0681-25D8-61B5-50CE-8AC6B3F1987F}"/>
          </ac:spMkLst>
        </pc:spChg>
        <pc:grpChg chg="add mod">
          <ac:chgData name="池口　晃太" userId="dec468ab-743d-4860-a388-077b2b03ea36" providerId="ADAL" clId="{CCD9B3B3-A6B6-4A27-A2FE-34E6FB9D3373}" dt="2024-07-02T21:27:11.136" v="31637" actId="1076"/>
          <ac:grpSpMkLst>
            <pc:docMk/>
            <pc:sldMk cId="2569916000" sldId="318"/>
            <ac:grpSpMk id="5" creationId="{FB545FC2-97F3-A6F6-0C7E-8229D659F912}"/>
          </ac:grpSpMkLst>
        </pc:grpChg>
        <pc:picChg chg="mod">
          <ac:chgData name="池口　晃太" userId="dec468ab-743d-4860-a388-077b2b03ea36" providerId="ADAL" clId="{CCD9B3B3-A6B6-4A27-A2FE-34E6FB9D3373}" dt="2024-07-02T21:26:36.139" v="31631" actId="1076"/>
          <ac:picMkLst>
            <pc:docMk/>
            <pc:sldMk cId="2569916000" sldId="318"/>
            <ac:picMk id="7" creationId="{45183D79-5960-F77E-605E-B8728F50364D}"/>
          </ac:picMkLst>
        </pc:picChg>
      </pc:sldChg>
      <pc:sldChg chg="addSp delSp modSp add mod ord modShow">
        <pc:chgData name="池口　晃太" userId="dec468ab-743d-4860-a388-077b2b03ea36" providerId="ADAL" clId="{CCD9B3B3-A6B6-4A27-A2FE-34E6FB9D3373}" dt="2024-07-09T15:29:08.576" v="33768" actId="1076"/>
        <pc:sldMkLst>
          <pc:docMk/>
          <pc:sldMk cId="2483566634" sldId="319"/>
        </pc:sldMkLst>
        <pc:spChg chg="del">
          <ac:chgData name="池口　晃太" userId="dec468ab-743d-4860-a388-077b2b03ea36" providerId="ADAL" clId="{CCD9B3B3-A6B6-4A27-A2FE-34E6FB9D3373}" dt="2024-07-03T07:58:33.586" v="31834" actId="478"/>
          <ac:spMkLst>
            <pc:docMk/>
            <pc:sldMk cId="2483566634" sldId="319"/>
            <ac:spMk id="10" creationId="{A6B2604F-B053-1BC3-0312-DBED8D10F8FB}"/>
          </ac:spMkLst>
        </pc:spChg>
        <pc:spChg chg="mod">
          <ac:chgData name="池口　晃太" userId="dec468ab-743d-4860-a388-077b2b03ea36" providerId="ADAL" clId="{CCD9B3B3-A6B6-4A27-A2FE-34E6FB9D3373}" dt="2024-07-03T07:58:37.093" v="31835" actId="1076"/>
          <ac:spMkLst>
            <pc:docMk/>
            <pc:sldMk cId="2483566634" sldId="319"/>
            <ac:spMk id="15" creationId="{5E863D3E-C5DF-CDD0-8E28-0E55BB2224A0}"/>
          </ac:spMkLst>
        </pc:spChg>
        <pc:picChg chg="add mod">
          <ac:chgData name="池口　晃太" userId="dec468ab-743d-4860-a388-077b2b03ea36" providerId="ADAL" clId="{CCD9B3B3-A6B6-4A27-A2FE-34E6FB9D3373}" dt="2024-07-09T15:29:08.576" v="33768" actId="1076"/>
          <ac:picMkLst>
            <pc:docMk/>
            <pc:sldMk cId="2483566634" sldId="319"/>
            <ac:picMk id="6" creationId="{0B159F67-0468-9E57-EC72-90AF23962D99}"/>
          </ac:picMkLst>
        </pc:picChg>
      </pc:sldChg>
      <pc:sldChg chg="addSp delSp modSp add mod modShow">
        <pc:chgData name="池口　晃太" userId="dec468ab-743d-4860-a388-077b2b03ea36" providerId="ADAL" clId="{CCD9B3B3-A6B6-4A27-A2FE-34E6FB9D3373}" dt="2024-07-03T08:30:31.840" v="31854" actId="1076"/>
        <pc:sldMkLst>
          <pc:docMk/>
          <pc:sldMk cId="1493655452" sldId="320"/>
        </pc:sldMkLst>
        <pc:spChg chg="del">
          <ac:chgData name="池口　晃太" userId="dec468ab-743d-4860-a388-077b2b03ea36" providerId="ADAL" clId="{CCD9B3B3-A6B6-4A27-A2FE-34E6FB9D3373}" dt="2024-07-03T07:59:24.023" v="31842" actId="478"/>
          <ac:spMkLst>
            <pc:docMk/>
            <pc:sldMk cId="1493655452" sldId="320"/>
            <ac:spMk id="15" creationId="{5E863D3E-C5DF-CDD0-8E28-0E55BB2224A0}"/>
          </ac:spMkLst>
        </pc:spChg>
        <pc:picChg chg="add del mod">
          <ac:chgData name="池口　晃太" userId="dec468ab-743d-4860-a388-077b2b03ea36" providerId="ADAL" clId="{CCD9B3B3-A6B6-4A27-A2FE-34E6FB9D3373}" dt="2024-07-03T08:01:41.758" v="31846" actId="478"/>
          <ac:picMkLst>
            <pc:docMk/>
            <pc:sldMk cId="1493655452" sldId="320"/>
            <ac:picMk id="6" creationId="{6E78231D-35EB-8693-A2C5-ED93049C8A91}"/>
          </ac:picMkLst>
        </pc:picChg>
        <pc:picChg chg="add mod">
          <ac:chgData name="池口　晃太" userId="dec468ab-743d-4860-a388-077b2b03ea36" providerId="ADAL" clId="{CCD9B3B3-A6B6-4A27-A2FE-34E6FB9D3373}" dt="2024-07-03T08:30:31.840" v="31854" actId="1076"/>
          <ac:picMkLst>
            <pc:docMk/>
            <pc:sldMk cId="1493655452" sldId="320"/>
            <ac:picMk id="8" creationId="{1E1722DC-76F4-3375-B479-7E01203B439D}"/>
          </ac:picMkLst>
        </pc:picChg>
        <pc:picChg chg="mod">
          <ac:chgData name="池口　晃太" userId="dec468ab-743d-4860-a388-077b2b03ea36" providerId="ADAL" clId="{CCD9B3B3-A6B6-4A27-A2FE-34E6FB9D3373}" dt="2024-07-03T08:02:09.576" v="31850" actId="1076"/>
          <ac:picMkLst>
            <pc:docMk/>
            <pc:sldMk cId="1493655452" sldId="320"/>
            <ac:picMk id="14" creationId="{30F702B5-2469-C1C6-62AC-0AFD48B5E44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73ED79-A5C7-4E16-83AC-F2157BA24420}" type="datetimeFigureOut">
              <a:rPr kumimoji="1" lang="ja-JP" altLang="en-US" smtClean="0"/>
              <a:t>2024/7/10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E4D945-FEBB-4343-BDB5-CDD4795DD34F}" type="slidenum">
              <a:rPr kumimoji="1" lang="ja-JP" altLang="en-US" smtClean="0"/>
              <a:t>‹#›</a:t>
            </a:fld>
            <a:endParaRPr kumimoji="1" lang="ja-JP" altLang="en-US"/>
          </a:p>
        </p:txBody>
      </p:sp>
    </p:spTree>
    <p:extLst>
      <p:ext uri="{BB962C8B-B14F-4D97-AF65-F5344CB8AC3E}">
        <p14:creationId xmlns:p14="http://schemas.microsoft.com/office/powerpoint/2010/main" val="72128562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ＭＳ Ｐゴシック" panose="020B0600070205080204" pitchFamily="50" charset="-128"/>
                <a:ea typeface="ＭＳ Ｐゴシック" panose="020B0600070205080204" pitchFamily="50" charset="-128"/>
                <a:cs typeface="Arial" panose="020B0604020202020204" pitchFamily="34" charset="0"/>
              </a:rPr>
              <a:t>実世界の</a:t>
            </a:r>
            <a:r>
              <a:rPr kumimoji="1" lang="en-US" altLang="ja-JP" sz="1200">
                <a:latin typeface="ＭＳ Ｐゴシック" panose="020B0600070205080204" pitchFamily="50" charset="-128"/>
                <a:ea typeface="ＭＳ Ｐゴシック" panose="020B0600070205080204" pitchFamily="50" charset="-128"/>
                <a:cs typeface="Arial" panose="020B0604020202020204" pitchFamily="34" charset="0"/>
              </a:rPr>
              <a:t>OCT</a:t>
            </a:r>
            <a:r>
              <a:rPr kumimoji="1" lang="ja-JP" altLang="en-US" sz="1200">
                <a:latin typeface="ＭＳ Ｐゴシック" panose="020B0600070205080204" pitchFamily="50" charset="-128"/>
                <a:ea typeface="ＭＳ Ｐゴシック" panose="020B0600070205080204" pitchFamily="50" charset="-128"/>
                <a:cs typeface="Arial" panose="020B0604020202020204" pitchFamily="34" charset="0"/>
              </a:rPr>
              <a:t>データセットにおけるディープラーニングに基づく</a:t>
            </a:r>
            <a:r>
              <a:rPr kumimoji="1" lang="en-US" altLang="ja-JP" sz="1200">
                <a:latin typeface="ＭＳ Ｐゴシック" panose="020B0600070205080204" pitchFamily="50" charset="-128"/>
                <a:ea typeface="ＭＳ Ｐゴシック" panose="020B0600070205080204" pitchFamily="50" charset="-128"/>
                <a:cs typeface="Arial" panose="020B0604020202020204" pitchFamily="34" charset="0"/>
              </a:rPr>
              <a:t>AMD</a:t>
            </a:r>
            <a:r>
              <a:rPr kumimoji="1" lang="ja-JP" altLang="en-US" sz="1200">
                <a:latin typeface="ＭＳ Ｐゴシック" panose="020B0600070205080204" pitchFamily="50" charset="-128"/>
                <a:ea typeface="ＭＳ Ｐゴシック" panose="020B0600070205080204" pitchFamily="50" charset="-128"/>
                <a:cs typeface="Arial" panose="020B0604020202020204" pitchFamily="34" charset="0"/>
              </a:rPr>
              <a:t>の自動検出と病期分類（</a:t>
            </a:r>
            <a:r>
              <a:rPr kumimoji="1" lang="en-US" altLang="ja-JP" sz="1200">
                <a:latin typeface="ＭＳ Ｐゴシック" panose="020B0600070205080204" pitchFamily="50" charset="-128"/>
                <a:ea typeface="ＭＳ Ｐゴシック" panose="020B0600070205080204" pitchFamily="50" charset="-128"/>
                <a:cs typeface="Arial" panose="020B0604020202020204" pitchFamily="34" charset="0"/>
              </a:rPr>
              <a:t>PINNACLE</a:t>
            </a:r>
            <a:r>
              <a:rPr kumimoji="1" lang="ja-JP" altLang="en-US" sz="1200">
                <a:latin typeface="ＭＳ Ｐゴシック" panose="020B0600070205080204" pitchFamily="50" charset="-128"/>
                <a:ea typeface="ＭＳ Ｐゴシック" panose="020B0600070205080204" pitchFamily="50" charset="-128"/>
                <a:cs typeface="Arial" panose="020B0604020202020204" pitchFamily="34" charset="0"/>
              </a:rPr>
              <a:t>試験報告</a:t>
            </a:r>
            <a:r>
              <a:rPr kumimoji="1" lang="en-US" altLang="ja-JP" sz="1200">
                <a:latin typeface="ＭＳ Ｐゴシック" panose="020B0600070205080204" pitchFamily="50" charset="-128"/>
                <a:ea typeface="ＭＳ Ｐゴシック" panose="020B0600070205080204" pitchFamily="50" charset="-128"/>
                <a:cs typeface="Arial" panose="020B0604020202020204" pitchFamily="34" charset="0"/>
              </a:rPr>
              <a:t>5</a:t>
            </a:r>
            <a:r>
              <a:rPr kumimoji="1" lang="ja-JP" altLang="en-US" sz="1200">
                <a:latin typeface="ＭＳ Ｐゴシック" panose="020B0600070205080204" pitchFamily="50" charset="-128"/>
                <a:ea typeface="ＭＳ Ｐゴシック" panose="020B0600070205080204" pitchFamily="50" charset="-128"/>
                <a:cs typeface="Arial" panose="020B0604020202020204" pitchFamily="34" charset="0"/>
              </a:rPr>
              <a:t>）と題しまして</a:t>
            </a:r>
            <a:r>
              <a:rPr lang="ja-JP" altLang="en-US" sz="1200">
                <a:latin typeface="Arial" panose="020B0604020202020204" pitchFamily="34" charset="0"/>
                <a:ea typeface="MS PGothic" panose="020B0600070205080204" pitchFamily="34" charset="-128"/>
                <a:cs typeface="Arial" panose="020B0604020202020204" pitchFamily="34" charset="0"/>
              </a:rPr>
              <a:t>ティッシュエンジニアリング研究室</a:t>
            </a:r>
            <a:r>
              <a:rPr lang="en-US" altLang="ja-JP" sz="1200">
                <a:latin typeface="Arial" panose="020B0604020202020204" pitchFamily="34" charset="0"/>
                <a:ea typeface="MS PGothic" panose="020B0600070205080204" pitchFamily="34" charset="-128"/>
                <a:cs typeface="Arial" panose="020B0604020202020204" pitchFamily="34" charset="0"/>
              </a:rPr>
              <a:t>B4</a:t>
            </a:r>
            <a:r>
              <a:rPr lang="ja-JP" altLang="en-US" sz="1200">
                <a:latin typeface="Arial" panose="020B0604020202020204" pitchFamily="34" charset="0"/>
                <a:ea typeface="MS PGothic" panose="020B0600070205080204" pitchFamily="34" charset="-128"/>
                <a:cs typeface="Arial" panose="020B0604020202020204" pitchFamily="34" charset="0"/>
              </a:rPr>
              <a:t>の池口が発表させていただきます。</a:t>
            </a:r>
            <a:endParaRPr lang="en-US" altLang="ja-JP" sz="1200">
              <a:latin typeface="Arial" panose="020B0604020202020204" pitchFamily="34" charset="0"/>
              <a:ea typeface="MS PGothic" panose="020B0600070205080204" pitchFamily="34" charset="-128"/>
              <a:cs typeface="Arial" panose="020B0604020202020204" pitchFamily="34" charset="0"/>
            </a:endParaRPr>
          </a:p>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1</a:t>
            </a:fld>
            <a:endParaRPr kumimoji="1" lang="ja-JP" altLang="en-US"/>
          </a:p>
        </p:txBody>
      </p:sp>
    </p:spTree>
    <p:extLst>
      <p:ext uri="{BB962C8B-B14F-4D97-AF65-F5344CB8AC3E}">
        <p14:creationId xmlns:p14="http://schemas.microsoft.com/office/powerpoint/2010/main" val="3682144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Font typeface="Arial" panose="020B0604020202020204" pitchFamily="34" charset="0"/>
              <a:buNone/>
            </a:pPr>
            <a:r>
              <a:rPr kumimoji="1" lang="ja-JP" altLang="en-US" dirty="0"/>
              <a:t>まず、背景として</a:t>
            </a:r>
            <a:r>
              <a:rPr kumimoji="1" lang="ja-JP" altLang="en-US"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加齢黄斑変性</a:t>
            </a:r>
            <a:r>
              <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AMD</a:t>
            </a:r>
            <a:r>
              <a:rPr kumimoji="1" lang="ja-JP" altLang="en-US"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についてです。以後、</a:t>
            </a:r>
            <a:r>
              <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AMD</a:t>
            </a:r>
            <a:r>
              <a:rPr kumimoji="1" lang="ja-JP" altLang="en-US"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と呼びます。</a:t>
            </a:r>
            <a:endPar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0" indent="0">
              <a:buFont typeface="Arial" panose="020B0604020202020204" pitchFamily="34" charset="0"/>
              <a:buNone/>
            </a:pPr>
            <a:r>
              <a:rPr lang="ja-JP" altLang="en-US" sz="1200" dirty="0">
                <a:latin typeface="Arial" panose="020B0604020202020204" pitchFamily="34" charset="0"/>
                <a:ea typeface="MS PGothic" panose="020B0600070205080204" pitchFamily="34" charset="-128"/>
                <a:cs typeface="Arial" panose="020B0604020202020204" pitchFamily="34" charset="0"/>
              </a:rPr>
              <a:t>主に高齢者に見られる視覚障害の一種であり、</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網膜の中心部（</a:t>
            </a:r>
            <a:r>
              <a:rPr kumimoji="1" lang="ja-JP" altLang="en-US" sz="1200" dirty="0">
                <a:solidFill>
                  <a:srgbClr val="FF0000"/>
                </a:solidFill>
                <a:latin typeface="Arial" panose="020B0604020202020204" pitchFamily="34" charset="0"/>
                <a:ea typeface="MS PGothic" panose="020B0600070205080204" pitchFamily="34" charset="-128"/>
                <a:cs typeface="Arial" panose="020B0604020202020204" pitchFamily="34" charset="0"/>
              </a:rPr>
              <a:t>黄斑</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）（図を指す）が徐々に損傷し、視力が低下する病気です。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indent="0">
              <a:buFont typeface="Arial" panose="020B0604020202020204" pitchFamily="34" charset="0"/>
              <a:buNone/>
            </a:pPr>
            <a:r>
              <a:rPr kumimoji="1" lang="ja-JP" altLang="en-US" sz="1200" dirty="0">
                <a:latin typeface="Arial" panose="020B0604020202020204" pitchFamily="34" charset="0"/>
                <a:ea typeface="MS PGothic" panose="020B0600070205080204" pitchFamily="34" charset="-128"/>
                <a:cs typeface="Arial" panose="020B0604020202020204" pitchFamily="34" charset="0"/>
              </a:rPr>
              <a:t>早期段階では視覚症状が軽度ですが、進行すると視力の大部分を失う可能性があります。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indent="0">
              <a:buFont typeface="Arial" panose="020B0604020202020204" pitchFamily="34" charset="0"/>
              <a:buNone/>
            </a:pPr>
            <a:r>
              <a:rPr kumimoji="1" lang="ja-JP" altLang="en-US" sz="1200" dirty="0">
                <a:latin typeface="Arial" panose="020B0604020202020204" pitchFamily="34" charset="0"/>
                <a:ea typeface="MS PGothic" panose="020B0600070205080204" pitchFamily="34" charset="-128"/>
                <a:cs typeface="Arial" panose="020B0604020202020204" pitchFamily="34" charset="0"/>
              </a:rPr>
              <a:t>そのため、早期の診断による発見が必要になります。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indent="0">
              <a:buFont typeface="Arial" panose="020B0604020202020204" pitchFamily="34" charset="0"/>
              <a:buNone/>
            </a:pPr>
            <a:r>
              <a:rPr kumimoji="1" lang="ja-JP" altLang="en-US" sz="1200" dirty="0">
                <a:latin typeface="Arial" panose="020B0604020202020204" pitchFamily="34" charset="0"/>
                <a:ea typeface="MS PGothic" panose="020B0600070205080204" pitchFamily="34" charset="-128"/>
                <a:cs typeface="Arial" panose="020B0604020202020204" pitchFamily="34" charset="0"/>
              </a:rPr>
              <a:t>診断には</a:t>
            </a:r>
            <a:r>
              <a:rPr lang="ja-JP" altLang="en-US" sz="1200" dirty="0">
                <a:latin typeface="Arial" panose="020B0604020202020204" pitchFamily="34" charset="0"/>
                <a:ea typeface="MS PGothic" panose="020B0600070205080204" pitchFamily="34" charset="-128"/>
                <a:cs typeface="Arial" panose="020B0604020202020204" pitchFamily="34" charset="0"/>
              </a:rPr>
              <a:t>は視力検査、網膜検査、蛍光眼底造影、そして今回のディープラーニングのモデルの入力データである</a:t>
            </a:r>
            <a:r>
              <a:rPr lang="ja-JP" altLang="en-US" sz="1200" dirty="0">
                <a:solidFill>
                  <a:srgbClr val="FF0000"/>
                </a:solidFill>
                <a:latin typeface="Arial" panose="020B0604020202020204" pitchFamily="34" charset="0"/>
                <a:ea typeface="MS PGothic" panose="020B0600070205080204" pitchFamily="34" charset="-128"/>
                <a:cs typeface="Arial" panose="020B0604020202020204" pitchFamily="34" charset="0"/>
              </a:rPr>
              <a:t>光干渉断層撮影画像</a:t>
            </a:r>
            <a:r>
              <a:rPr lang="en-US" altLang="ja-JP" sz="1200" dirty="0">
                <a:solidFill>
                  <a:srgbClr val="FF0000"/>
                </a:solidFill>
                <a:latin typeface="Arial" panose="020B0604020202020204" pitchFamily="34" charset="0"/>
                <a:ea typeface="MS PGothic" panose="020B0600070205080204" pitchFamily="34" charset="-128"/>
                <a:cs typeface="Arial" panose="020B0604020202020204" pitchFamily="34" charset="0"/>
              </a:rPr>
              <a:t>,OCT</a:t>
            </a:r>
            <a:r>
              <a:rPr lang="ja-JP" altLang="en-US" sz="1200" dirty="0">
                <a:solidFill>
                  <a:srgbClr val="FF0000"/>
                </a:solidFill>
                <a:latin typeface="Arial" panose="020B0604020202020204" pitchFamily="34" charset="0"/>
                <a:ea typeface="MS PGothic" panose="020B0600070205080204" pitchFamily="34" charset="-128"/>
                <a:cs typeface="Arial" panose="020B0604020202020204" pitchFamily="34" charset="0"/>
              </a:rPr>
              <a:t>画像</a:t>
            </a:r>
            <a:r>
              <a:rPr lang="ja-JP" altLang="en-US" sz="1200" dirty="0">
                <a:latin typeface="Arial" panose="020B0604020202020204" pitchFamily="34" charset="0"/>
                <a:ea typeface="MS PGothic" panose="020B0600070205080204" pitchFamily="34" charset="-128"/>
                <a:cs typeface="Arial" panose="020B0604020202020204" pitchFamily="34" charset="0"/>
              </a:rPr>
              <a:t>が利用されます。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2</a:t>
            </a:fld>
            <a:endParaRPr kumimoji="1" lang="ja-JP" altLang="en-US"/>
          </a:p>
        </p:txBody>
      </p:sp>
    </p:spTree>
    <p:extLst>
      <p:ext uri="{BB962C8B-B14F-4D97-AF65-F5344CB8AC3E}">
        <p14:creationId xmlns:p14="http://schemas.microsoft.com/office/powerpoint/2010/main" val="901583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その</a:t>
            </a:r>
            <a:r>
              <a:rPr lang="en-US" altLang="ja-JP" dirty="0"/>
              <a:t>OCT</a:t>
            </a:r>
            <a:r>
              <a:rPr lang="ja-JP" altLang="en-US" dirty="0"/>
              <a:t>についてです。</a:t>
            </a:r>
            <a:r>
              <a:rPr lang="en-US" altLang="ja-JP" dirty="0"/>
              <a:t>OCT</a:t>
            </a:r>
            <a:r>
              <a:rPr lang="ja-JP" altLang="en-US" dirty="0"/>
              <a:t>とは光の干渉性を利用して測定する対象内部の微細な構造を画像化する技術のことを言います。</a:t>
            </a:r>
            <a:endParaRPr lang="en-US" altLang="ja-JP" dirty="0"/>
          </a:p>
          <a:p>
            <a:r>
              <a:rPr lang="ja-JP" altLang="en-US" dirty="0"/>
              <a:t> </a:t>
            </a:r>
            <a:r>
              <a:rPr lang="en-US" altLang="ja-JP" dirty="0" err="1"/>
              <a:t>Ascan</a:t>
            </a:r>
            <a:r>
              <a:rPr lang="ja-JP" altLang="en-US" dirty="0"/>
              <a:t>では単に深さ方法のみのデータしか得ることができませんが、連続的に</a:t>
            </a:r>
            <a:r>
              <a:rPr lang="en-US" altLang="ja-JP" dirty="0" err="1"/>
              <a:t>Ascan</a:t>
            </a:r>
            <a:r>
              <a:rPr lang="ja-JP" altLang="en-US" dirty="0"/>
              <a:t>を走査することで</a:t>
            </a:r>
            <a:r>
              <a:rPr lang="en-US" altLang="ja-JP" dirty="0" err="1"/>
              <a:t>Bscan</a:t>
            </a:r>
            <a:r>
              <a:rPr lang="ja-JP" altLang="en-US" dirty="0"/>
              <a:t>という断面画像を生成します。 </a:t>
            </a:r>
            <a:endParaRPr lang="en-US" altLang="ja-JP" dirty="0"/>
          </a:p>
          <a:p>
            <a:r>
              <a:rPr lang="ja-JP" altLang="en-US" dirty="0"/>
              <a:t>同様にして連続的に</a:t>
            </a:r>
            <a:r>
              <a:rPr lang="en-US" altLang="ja-JP" dirty="0" err="1"/>
              <a:t>Bscan</a:t>
            </a:r>
            <a:r>
              <a:rPr lang="ja-JP" altLang="en-US" dirty="0"/>
              <a:t>を走査することで</a:t>
            </a:r>
            <a:r>
              <a:rPr lang="en-US" altLang="ja-JP" dirty="0"/>
              <a:t>3D-OCT volume</a:t>
            </a:r>
            <a:r>
              <a:rPr lang="ja-JP" altLang="en-US" dirty="0"/>
              <a:t>という</a:t>
            </a:r>
            <a:r>
              <a:rPr lang="en-US" altLang="ja-JP" dirty="0"/>
              <a:t>3</a:t>
            </a:r>
            <a:r>
              <a:rPr lang="ja-JP" altLang="en-US" dirty="0"/>
              <a:t>次元のボリューム画像を生成することができます。 </a:t>
            </a:r>
            <a:endParaRPr lang="en-US" altLang="ja-JP" dirty="0"/>
          </a:p>
          <a:p>
            <a:r>
              <a:rPr lang="ja-JP" altLang="en-US" dirty="0"/>
              <a:t>以後、断面画像を</a:t>
            </a:r>
            <a:r>
              <a:rPr lang="en-US" altLang="ja-JP" dirty="0" err="1"/>
              <a:t>Bscan</a:t>
            </a:r>
            <a:r>
              <a:rPr lang="ja-JP" altLang="en-US" dirty="0"/>
              <a:t>、</a:t>
            </a:r>
            <a:r>
              <a:rPr lang="en-US" altLang="ja-JP" dirty="0"/>
              <a:t>3</a:t>
            </a:r>
            <a:r>
              <a:rPr lang="ja-JP" altLang="en-US" dirty="0"/>
              <a:t>次元のボリューム画像を</a:t>
            </a:r>
            <a:r>
              <a:rPr lang="en-US" altLang="ja-JP" dirty="0"/>
              <a:t>3D-OCT volume</a:t>
            </a:r>
            <a:r>
              <a:rPr lang="ja-JP" altLang="en-US" dirty="0"/>
              <a:t>といいます。 </a:t>
            </a:r>
            <a:endParaRPr lang="en-US" altLang="ja-JP" dirty="0"/>
          </a:p>
          <a:p>
            <a:r>
              <a:rPr lang="ja-JP" altLang="en-US" dirty="0"/>
              <a:t>これまでの研究は先程説明した</a:t>
            </a:r>
            <a:r>
              <a:rPr lang="en-US" altLang="ja-JP" dirty="0" err="1"/>
              <a:t>Bscan</a:t>
            </a:r>
            <a:r>
              <a:rPr lang="ja-JP" altLang="en-US" dirty="0"/>
              <a:t>の画像分類タスクに焦点を当てた研究がほとんどでした。 </a:t>
            </a:r>
            <a:endParaRPr lang="en-US" altLang="ja-JP" dirty="0"/>
          </a:p>
          <a:p>
            <a:r>
              <a:rPr lang="ja-JP" altLang="en-US" dirty="0"/>
              <a:t>そのため、</a:t>
            </a:r>
            <a:r>
              <a:rPr lang="en-US" altLang="ja-JP" dirty="0"/>
              <a:t>3D-OCT volume</a:t>
            </a:r>
            <a:r>
              <a:rPr lang="ja-JP" altLang="en-US" dirty="0"/>
              <a:t>の分類とステージングのタスクに取り組んだ研究はごく少数であり 、</a:t>
            </a:r>
            <a:endParaRPr lang="en-US" altLang="ja-JP" dirty="0"/>
          </a:p>
          <a:p>
            <a:r>
              <a:rPr lang="ja-JP" altLang="en-US" dirty="0"/>
              <a:t>今回の論文の研究は実際の臨床環境で取得された</a:t>
            </a:r>
            <a:r>
              <a:rPr lang="en-US" altLang="ja-JP" dirty="0"/>
              <a:t>AMD</a:t>
            </a:r>
            <a:r>
              <a:rPr lang="ja-JP" altLang="en-US" dirty="0"/>
              <a:t>患者の</a:t>
            </a:r>
            <a:r>
              <a:rPr lang="en-US" altLang="ja-JP" dirty="0"/>
              <a:t>3D OCT</a:t>
            </a:r>
            <a:r>
              <a:rPr lang="ja-JP" altLang="en-US" dirty="0"/>
              <a:t>ボリューム全体を分類およびステージングを行うのは初めてのアプローチになります。 </a:t>
            </a:r>
            <a:endParaRPr lang="en-US" altLang="ja-JP" dirty="0"/>
          </a:p>
          <a:p>
            <a:r>
              <a:rPr lang="ja-JP" altLang="en-US" dirty="0"/>
              <a:t>この点が今回の論文の新規性の一つになります。</a:t>
            </a:r>
            <a:endParaRPr kumimoji="1" lang="ja-JP" altLang="en-US"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3</a:t>
            </a:fld>
            <a:endParaRPr kumimoji="1" lang="ja-JP" altLang="en-US"/>
          </a:p>
        </p:txBody>
      </p:sp>
    </p:spTree>
    <p:extLst>
      <p:ext uri="{BB962C8B-B14F-4D97-AF65-F5344CB8AC3E}">
        <p14:creationId xmlns:p14="http://schemas.microsoft.com/office/powerpoint/2010/main" val="2477607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次に</a:t>
            </a:r>
            <a:r>
              <a:rPr kumimoji="1" lang="en-US" altLang="ja-JP" dirty="0"/>
              <a:t>OCT</a:t>
            </a:r>
            <a:r>
              <a:rPr kumimoji="1" lang="ja-JP" altLang="en-US" dirty="0"/>
              <a:t>画像を使って診断する際の</a:t>
            </a:r>
            <a:r>
              <a:rPr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rPr>
              <a:t>AMD</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のバイオマーカーについて説明します。</a:t>
            </a:r>
            <a:endParaRPr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ドルーゼンは網膜下に蓄積する黄色の沈着物であり、主に早期</a:t>
            </a:r>
            <a:r>
              <a:rPr lang="en-US" altLang="ja-JP" sz="1200" dirty="0">
                <a:latin typeface="Arial" panose="020B0604020202020204" pitchFamily="34" charset="0"/>
                <a:ea typeface="MS PGothic" panose="020B0600070205080204" pitchFamily="34" charset="-128"/>
                <a:cs typeface="Arial" panose="020B0604020202020204" pitchFamily="34" charset="0"/>
              </a:rPr>
              <a:t>/</a:t>
            </a:r>
            <a:r>
              <a:rPr lang="ja-JP" altLang="en-US" sz="1200" dirty="0">
                <a:latin typeface="Arial" panose="020B0604020202020204" pitchFamily="34" charset="0"/>
                <a:ea typeface="MS PGothic" panose="020B0600070205080204" pitchFamily="34" charset="-128"/>
                <a:cs typeface="Arial" panose="020B0604020202020204" pitchFamily="34" charset="0"/>
              </a:rPr>
              <a:t>中期の</a:t>
            </a:r>
            <a:r>
              <a:rPr lang="en-US" altLang="ja-JP" sz="1200" dirty="0">
                <a:latin typeface="Arial" panose="020B0604020202020204" pitchFamily="34" charset="0"/>
                <a:ea typeface="MS PGothic" panose="020B0600070205080204" pitchFamily="34" charset="-128"/>
                <a:cs typeface="Arial" panose="020B0604020202020204" pitchFamily="34" charset="0"/>
              </a:rPr>
              <a:t>AMD</a:t>
            </a:r>
            <a:r>
              <a:rPr lang="ja-JP" altLang="en-US" sz="1200" dirty="0">
                <a:latin typeface="Arial" panose="020B0604020202020204" pitchFamily="34" charset="0"/>
                <a:ea typeface="MS PGothic" panose="020B0600070205080204" pitchFamily="34" charset="-128"/>
                <a:cs typeface="Arial" panose="020B0604020202020204" pitchFamily="34" charset="0"/>
              </a:rPr>
              <a:t>である</a:t>
            </a:r>
            <a:r>
              <a:rPr lang="en-US" altLang="ja-JP" sz="1200" dirty="0" err="1">
                <a:latin typeface="Arial" panose="020B0604020202020204" pitchFamily="34" charset="0"/>
                <a:ea typeface="MS PGothic" panose="020B0600070205080204" pitchFamily="34" charset="-128"/>
                <a:cs typeface="Arial" panose="020B0604020202020204" pitchFamily="34" charset="0"/>
              </a:rPr>
              <a:t>iAMD</a:t>
            </a:r>
            <a:r>
              <a:rPr lang="ja-JP" altLang="en-US" sz="1200" dirty="0">
                <a:latin typeface="Arial" panose="020B0604020202020204" pitchFamily="34" charset="0"/>
                <a:ea typeface="MS PGothic" panose="020B0600070205080204" pitchFamily="34" charset="-128"/>
                <a:cs typeface="Arial" panose="020B0604020202020204" pitchFamily="34" charset="0"/>
              </a:rPr>
              <a:t>に見られます。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Arial" panose="020B0604020202020204" pitchFamily="34" charset="0"/>
                <a:ea typeface="MS PGothic" panose="020B0600070205080204" pitchFamily="34" charset="-128"/>
                <a:cs typeface="Arial" panose="020B0604020202020204" pitchFamily="34" charset="0"/>
              </a:rPr>
              <a:t>2</a:t>
            </a:r>
            <a:r>
              <a:rPr lang="ja-JP" altLang="en-US" sz="1200" dirty="0">
                <a:latin typeface="Arial" panose="020B0604020202020204" pitchFamily="34" charset="0"/>
                <a:ea typeface="MS PGothic" panose="020B0600070205080204" pitchFamily="34" charset="-128"/>
                <a:cs typeface="Arial" panose="020B0604020202020204" pitchFamily="34" charset="0"/>
              </a:rPr>
              <a:t>つ目は</a:t>
            </a:r>
            <a:r>
              <a:rPr lang="zh-CN" altLang="en-US" sz="1200" dirty="0">
                <a:latin typeface="Arial" panose="020B0604020202020204" pitchFamily="34" charset="0"/>
                <a:ea typeface="MS PGothic" panose="020B0600070205080204" pitchFamily="34" charset="-128"/>
                <a:cs typeface="Arial" panose="020B0604020202020204" pitchFamily="34" charset="0"/>
              </a:rPr>
              <a:t>黄斑新生血管（</a:t>
            </a:r>
            <a:r>
              <a:rPr lang="en-US" altLang="zh-CN" sz="1200" dirty="0">
                <a:solidFill>
                  <a:srgbClr val="FF0000"/>
                </a:solidFill>
                <a:latin typeface="Arial" panose="020B0604020202020204" pitchFamily="34" charset="0"/>
                <a:ea typeface="MS PGothic" panose="020B0600070205080204" pitchFamily="34" charset="-128"/>
                <a:cs typeface="Arial" panose="020B0604020202020204" pitchFamily="34" charset="0"/>
              </a:rPr>
              <a:t>MNV</a:t>
            </a:r>
            <a:r>
              <a:rPr lang="zh-CN" altLang="en-US" sz="1200" dirty="0">
                <a:latin typeface="Arial" panose="020B0604020202020204" pitchFamily="34" charset="0"/>
                <a:ea typeface="MS PGothic" panose="020B0600070205080204" pitchFamily="34" charset="-128"/>
                <a:cs typeface="Arial" panose="020B0604020202020204" pitchFamily="34" charset="0"/>
              </a:rPr>
              <a:t>）</a:t>
            </a:r>
            <a:r>
              <a:rPr lang="ja-JP" altLang="en-US" sz="1200" dirty="0">
                <a:latin typeface="Arial" panose="020B0604020202020204" pitchFamily="34" charset="0"/>
                <a:ea typeface="MS PGothic" panose="020B0600070205080204" pitchFamily="34" charset="-128"/>
                <a:cs typeface="Arial" panose="020B0604020202020204" pitchFamily="34" charset="0"/>
              </a:rPr>
              <a:t>であり、網膜の下にある脈絡膜から新生血管が網膜下に成長する病態で、出血や液体が漏出します。これは湿性</a:t>
            </a:r>
            <a:r>
              <a:rPr lang="en-US" altLang="ja-JP" sz="1200" dirty="0">
                <a:latin typeface="Arial" panose="020B0604020202020204" pitchFamily="34" charset="0"/>
                <a:ea typeface="MS PGothic" panose="020B0600070205080204" pitchFamily="34" charset="-128"/>
                <a:cs typeface="Arial" panose="020B0604020202020204" pitchFamily="34" charset="0"/>
              </a:rPr>
              <a:t>AMD</a:t>
            </a:r>
            <a:r>
              <a:rPr lang="ja-JP" altLang="en-US" sz="1200" dirty="0">
                <a:latin typeface="Arial" panose="020B0604020202020204" pitchFamily="34" charset="0"/>
                <a:ea typeface="MS PGothic" panose="020B0600070205080204" pitchFamily="34" charset="-128"/>
                <a:cs typeface="Arial" panose="020B0604020202020204" pitchFamily="34" charset="0"/>
              </a:rPr>
              <a:t>でみられます。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次は</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黄斑萎縮（</a:t>
            </a:r>
            <a:r>
              <a:rPr kumimoji="1" lang="en-US" altLang="ja-JP" sz="1200" dirty="0">
                <a:solidFill>
                  <a:srgbClr val="FF0000"/>
                </a:solidFill>
                <a:latin typeface="Arial" panose="020B0604020202020204" pitchFamily="34" charset="0"/>
                <a:ea typeface="MS PGothic" panose="020B0600070205080204" pitchFamily="34" charset="-128"/>
                <a:cs typeface="Arial" panose="020B0604020202020204" pitchFamily="34" charset="0"/>
              </a:rPr>
              <a:t>MA</a:t>
            </a:r>
            <a:r>
              <a:rPr kumimoji="1" lang="ja-JP" altLang="en-US" sz="1200" dirty="0">
                <a:solidFill>
                  <a:srgbClr val="FF0000"/>
                </a:solidFill>
                <a:latin typeface="Arial" panose="020B0604020202020204" pitchFamily="34" charset="0"/>
                <a:ea typeface="MS PGothic" panose="020B0600070205080204" pitchFamily="34" charset="-128"/>
                <a:cs typeface="Arial" panose="020B0604020202020204" pitchFamily="34" charset="0"/>
              </a:rPr>
              <a:t>）です。</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網膜の組織が徐々に薄くなり、萎縮していまいます。これは湿生</a:t>
            </a:r>
            <a:r>
              <a:rPr kumimoji="1" lang="en-US" altLang="ja-JP" sz="1200" dirty="0">
                <a:latin typeface="Arial" panose="020B0604020202020204" pitchFamily="34" charset="0"/>
                <a:ea typeface="MS PGothic" panose="020B0600070205080204" pitchFamily="34" charset="-128"/>
                <a:cs typeface="Arial" panose="020B0604020202020204" pitchFamily="34" charset="0"/>
              </a:rPr>
              <a:t>AMD</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に対して乾性</a:t>
            </a:r>
            <a:r>
              <a:rPr kumimoji="1" lang="en-US" altLang="ja-JP" sz="1200" dirty="0">
                <a:latin typeface="Arial" panose="020B0604020202020204" pitchFamily="34" charset="0"/>
                <a:ea typeface="MS PGothic" panose="020B0600070205080204" pitchFamily="34" charset="-128"/>
                <a:cs typeface="Arial" panose="020B0604020202020204" pitchFamily="34" charset="0"/>
              </a:rPr>
              <a:t>AMD</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に見られます。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Arial" panose="020B0604020202020204" pitchFamily="34" charset="0"/>
                <a:ea typeface="MS PGothic" panose="020B0600070205080204" pitchFamily="34" charset="-128"/>
                <a:cs typeface="Arial" panose="020B0604020202020204" pitchFamily="34" charset="0"/>
              </a:rPr>
              <a:t>これらのバイオマーカーを互いに混在します。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Arial" panose="020B0604020202020204" pitchFamily="34" charset="0"/>
                <a:ea typeface="MS PGothic" panose="020B0600070205080204" pitchFamily="34" charset="-128"/>
                <a:cs typeface="Arial" panose="020B0604020202020204" pitchFamily="34" charset="0"/>
              </a:rPr>
              <a:t>このことは今回の論文のデータのラベルつけにかかわっています。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Arial" panose="020B0604020202020204" pitchFamily="34" charset="0"/>
                <a:ea typeface="MS PGothic" panose="020B0600070205080204" pitchFamily="34" charset="-128"/>
                <a:cs typeface="Arial" panose="020B0604020202020204" pitchFamily="34" charset="0"/>
              </a:rPr>
              <a:t>そして先述した</a:t>
            </a:r>
            <a:r>
              <a:rPr kumimoji="1" lang="en-US" altLang="ja-JP" sz="1200" dirty="0">
                <a:latin typeface="Arial" panose="020B0604020202020204" pitchFamily="34" charset="0"/>
                <a:ea typeface="MS PGothic" panose="020B0600070205080204" pitchFamily="34" charset="-128"/>
                <a:cs typeface="Arial" panose="020B0604020202020204" pitchFamily="34" charset="0"/>
              </a:rPr>
              <a:t>3</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つバイオマーカーがない網膜を</a:t>
            </a:r>
            <a:r>
              <a:rPr kumimoji="1" lang="en-US" altLang="ja-JP" sz="1200" dirty="0">
                <a:latin typeface="Arial" panose="020B0604020202020204" pitchFamily="34" charset="0"/>
                <a:ea typeface="MS PGothic" panose="020B0600070205080204" pitchFamily="34" charset="-128"/>
                <a:cs typeface="Arial" panose="020B0604020202020204" pitchFamily="34" charset="0"/>
              </a:rPr>
              <a:t>NORMAL</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として分類分けしています。</a:t>
            </a:r>
            <a:endParaRPr lang="en-US" altLang="zh-CN"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Arial" panose="020B0604020202020204" pitchFamily="34" charset="0"/>
              <a:ea typeface="MS PGothic" panose="020B0600070205080204" pitchFamily="34" charset="-128"/>
              <a:cs typeface="Arial" panose="020B0604020202020204" pitchFamily="34" charset="0"/>
            </a:endParaRPr>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4</a:t>
            </a:fld>
            <a:endParaRPr kumimoji="1" lang="ja-JP" altLang="en-US"/>
          </a:p>
        </p:txBody>
      </p:sp>
    </p:spTree>
    <p:extLst>
      <p:ext uri="{BB962C8B-B14F-4D97-AF65-F5344CB8AC3E}">
        <p14:creationId xmlns:p14="http://schemas.microsoft.com/office/powerpoint/2010/main" val="2030449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次は先ほど説明した</a:t>
            </a:r>
            <a:r>
              <a:rPr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rPr>
              <a:t>AMD</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診断におけるバイオマーカーを実際の</a:t>
            </a:r>
            <a:r>
              <a:rPr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rPr>
              <a:t>OCT</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画像で見ていくとします。まずは</a:t>
            </a:r>
            <a:r>
              <a:rPr lang="ja-JP" altLang="en-US" sz="1200" dirty="0">
                <a:latin typeface="Arial" panose="020B0604020202020204" pitchFamily="34" charset="0"/>
                <a:ea typeface="MS PGothic" panose="020B0600070205080204" pitchFamily="34" charset="-128"/>
                <a:cs typeface="Arial" panose="020B0604020202020204" pitchFamily="34" charset="0"/>
              </a:rPr>
              <a:t>ドルーゼンです。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r>
              <a:rPr lang="ja-JP" altLang="en-US" sz="1200" dirty="0">
                <a:latin typeface="Arial" panose="020B0604020202020204" pitchFamily="34" charset="0"/>
                <a:ea typeface="MS PGothic" panose="020B0600070205080204" pitchFamily="34" charset="-128"/>
                <a:cs typeface="Arial" panose="020B0604020202020204" pitchFamily="34" charset="0"/>
              </a:rPr>
              <a:t>資料、下の</a:t>
            </a:r>
            <a:r>
              <a:rPr lang="en-US" altLang="ja-JP" sz="1200" dirty="0">
                <a:latin typeface="Arial" panose="020B0604020202020204" pitchFamily="34" charset="0"/>
                <a:ea typeface="MS PGothic" panose="020B0600070205080204" pitchFamily="34" charset="-128"/>
                <a:cs typeface="Arial" panose="020B0604020202020204" pitchFamily="34" charset="0"/>
              </a:rPr>
              <a:t>OCT</a:t>
            </a:r>
            <a:r>
              <a:rPr lang="ja-JP" altLang="en-US" sz="1200" dirty="0">
                <a:latin typeface="Arial" panose="020B0604020202020204" pitchFamily="34" charset="0"/>
                <a:ea typeface="MS PGothic" panose="020B0600070205080204" pitchFamily="34" charset="-128"/>
                <a:cs typeface="Arial" panose="020B0604020202020204" pitchFamily="34" charset="0"/>
              </a:rPr>
              <a:t>画像をご覧ください。</a:t>
            </a:r>
            <a:r>
              <a:rPr lang="en-US" altLang="ja-JP" sz="1200" dirty="0">
                <a:latin typeface="Arial" panose="020B0604020202020204" pitchFamily="34" charset="0"/>
                <a:ea typeface="MS PGothic" panose="020B0600070205080204" pitchFamily="34" charset="-128"/>
                <a:cs typeface="Arial" panose="020B0604020202020204" pitchFamily="34" charset="0"/>
              </a:rPr>
              <a:t>OCT</a:t>
            </a:r>
            <a:r>
              <a:rPr lang="ja-JP" altLang="en-US" sz="1200" dirty="0">
                <a:latin typeface="Arial" panose="020B0604020202020204" pitchFamily="34" charset="0"/>
                <a:ea typeface="MS PGothic" panose="020B0600070205080204" pitchFamily="34" charset="-128"/>
                <a:cs typeface="Arial" panose="020B0604020202020204" pitchFamily="34" charset="0"/>
              </a:rPr>
              <a:t>画像内に黄色の円で示しているところがドルーゼンとなっています。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r>
              <a:rPr lang="ja-JP" altLang="en-US" sz="1200" dirty="0">
                <a:latin typeface="Arial" panose="020B0604020202020204" pitchFamily="34" charset="0"/>
                <a:ea typeface="MS PGothic" panose="020B0600070205080204" pitchFamily="34" charset="-128"/>
                <a:cs typeface="Arial" panose="020B0604020202020204" pitchFamily="34" charset="0"/>
              </a:rPr>
              <a:t>網膜下に沈着物が蓄積して、隆起してるのがわかると思います</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5</a:t>
            </a:fld>
            <a:endParaRPr kumimoji="1" lang="ja-JP" altLang="en-US"/>
          </a:p>
        </p:txBody>
      </p:sp>
    </p:spTree>
    <p:extLst>
      <p:ext uri="{BB962C8B-B14F-4D97-AF65-F5344CB8AC3E}">
        <p14:creationId xmlns:p14="http://schemas.microsoft.com/office/powerpoint/2010/main" val="2431681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次は</a:t>
            </a:r>
            <a:r>
              <a:rPr lang="zh-CN" altLang="en-US" sz="1200" dirty="0">
                <a:latin typeface="Arial" panose="020B0604020202020204" pitchFamily="34" charset="0"/>
                <a:ea typeface="MS PGothic" panose="020B0600070205080204" pitchFamily="34" charset="-128"/>
                <a:cs typeface="Arial" panose="020B0604020202020204" pitchFamily="34" charset="0"/>
              </a:rPr>
              <a:t>黄斑新生血管（</a:t>
            </a:r>
            <a:r>
              <a:rPr lang="en-US" altLang="zh-CN" sz="1200" dirty="0">
                <a:solidFill>
                  <a:srgbClr val="FF0000"/>
                </a:solidFill>
                <a:latin typeface="Arial" panose="020B0604020202020204" pitchFamily="34" charset="0"/>
                <a:ea typeface="MS PGothic" panose="020B0600070205080204" pitchFamily="34" charset="-128"/>
                <a:cs typeface="Arial" panose="020B0604020202020204" pitchFamily="34" charset="0"/>
              </a:rPr>
              <a:t>MNV</a:t>
            </a:r>
            <a:r>
              <a:rPr lang="zh-CN" altLang="en-US" sz="1200" dirty="0">
                <a:latin typeface="Arial" panose="020B0604020202020204" pitchFamily="34" charset="0"/>
                <a:ea typeface="MS PGothic" panose="020B0600070205080204" pitchFamily="34" charset="-128"/>
                <a:cs typeface="Arial" panose="020B0604020202020204" pitchFamily="34" charset="0"/>
              </a:rPr>
              <a:t>）</a:t>
            </a:r>
            <a:r>
              <a:rPr lang="ja-JP" altLang="en-US" sz="1200" dirty="0">
                <a:latin typeface="Arial" panose="020B0604020202020204" pitchFamily="34" charset="0"/>
                <a:ea typeface="MS PGothic" panose="020B0600070205080204" pitchFamily="34" charset="-128"/>
                <a:cs typeface="Arial" panose="020B0604020202020204" pitchFamily="34" charset="0"/>
              </a:rPr>
              <a:t>です。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r>
              <a:rPr lang="ja-JP" altLang="en-US" sz="1200" dirty="0">
                <a:latin typeface="Arial" panose="020B0604020202020204" pitchFamily="34" charset="0"/>
                <a:ea typeface="MS PGothic" panose="020B0600070205080204" pitchFamily="34" charset="-128"/>
                <a:cs typeface="Arial" panose="020B0604020202020204" pitchFamily="34" charset="0"/>
              </a:rPr>
              <a:t>資料、下の</a:t>
            </a:r>
            <a:r>
              <a:rPr lang="en-US" altLang="ja-JP" sz="1200" dirty="0">
                <a:latin typeface="Arial" panose="020B0604020202020204" pitchFamily="34" charset="0"/>
                <a:ea typeface="MS PGothic" panose="020B0600070205080204" pitchFamily="34" charset="-128"/>
                <a:cs typeface="Arial" panose="020B0604020202020204" pitchFamily="34" charset="0"/>
              </a:rPr>
              <a:t>OCT</a:t>
            </a:r>
            <a:r>
              <a:rPr lang="ja-JP" altLang="en-US" sz="1200" dirty="0">
                <a:latin typeface="Arial" panose="020B0604020202020204" pitchFamily="34" charset="0"/>
                <a:ea typeface="MS PGothic" panose="020B0600070205080204" pitchFamily="34" charset="-128"/>
                <a:cs typeface="Arial" panose="020B0604020202020204" pitchFamily="34" charset="0"/>
              </a:rPr>
              <a:t>画像をご覧ください。</a:t>
            </a:r>
            <a:r>
              <a:rPr lang="en-US" altLang="ja-JP" sz="1200" dirty="0">
                <a:latin typeface="Arial" panose="020B0604020202020204" pitchFamily="34" charset="0"/>
                <a:ea typeface="MS PGothic" panose="020B0600070205080204" pitchFamily="34" charset="-128"/>
                <a:cs typeface="Arial" panose="020B0604020202020204" pitchFamily="34" charset="0"/>
              </a:rPr>
              <a:t>OCT</a:t>
            </a:r>
            <a:r>
              <a:rPr lang="ja-JP" altLang="en-US" sz="1200" dirty="0">
                <a:latin typeface="Arial" panose="020B0604020202020204" pitchFamily="34" charset="0"/>
                <a:ea typeface="MS PGothic" panose="020B0600070205080204" pitchFamily="34" charset="-128"/>
                <a:cs typeface="Arial" panose="020B0604020202020204" pitchFamily="34" charset="0"/>
              </a:rPr>
              <a:t>画像内に黄色の円で示しているところが</a:t>
            </a:r>
            <a:r>
              <a:rPr lang="zh-CN" altLang="en-US" sz="1200" dirty="0">
                <a:latin typeface="Arial" panose="020B0604020202020204" pitchFamily="34" charset="0"/>
                <a:ea typeface="MS PGothic" panose="020B0600070205080204" pitchFamily="34" charset="-128"/>
                <a:cs typeface="Arial" panose="020B0604020202020204" pitchFamily="34" charset="0"/>
              </a:rPr>
              <a:t>黄斑新生血管</a:t>
            </a:r>
            <a:r>
              <a:rPr lang="ja-JP" altLang="en-US" sz="1200" dirty="0">
                <a:solidFill>
                  <a:srgbClr val="FF0000"/>
                </a:solidFill>
                <a:latin typeface="Arial" panose="020B0604020202020204" pitchFamily="34" charset="0"/>
                <a:ea typeface="MS PGothic" panose="020B0600070205080204" pitchFamily="34" charset="-128"/>
                <a:cs typeface="Arial" panose="020B0604020202020204" pitchFamily="34" charset="0"/>
              </a:rPr>
              <a:t>により液体が蓄積しているところです。</a:t>
            </a:r>
            <a:endParaRPr kumimoji="1" lang="ja-JP" altLang="en-US"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6</a:t>
            </a:fld>
            <a:endParaRPr kumimoji="1" lang="ja-JP" altLang="en-US"/>
          </a:p>
        </p:txBody>
      </p:sp>
    </p:spTree>
    <p:extLst>
      <p:ext uri="{BB962C8B-B14F-4D97-AF65-F5344CB8AC3E}">
        <p14:creationId xmlns:p14="http://schemas.microsoft.com/office/powerpoint/2010/main" val="381322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次は</a:t>
            </a:r>
            <a:r>
              <a:rPr kumimoji="1" lang="ja-JP" altLang="en-US" sz="1200">
                <a:latin typeface="Arial" panose="020B0604020202020204" pitchFamily="34" charset="0"/>
                <a:ea typeface="MS PGothic" panose="020B0600070205080204" pitchFamily="34" charset="-128"/>
                <a:cs typeface="Arial" panose="020B0604020202020204" pitchFamily="34" charset="0"/>
              </a:rPr>
              <a:t>黄斑萎縮（</a:t>
            </a:r>
            <a:r>
              <a:rPr kumimoji="1" lang="en-US" altLang="ja-JP" sz="1200">
                <a:solidFill>
                  <a:srgbClr val="FF0000"/>
                </a:solidFill>
                <a:latin typeface="Arial" panose="020B0604020202020204" pitchFamily="34" charset="0"/>
                <a:ea typeface="MS PGothic" panose="020B0600070205080204" pitchFamily="34" charset="-128"/>
                <a:cs typeface="Arial" panose="020B0604020202020204" pitchFamily="34" charset="0"/>
              </a:rPr>
              <a:t>MA</a:t>
            </a:r>
            <a:r>
              <a:rPr kumimoji="1" lang="ja-JP" altLang="en-US" sz="1200">
                <a:latin typeface="Arial" panose="020B0604020202020204" pitchFamily="34" charset="0"/>
                <a:ea typeface="MS PGothic" panose="020B0600070205080204" pitchFamily="34" charset="-128"/>
                <a:cs typeface="Arial" panose="020B0604020202020204" pitchFamily="34" charset="0"/>
              </a:rPr>
              <a:t>）です</a:t>
            </a:r>
            <a:r>
              <a:rPr lang="ja-JP" altLang="en-US" sz="1200">
                <a:latin typeface="Arial" panose="020B0604020202020204" pitchFamily="34" charset="0"/>
                <a:ea typeface="MS PGothic" panose="020B0600070205080204" pitchFamily="34" charset="-128"/>
                <a:cs typeface="Arial" panose="020B0604020202020204" pitchFamily="34" charset="0"/>
              </a:rPr>
              <a:t>。資料、下の</a:t>
            </a:r>
            <a:r>
              <a:rPr lang="en-US" altLang="ja-JP" sz="1200">
                <a:latin typeface="Arial" panose="020B0604020202020204" pitchFamily="34" charset="0"/>
                <a:ea typeface="MS PGothic" panose="020B0600070205080204" pitchFamily="34" charset="-128"/>
                <a:cs typeface="Arial" panose="020B0604020202020204" pitchFamily="34" charset="0"/>
              </a:rPr>
              <a:t>OCT</a:t>
            </a:r>
            <a:r>
              <a:rPr lang="ja-JP" altLang="en-US" sz="1200">
                <a:latin typeface="Arial" panose="020B0604020202020204" pitchFamily="34" charset="0"/>
                <a:ea typeface="MS PGothic" panose="020B0600070205080204" pitchFamily="34" charset="-128"/>
                <a:cs typeface="Arial" panose="020B0604020202020204" pitchFamily="34" charset="0"/>
              </a:rPr>
              <a:t>画像をご覧ください。黄色の円で示しているところが</a:t>
            </a:r>
            <a:r>
              <a:rPr kumimoji="1" lang="ja-JP" altLang="en-US" sz="1200">
                <a:latin typeface="Arial" panose="020B0604020202020204" pitchFamily="34" charset="0"/>
                <a:ea typeface="MS PGothic" panose="020B0600070205080204" pitchFamily="34" charset="-128"/>
                <a:cs typeface="Arial" panose="020B0604020202020204" pitchFamily="34" charset="0"/>
              </a:rPr>
              <a:t>網膜の組織が薄くなり、萎縮しているのがわかると思います。</a:t>
            </a:r>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7</a:t>
            </a:fld>
            <a:endParaRPr kumimoji="1" lang="ja-JP" altLang="en-US"/>
          </a:p>
        </p:txBody>
      </p:sp>
    </p:spTree>
    <p:extLst>
      <p:ext uri="{BB962C8B-B14F-4D97-AF65-F5344CB8AC3E}">
        <p14:creationId xmlns:p14="http://schemas.microsoft.com/office/powerpoint/2010/main" val="789308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では今回の目的といたしまして、実世界の</a:t>
            </a:r>
            <a:r>
              <a:rPr kumimoji="1" lang="en-US" altLang="ja-JP" dirty="0"/>
              <a:t>OCT</a:t>
            </a:r>
            <a:r>
              <a:rPr kumimoji="1" lang="ja-JP" altLang="en-US" dirty="0"/>
              <a:t>データセットから、</a:t>
            </a:r>
            <a:r>
              <a:rPr kumimoji="1" lang="en-US" altLang="ja-JP" dirty="0"/>
              <a:t>AMD</a:t>
            </a:r>
            <a:r>
              <a:rPr kumimoji="1" lang="ja-JP" altLang="en-US" dirty="0"/>
              <a:t>患者の</a:t>
            </a:r>
            <a:r>
              <a:rPr kumimoji="1" lang="en-US" altLang="ja-JP" dirty="0"/>
              <a:t>3D-OCT volume</a:t>
            </a:r>
            <a:r>
              <a:rPr kumimoji="1" lang="ja-JP" altLang="en-US" dirty="0"/>
              <a:t>を正常（</a:t>
            </a:r>
            <a:r>
              <a:rPr kumimoji="1" lang="en-US" altLang="ja-JP" dirty="0"/>
              <a:t>NORMAL</a:t>
            </a:r>
            <a:r>
              <a:rPr kumimoji="1" lang="ja-JP" altLang="en-US" dirty="0"/>
              <a:t>）、ドルーゼン（</a:t>
            </a:r>
            <a:r>
              <a:rPr kumimoji="1" lang="en-US" altLang="ja-JP" dirty="0"/>
              <a:t>DORUSEN</a:t>
            </a:r>
            <a:r>
              <a:rPr kumimoji="1" lang="ja-JP" altLang="en-US" dirty="0"/>
              <a:t>）、黄斑新生血管</a:t>
            </a:r>
            <a:r>
              <a:rPr kumimoji="1" lang="en-US" altLang="ja-JP" dirty="0"/>
              <a:t>MNV</a:t>
            </a:r>
            <a:r>
              <a:rPr kumimoji="1" lang="ja-JP" altLang="en-US" dirty="0"/>
              <a:t>、黄斑萎縮</a:t>
            </a:r>
            <a:r>
              <a:rPr kumimoji="1" lang="en-US" altLang="ja-JP" dirty="0"/>
              <a:t>MA</a:t>
            </a:r>
            <a:r>
              <a:rPr kumimoji="1" lang="ja-JP" altLang="en-US" dirty="0"/>
              <a:t>を含む</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網膜の存在を予測する</a:t>
            </a:r>
            <a:r>
              <a:rPr kumimoji="1" lang="ja-JP" altLang="en-US" dirty="0"/>
              <a:t>二段階のディープラーニングアプローチの構築と比較評価することとさせていただきます。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8</a:t>
            </a:fld>
            <a:endParaRPr kumimoji="1" lang="ja-JP" altLang="en-US"/>
          </a:p>
        </p:txBody>
      </p:sp>
    </p:spTree>
    <p:extLst>
      <p:ext uri="{BB962C8B-B14F-4D97-AF65-F5344CB8AC3E}">
        <p14:creationId xmlns:p14="http://schemas.microsoft.com/office/powerpoint/2010/main" val="85101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目次は以下の通りです。</a:t>
            </a:r>
            <a:endParaRPr kumimoji="1"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１で</a:t>
            </a:r>
            <a:r>
              <a:rPr lang="ja-JP" altLang="en-US" sz="120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二段階のディープラーニングアプローチの構築、２ではその評価を３ではその他のモデルの比較を説明します。</a:t>
            </a:r>
            <a:endParaRPr lang="en-US" altLang="ja-JP" sz="1200">
              <a:latin typeface="ＭＳ Ｐゴシック" panose="020B0600070205080204" pitchFamily="50" charset="-128"/>
              <a:ea typeface="ＭＳ Ｐゴシック" panose="020B0600070205080204" pitchFamily="50"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a:latin typeface="ＭＳ Ｐゴシック" panose="020B0600070205080204" pitchFamily="50" charset="-128"/>
              <a:ea typeface="ＭＳ Ｐゴシック" panose="020B0600070205080204" pitchFamily="50" charset="-128"/>
              <a:cs typeface="Arial" panose="020B0604020202020204" pitchFamily="34" charset="0"/>
            </a:endParaRPr>
          </a:p>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9</a:t>
            </a:fld>
            <a:endParaRPr kumimoji="1" lang="ja-JP" altLang="en-US"/>
          </a:p>
        </p:txBody>
      </p:sp>
    </p:spTree>
    <p:extLst>
      <p:ext uri="{BB962C8B-B14F-4D97-AF65-F5344CB8AC3E}">
        <p14:creationId xmlns:p14="http://schemas.microsoft.com/office/powerpoint/2010/main" val="4066104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まずは提案モデルである、</a:t>
            </a:r>
            <a:r>
              <a:rPr lang="ja-JP" altLang="en-US" sz="120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二段階のディープラーニングアプローチの構築についてです。</a:t>
            </a:r>
            <a:endParaRPr lang="en-US" altLang="ja-JP" sz="1200">
              <a:latin typeface="ＭＳ Ｐゴシック" panose="020B0600070205080204" pitchFamily="50" charset="-128"/>
              <a:ea typeface="ＭＳ Ｐゴシック" panose="020B0600070205080204" pitchFamily="50" charset="-128"/>
              <a:cs typeface="Arial" panose="020B0604020202020204" pitchFamily="34" charset="0"/>
            </a:endParaRPr>
          </a:p>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10</a:t>
            </a:fld>
            <a:endParaRPr kumimoji="1" lang="ja-JP" altLang="en-US"/>
          </a:p>
        </p:txBody>
      </p:sp>
    </p:spTree>
    <p:extLst>
      <p:ext uri="{BB962C8B-B14F-4D97-AF65-F5344CB8AC3E}">
        <p14:creationId xmlns:p14="http://schemas.microsoft.com/office/powerpoint/2010/main" val="1631739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まずは、その使用データについてです。</a:t>
            </a:r>
            <a:endParaRPr kumimoji="1"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本研究は冒頭の題名に</a:t>
            </a:r>
            <a:r>
              <a:rPr lang="en-US" altLang="ja-JP">
                <a:effectLst/>
              </a:rPr>
              <a:t>PINNACLE</a:t>
            </a:r>
            <a:r>
              <a:rPr lang="ja-JP" altLang="en-US">
                <a:effectLst/>
              </a:rPr>
              <a:t>試験報告５と</a:t>
            </a:r>
            <a:r>
              <a:rPr kumimoji="1" lang="ja-JP" altLang="en-US"/>
              <a:t>ありましたが、</a:t>
            </a:r>
            <a:r>
              <a:rPr lang="en-US" altLang="ja-JP">
                <a:effectLst/>
              </a:rPr>
              <a:t>PINNACLE</a:t>
            </a:r>
            <a:r>
              <a:rPr lang="ja-JP" altLang="en-US">
                <a:effectLst/>
              </a:rPr>
              <a:t>という</a:t>
            </a:r>
            <a:r>
              <a:rPr lang="en-US" altLang="ja-JP">
                <a:effectLst/>
              </a:rPr>
              <a:t>AMD</a:t>
            </a:r>
            <a:r>
              <a:rPr lang="ja-JP" altLang="en-US">
                <a:effectLst/>
              </a:rPr>
              <a:t>の進行と治療に関する研究を行っているグループにより実施されました。</a:t>
            </a:r>
            <a:endParaRPr kumimoji="1" lang="en-US" altLang="ja-JP"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effectLst/>
              </a:rPr>
              <a:t>AMD</a:t>
            </a:r>
            <a:r>
              <a:rPr lang="ja-JP" altLang="en-US">
                <a:effectLst/>
              </a:rPr>
              <a:t>患者を含む</a:t>
            </a:r>
            <a:r>
              <a:rPr lang="en-US" altLang="ja-JP" sz="1200">
                <a:solidFill>
                  <a:prstClr val="black"/>
                </a:solidFill>
                <a:latin typeface="Arial" panose="020B0604020202020204" pitchFamily="34" charset="0"/>
                <a:ea typeface="MS PGothic" panose="020B0600070205080204" pitchFamily="34" charset="-128"/>
                <a:cs typeface="Arial" panose="020B0604020202020204" pitchFamily="34" charset="0"/>
              </a:rPr>
              <a:t>OCT</a:t>
            </a:r>
            <a:r>
              <a:rPr lang="ja-JP" altLang="en-US" sz="1200">
                <a:solidFill>
                  <a:prstClr val="black"/>
                </a:solidFill>
                <a:latin typeface="Arial" panose="020B0604020202020204" pitchFamily="34" charset="0"/>
                <a:ea typeface="MS PGothic" panose="020B0600070205080204" pitchFamily="34" charset="-128"/>
                <a:cs typeface="Arial" panose="020B0604020202020204" pitchFamily="34" charset="0"/>
              </a:rPr>
              <a:t>データセット</a:t>
            </a:r>
            <a:r>
              <a:rPr kumimoji="1" lang="ja-JP" altLang="en-US"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と</a:t>
            </a:r>
            <a:r>
              <a:rPr lang="ja-JP" altLang="en-US"/>
              <a:t>電子健康記録（</a:t>
            </a:r>
            <a:r>
              <a:rPr lang="en-US" altLang="ja-JP"/>
              <a:t>EHR</a:t>
            </a:r>
            <a:r>
              <a:rPr lang="ja-JP" altLang="en-US"/>
              <a:t>）を</a:t>
            </a:r>
            <a:r>
              <a:rPr kumimoji="1" lang="ja-JP" altLang="en-US">
                <a:effectLst/>
              </a:rPr>
              <a:t>イギリスの</a:t>
            </a:r>
            <a:r>
              <a:rPr lang="ja-JP" altLang="en-US"/>
              <a:t>二つの大規模な眼科病院から</a:t>
            </a:r>
            <a:r>
              <a:rPr lang="en-US" altLang="ja-JP"/>
              <a:t>2007</a:t>
            </a:r>
            <a:r>
              <a:rPr lang="ja-JP" altLang="en-US"/>
              <a:t>年から</a:t>
            </a:r>
            <a:r>
              <a:rPr lang="en-US" altLang="ja-JP"/>
              <a:t>2019</a:t>
            </a:r>
            <a:r>
              <a:rPr lang="ja-JP" altLang="en-US"/>
              <a:t>年の</a:t>
            </a:r>
            <a:r>
              <a:rPr lang="en-US" altLang="ja-JP"/>
              <a:t>12</a:t>
            </a:r>
            <a:r>
              <a:rPr lang="ja-JP" altLang="en-US"/>
              <a:t>年間のデータから抽出しています。</a:t>
            </a:r>
            <a:endParaRPr lang="en-US" altLang="ja-JP">
              <a:effectLst/>
            </a:endParaRPr>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11</a:t>
            </a:fld>
            <a:endParaRPr kumimoji="1" lang="ja-JP" altLang="en-US"/>
          </a:p>
        </p:txBody>
      </p:sp>
    </p:spTree>
    <p:extLst>
      <p:ext uri="{BB962C8B-B14F-4D97-AF65-F5344CB8AC3E}">
        <p14:creationId xmlns:p14="http://schemas.microsoft.com/office/powerpoint/2010/main" val="2249155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次に</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訓練データとテストデータの作成方法</a:t>
            </a:r>
            <a:r>
              <a:rPr kumimoji="1"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についてです。</a:t>
            </a:r>
            <a:endParaRPr kumimoji="1"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抽出したデータをモデルに学習させるためにラベルを付ける作業をします。</a:t>
            </a:r>
            <a:r>
              <a:rPr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rPr>
              <a:t>OCT</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データセットにはもちろん</a:t>
            </a:r>
            <a:r>
              <a:rPr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rPr>
              <a:t>AMD</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ではない方もいらっしゃいますので、</a:t>
            </a:r>
            <a:endPar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まず、電子健康記録に基づいて</a:t>
            </a:r>
            <a:r>
              <a:rPr kumimoji="1"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rPr>
              <a:t>AMD</a:t>
            </a:r>
            <a:r>
              <a:rPr kumimoji="1"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患者の</a:t>
            </a:r>
            <a:r>
              <a:rPr kumimoji="1"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rPr>
              <a:t>OCT</a:t>
            </a:r>
            <a:r>
              <a:rPr kumimoji="1"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データ選択します。</a:t>
            </a:r>
            <a:endParaRPr kumimoji="1"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そして、</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品質の悪いスキャンや黄斑に焦点を合わさっていないスキャンを除去します。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Arial" panose="020B0604020202020204" pitchFamily="34" charset="0"/>
                <a:ea typeface="MS PGothic" panose="020B0600070205080204" pitchFamily="34" charset="-128"/>
                <a:cs typeface="Arial" panose="020B0604020202020204" pitchFamily="34" charset="0"/>
              </a:rPr>
              <a:t>そして、</a:t>
            </a:r>
            <a:r>
              <a:rPr lang="ja-JP" altLang="en-US" sz="1200" dirty="0">
                <a:latin typeface="Arial" panose="020B0604020202020204" pitchFamily="34" charset="0"/>
                <a:ea typeface="MS PGothic" panose="020B0600070205080204" pitchFamily="34" charset="-128"/>
                <a:cs typeface="Arial" panose="020B0604020202020204" pitchFamily="34" charset="0"/>
              </a:rPr>
              <a:t>訓練データ</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を非網膜専門家が、検証およびテストデータを網膜専門家が以下に従ってラベルを付けます。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Arial" panose="020B0604020202020204" pitchFamily="34" charset="0"/>
                <a:ea typeface="MS PGothic" panose="020B0600070205080204" pitchFamily="34" charset="-128"/>
                <a:cs typeface="Arial" panose="020B0604020202020204" pitchFamily="34" charset="0"/>
              </a:rPr>
              <a:t>こちらがルールになります。</a:t>
            </a:r>
            <a:r>
              <a:rPr lang="ja-JP" altLang="en-US" sz="1200" dirty="0">
                <a:latin typeface="Arial" panose="020B0604020202020204" pitchFamily="34" charset="0"/>
                <a:ea typeface="MS PGothic" panose="020B0600070205080204" pitchFamily="34" charset="-128"/>
                <a:cs typeface="Arial" panose="020B0604020202020204" pitchFamily="34" charset="0"/>
              </a:rPr>
              <a:t>ドルーゼンの存在、</a:t>
            </a:r>
            <a:r>
              <a:rPr lang="en-US" altLang="zh-CN" sz="1200" dirty="0">
                <a:solidFill>
                  <a:srgbClr val="FF0000"/>
                </a:solidFill>
                <a:latin typeface="Arial" panose="020B0604020202020204" pitchFamily="34" charset="0"/>
                <a:ea typeface="MS PGothic" panose="020B0600070205080204" pitchFamily="34" charset="-128"/>
                <a:cs typeface="Arial" panose="020B0604020202020204" pitchFamily="34" charset="0"/>
              </a:rPr>
              <a:t>MNV</a:t>
            </a:r>
            <a:r>
              <a:rPr lang="ja-JP" altLang="en-US" sz="1200" dirty="0">
                <a:latin typeface="Arial" panose="020B0604020202020204" pitchFamily="34" charset="0"/>
                <a:ea typeface="MS PGothic" panose="020B0600070205080204" pitchFamily="34" charset="-128"/>
                <a:cs typeface="Arial" panose="020B0604020202020204" pitchFamily="34" charset="0"/>
              </a:rPr>
              <a:t>の存在、</a:t>
            </a:r>
            <a:r>
              <a:rPr lang="en-US" altLang="zh-CN" sz="1200" dirty="0">
                <a:solidFill>
                  <a:srgbClr val="FF0000"/>
                </a:solidFill>
                <a:latin typeface="ＭＳ Ｐゴシック" panose="020B0600070205080204" pitchFamily="50" charset="-128"/>
                <a:ea typeface="ＭＳ Ｐゴシック" panose="020B0600070205080204" pitchFamily="50" charset="-128"/>
                <a:cs typeface="Arial" panose="020B0604020202020204" pitchFamily="34" charset="0"/>
              </a:rPr>
              <a:t>MA</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の存在、</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上記の</a:t>
            </a:r>
            <a:r>
              <a:rPr kumimoji="1" lang="en-US" altLang="ja-JP" sz="1200" dirty="0">
                <a:latin typeface="Arial" panose="020B0604020202020204" pitchFamily="34" charset="0"/>
                <a:ea typeface="MS PGothic" panose="020B0600070205080204" pitchFamily="34" charset="-128"/>
                <a:cs typeface="Arial" panose="020B0604020202020204" pitchFamily="34" charset="0"/>
              </a:rPr>
              <a:t>3</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つの</a:t>
            </a:r>
            <a:r>
              <a:rPr lang="ja-JP" altLang="en-US" sz="1200" dirty="0">
                <a:latin typeface="Arial" panose="020B0604020202020204" pitchFamily="34" charset="0"/>
                <a:ea typeface="MS PGothic" panose="020B0600070205080204" pitchFamily="34" charset="-128"/>
                <a:cs typeface="Arial" panose="020B0604020202020204" pitchFamily="34" charset="0"/>
              </a:rPr>
              <a:t>バイオマーカー</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がないのもを正常（</a:t>
            </a:r>
            <a:r>
              <a:rPr kumimoji="1" lang="en-US" altLang="ja-JP" sz="1200" dirty="0">
                <a:solidFill>
                  <a:srgbClr val="FF0000"/>
                </a:solidFill>
                <a:latin typeface="Arial" panose="020B0604020202020204" pitchFamily="34" charset="0"/>
                <a:ea typeface="MS PGothic" panose="020B0600070205080204" pitchFamily="34" charset="-128"/>
                <a:cs typeface="Arial" panose="020B0604020202020204" pitchFamily="34" charset="0"/>
              </a:rPr>
              <a:t>NORMAL</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）とラベル付けします。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この手順で作成した訓練データが</a:t>
            </a:r>
            <a:r>
              <a:rPr kumimoji="1" lang="en-US" altLang="ja-JP" dirty="0"/>
              <a:t>3765,</a:t>
            </a:r>
            <a:r>
              <a:rPr kumimoji="1" lang="ja-JP" altLang="en-US" dirty="0"/>
              <a:t>テストデータが</a:t>
            </a:r>
            <a:r>
              <a:rPr kumimoji="1" lang="en-US" altLang="ja-JP" dirty="0"/>
              <a:t>96</a:t>
            </a:r>
            <a:r>
              <a:rPr kumimoji="1" lang="ja-JP" altLang="en-US" dirty="0"/>
              <a:t>になります。これらは</a:t>
            </a:r>
            <a:r>
              <a:rPr lang="ja-JP" altLang="en-US" dirty="0"/>
              <a:t>各バイオマーカーによってデータ数が大きく異なるクラス不均衡であることを覚えておいてください。</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12</a:t>
            </a:fld>
            <a:endParaRPr kumimoji="1" lang="ja-JP" altLang="en-US"/>
          </a:p>
        </p:txBody>
      </p:sp>
    </p:spTree>
    <p:extLst>
      <p:ext uri="{BB962C8B-B14F-4D97-AF65-F5344CB8AC3E}">
        <p14:creationId xmlns:p14="http://schemas.microsoft.com/office/powerpoint/2010/main" val="3431255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次に結果として</a:t>
            </a:r>
            <a:r>
              <a:rPr kumimoji="1" lang="ja-JP" altLang="en-US" sz="1200" dirty="0">
                <a:latin typeface="ＭＳ Ｐゴシック" panose="020B0600070205080204" pitchFamily="50" charset="-128"/>
                <a:ea typeface="ＭＳ Ｐゴシック" panose="020B0600070205080204" pitchFamily="50" charset="-128"/>
              </a:rPr>
              <a:t>提案モデル（</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a:t>
            </a:r>
            <a:r>
              <a:rPr kumimoji="1" lang="ja-JP" altLang="en-US" sz="1200" dirty="0">
                <a:latin typeface="ＭＳ Ｐゴシック" panose="020B0600070205080204" pitchFamily="50" charset="-128"/>
                <a:ea typeface="ＭＳ Ｐゴシック" panose="020B0600070205080204" pitchFamily="50" charset="-128"/>
              </a:rPr>
              <a:t>）の構築の説明をします。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まずは資料をご覧ください。</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通常のモデルとはステージ１だけのようにある入力に対して求めれらた出力があるニューラルネットワークだととらえてください。</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通常のモデルに対して今回の提案モデルは</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二段階になっている点が特徴となります。ステージ１とステージ</a:t>
            </a:r>
            <a:r>
              <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rPr>
              <a:t>2</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に分けて簡潔に説明します。</a:t>
            </a:r>
            <a:endPar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13</a:t>
            </a:fld>
            <a:endParaRPr kumimoji="1" lang="ja-JP" altLang="en-US"/>
          </a:p>
        </p:txBody>
      </p:sp>
    </p:spTree>
    <p:extLst>
      <p:ext uri="{BB962C8B-B14F-4D97-AF65-F5344CB8AC3E}">
        <p14:creationId xmlns:p14="http://schemas.microsoft.com/office/powerpoint/2010/main" val="1626534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まずはステージ１です。ここでは</a:t>
            </a:r>
            <a:r>
              <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rPr>
              <a:t>ResNet50</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と言われる</a:t>
            </a:r>
            <a:r>
              <a:rPr lang="ja-JP" altLang="en-US" b="0" i="0" dirty="0">
                <a:solidFill>
                  <a:srgbClr val="FFFFFF"/>
                </a:solidFill>
                <a:effectLst/>
                <a:latin typeface="Google Sans"/>
              </a:rPr>
              <a:t> </a:t>
            </a:r>
            <a:r>
              <a:rPr lang="en-US" altLang="ja-JP" b="0" i="0" dirty="0">
                <a:solidFill>
                  <a:srgbClr val="FFFFFF"/>
                </a:solidFill>
                <a:effectLst/>
                <a:latin typeface="Google Sans"/>
              </a:rPr>
              <a:t>50 </a:t>
            </a:r>
            <a:r>
              <a:rPr lang="ja-JP" altLang="en-US" b="0" i="0" dirty="0">
                <a:solidFill>
                  <a:srgbClr val="FFFFFF"/>
                </a:solidFill>
                <a:effectLst/>
                <a:latin typeface="Google Sans"/>
              </a:rPr>
              <a:t>層の畳み込みニューラル ネットワーク</a:t>
            </a:r>
            <a:r>
              <a:rPr lang="en-US" altLang="ja-JP" b="0" i="0" dirty="0">
                <a:solidFill>
                  <a:srgbClr val="FFFFFF"/>
                </a:solidFill>
                <a:effectLst/>
                <a:latin typeface="Google Sans"/>
              </a:rPr>
              <a:t>CNN</a:t>
            </a:r>
            <a:r>
              <a:rPr lang="ja-JP" altLang="en-US" b="0" i="0" dirty="0">
                <a:solidFill>
                  <a:srgbClr val="FFFFFF"/>
                </a:solidFill>
                <a:effectLst/>
                <a:latin typeface="Google Sans"/>
              </a:rPr>
              <a:t>を使います。</a:t>
            </a:r>
            <a:endParaRPr lang="en-US" altLang="ja-JP" b="0" i="0" dirty="0">
              <a:solidFill>
                <a:srgbClr val="FFFFFF"/>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CNN</a:t>
            </a:r>
            <a:r>
              <a:rPr kumimoji="1" lang="ja-JP" altLang="en-US"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とは画像の分類タスクに使われるニューラルネットワークのことです。</a:t>
            </a:r>
            <a:endPar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この</a:t>
            </a:r>
            <a:r>
              <a:rPr lang="en-US" altLang="ja-JP" dirty="0"/>
              <a:t>ResNet50</a:t>
            </a:r>
            <a:r>
              <a:rPr lang="ja-JP" altLang="en-US" dirty="0"/>
              <a:t>は、</a:t>
            </a:r>
            <a:r>
              <a:rPr lang="en-US" altLang="ja-JP" dirty="0"/>
              <a:t>ImageNet</a:t>
            </a:r>
            <a:r>
              <a:rPr lang="ja-JP" altLang="en-US" dirty="0"/>
              <a:t>データセットとさらに</a:t>
            </a:r>
            <a:r>
              <a:rPr lang="en-US" altLang="ja-JP" dirty="0"/>
              <a:t>KERM</a:t>
            </a:r>
            <a:r>
              <a:rPr lang="ja-JP" altLang="en-US" dirty="0"/>
              <a:t>データセットという</a:t>
            </a:r>
            <a:r>
              <a:rPr lang="en-US" altLang="ja-JP" dirty="0"/>
              <a:t>OCT</a:t>
            </a:r>
            <a:r>
              <a:rPr lang="ja-JP" altLang="en-US" dirty="0"/>
              <a:t>のデータセットで事前学習しています。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資料下をご覧ください。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rPr>
              <a:t>3D-OCT volume</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内の一枚の</a:t>
            </a:r>
            <a:r>
              <a:rPr lang="en-US" altLang="ja-JP" sz="1200" dirty="0" err="1">
                <a:latin typeface="ＭＳ Ｐゴシック" panose="020B0600070205080204" pitchFamily="50" charset="-128"/>
                <a:ea typeface="ＭＳ Ｐゴシック" panose="020B0600070205080204" pitchFamily="50" charset="-128"/>
                <a:cs typeface="Arial" panose="020B0604020202020204" pitchFamily="34" charset="0"/>
              </a:rPr>
              <a:t>Bscan</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を</a:t>
            </a:r>
            <a:r>
              <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rPr>
              <a:t>Resnet50</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に入力して</a:t>
            </a:r>
            <a:r>
              <a:rPr lang="ja-JP" altLang="en-US" sz="1200" dirty="0">
                <a:latin typeface="Arial" panose="020B0604020202020204" pitchFamily="34" charset="0"/>
                <a:ea typeface="MS PGothic" panose="020B0600070205080204" pitchFamily="34" charset="-128"/>
                <a:cs typeface="Arial" panose="020B0604020202020204" pitchFamily="34" charset="0"/>
              </a:rPr>
              <a:t>各バイオマーカーの存在を予測を出力します。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その過程で</a:t>
            </a:r>
            <a:r>
              <a:rPr lang="en-US" altLang="ja-JP" sz="1200" dirty="0">
                <a:latin typeface="Arial" panose="020B0604020202020204" pitchFamily="34" charset="0"/>
                <a:ea typeface="MS PGothic" panose="020B0600070205080204" pitchFamily="34" charset="-128"/>
                <a:cs typeface="Arial" panose="020B0604020202020204" pitchFamily="34" charset="0"/>
              </a:rPr>
              <a:t>2048</a:t>
            </a:r>
            <a:r>
              <a:rPr lang="ja-JP" altLang="en-US" sz="1200" dirty="0">
                <a:latin typeface="Arial" panose="020B0604020202020204" pitchFamily="34" charset="0"/>
                <a:ea typeface="MS PGothic" panose="020B0600070205080204" pitchFamily="34" charset="-128"/>
                <a:cs typeface="Arial" panose="020B0604020202020204" pitchFamily="34" charset="0"/>
              </a:rPr>
              <a:t>次元の特徴ベクトルである</a:t>
            </a:r>
            <a:r>
              <a:rPr lang="en-US" altLang="ja-JP" sz="1200" dirty="0" err="1">
                <a:latin typeface="Arial" panose="020B0604020202020204" pitchFamily="34" charset="0"/>
                <a:ea typeface="MS PGothic" panose="020B0600070205080204" pitchFamily="34" charset="-128"/>
                <a:cs typeface="Arial" panose="020B0604020202020204" pitchFamily="34" charset="0"/>
              </a:rPr>
              <a:t>LatentBscan</a:t>
            </a:r>
            <a:r>
              <a:rPr lang="ja-JP" altLang="en-US" sz="1200" dirty="0">
                <a:latin typeface="Arial" panose="020B0604020202020204" pitchFamily="34" charset="0"/>
                <a:ea typeface="MS PGothic" panose="020B0600070205080204" pitchFamily="34" charset="-128"/>
                <a:cs typeface="Arial" panose="020B0604020202020204" pitchFamily="34" charset="0"/>
              </a:rPr>
              <a:t>を抽出します。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Arial" panose="020B0604020202020204" pitchFamily="34" charset="0"/>
                <a:ea typeface="MS PGothic" panose="020B0600070205080204" pitchFamily="34" charset="-128"/>
                <a:cs typeface="Arial" panose="020B0604020202020204" pitchFamily="34" charset="0"/>
              </a:rPr>
              <a:t>latent</a:t>
            </a:r>
            <a:r>
              <a:rPr lang="ja-JP" altLang="en-US" sz="1200" dirty="0">
                <a:latin typeface="Arial" panose="020B0604020202020204" pitchFamily="34" charset="0"/>
                <a:ea typeface="MS PGothic" panose="020B0600070205080204" pitchFamily="34" charset="-128"/>
                <a:cs typeface="Arial" panose="020B0604020202020204" pitchFamily="34" charset="0"/>
              </a:rPr>
              <a:t>とは潜在的なという意味です。</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ステージ１では入力に対して予測ともに潜在的な</a:t>
            </a:r>
            <a:r>
              <a:rPr lang="en-US" altLang="ja-JP" sz="1200" dirty="0" err="1">
                <a:latin typeface="ＭＳ Ｐゴシック" panose="020B0600070205080204" pitchFamily="50" charset="-128"/>
                <a:ea typeface="ＭＳ Ｐゴシック" panose="020B0600070205080204" pitchFamily="50" charset="-128"/>
                <a:cs typeface="Arial" panose="020B0604020202020204" pitchFamily="34" charset="0"/>
              </a:rPr>
              <a:t>Bscan</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の特徴を抽出していると捉えてください。</a:t>
            </a:r>
            <a:endPar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また、</a:t>
            </a:r>
            <a:r>
              <a:rPr lang="en-US" altLang="ja-JP" sz="1200" dirty="0">
                <a:solidFill>
                  <a:srgbClr val="FF0000"/>
                </a:solidFill>
                <a:latin typeface="ＭＳ Ｐゴシック" panose="020B0600070205080204" pitchFamily="50" charset="-128"/>
                <a:ea typeface="ＭＳ Ｐゴシック" panose="020B0600070205080204" pitchFamily="50" charset="-128"/>
              </a:rPr>
              <a:t>3D-OCT volume</a:t>
            </a:r>
            <a:r>
              <a:rPr lang="ja-JP" altLang="en-US" sz="1200" dirty="0">
                <a:solidFill>
                  <a:srgbClr val="FF0000"/>
                </a:solidFill>
                <a:latin typeface="ＭＳ Ｐゴシック" panose="020B0600070205080204" pitchFamily="50" charset="-128"/>
                <a:ea typeface="ＭＳ Ｐゴシック" panose="020B0600070205080204" pitchFamily="50" charset="-128"/>
              </a:rPr>
              <a:t>内のすべて</a:t>
            </a:r>
            <a:r>
              <a:rPr lang="en-US" altLang="ja-JP" sz="1200" dirty="0" err="1">
                <a:solidFill>
                  <a:srgbClr val="FF0000"/>
                </a:solidFill>
                <a:latin typeface="ＭＳ Ｐゴシック" panose="020B0600070205080204" pitchFamily="50" charset="-128"/>
                <a:ea typeface="ＭＳ Ｐゴシック" panose="020B0600070205080204" pitchFamily="50" charset="-128"/>
              </a:rPr>
              <a:t>Bscan</a:t>
            </a:r>
            <a:r>
              <a:rPr lang="ja-JP" altLang="en-US" sz="1200" dirty="0">
                <a:solidFill>
                  <a:srgbClr val="FF0000"/>
                </a:solidFill>
                <a:latin typeface="ＭＳ Ｐゴシック" panose="020B0600070205080204" pitchFamily="50" charset="-128"/>
                <a:ea typeface="ＭＳ Ｐゴシック" panose="020B0600070205080204" pitchFamily="50" charset="-128"/>
              </a:rPr>
              <a:t>に対して</a:t>
            </a:r>
            <a:r>
              <a:rPr lang="en-US" altLang="ja-JP" sz="1200" dirty="0" err="1">
                <a:latin typeface="Arial" panose="020B0604020202020204" pitchFamily="34" charset="0"/>
                <a:ea typeface="MS PGothic" panose="020B0600070205080204" pitchFamily="34" charset="-128"/>
                <a:cs typeface="Arial" panose="020B0604020202020204" pitchFamily="34" charset="0"/>
              </a:rPr>
              <a:t>LatentBscan</a:t>
            </a:r>
            <a:r>
              <a:rPr lang="ja-JP" altLang="en-US" sz="1200" dirty="0">
                <a:latin typeface="Arial" panose="020B0604020202020204" pitchFamily="34" charset="0"/>
                <a:ea typeface="MS PGothic" panose="020B0600070205080204" pitchFamily="34" charset="-128"/>
                <a:cs typeface="Arial" panose="020B0604020202020204" pitchFamily="34" charset="0"/>
              </a:rPr>
              <a:t>を抽出します。</a:t>
            </a:r>
            <a:endParaRPr kumimoji="1" lang="ja-JP" altLang="en-US" sz="1200" dirty="0">
              <a:solidFill>
                <a:srgbClr val="FF0000"/>
              </a:solidFill>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14</a:t>
            </a:fld>
            <a:endParaRPr kumimoji="1" lang="ja-JP" altLang="en-US"/>
          </a:p>
        </p:txBody>
      </p:sp>
    </p:spTree>
    <p:extLst>
      <p:ext uri="{BB962C8B-B14F-4D97-AF65-F5344CB8AC3E}">
        <p14:creationId xmlns:p14="http://schemas.microsoft.com/office/powerpoint/2010/main" val="31810640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ステージ２です。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ステージ１で</a:t>
            </a:r>
            <a:r>
              <a:rPr lang="en-US" altLang="ja-JP" sz="1200" dirty="0">
                <a:solidFill>
                  <a:srgbClr val="FF0000"/>
                </a:solidFill>
                <a:latin typeface="ＭＳ Ｐゴシック" panose="020B0600070205080204" pitchFamily="50" charset="-128"/>
                <a:ea typeface="ＭＳ Ｐゴシック" panose="020B0600070205080204" pitchFamily="50" charset="-128"/>
              </a:rPr>
              <a:t>3D-OCT volume</a:t>
            </a:r>
            <a:r>
              <a:rPr lang="ja-JP" altLang="en-US" sz="1200" dirty="0">
                <a:solidFill>
                  <a:srgbClr val="FF0000"/>
                </a:solidFill>
                <a:latin typeface="ＭＳ Ｐゴシック" panose="020B0600070205080204" pitchFamily="50" charset="-128"/>
                <a:ea typeface="ＭＳ Ｐゴシック" panose="020B0600070205080204" pitchFamily="50" charset="-128"/>
              </a:rPr>
              <a:t>内のすべて</a:t>
            </a:r>
            <a:r>
              <a:rPr lang="en-US" altLang="ja-JP" sz="1200" dirty="0" err="1">
                <a:solidFill>
                  <a:srgbClr val="FF0000"/>
                </a:solidFill>
                <a:latin typeface="ＭＳ Ｐゴシック" panose="020B0600070205080204" pitchFamily="50" charset="-128"/>
                <a:ea typeface="ＭＳ Ｐゴシック" panose="020B0600070205080204" pitchFamily="50" charset="-128"/>
              </a:rPr>
              <a:t>Bscan</a:t>
            </a:r>
            <a:r>
              <a:rPr lang="ja-JP" altLang="en-US" sz="1200" dirty="0">
                <a:solidFill>
                  <a:srgbClr val="FF0000"/>
                </a:solidFill>
                <a:latin typeface="ＭＳ Ｐゴシック" panose="020B0600070205080204" pitchFamily="50" charset="-128"/>
                <a:ea typeface="ＭＳ Ｐゴシック" panose="020B0600070205080204" pitchFamily="50" charset="-128"/>
              </a:rPr>
              <a:t>に対して</a:t>
            </a:r>
            <a:r>
              <a:rPr lang="en-US" altLang="ja-JP" sz="1200" dirty="0" err="1">
                <a:latin typeface="Arial" panose="020B0604020202020204" pitchFamily="34" charset="0"/>
                <a:ea typeface="MS PGothic" panose="020B0600070205080204" pitchFamily="34" charset="-128"/>
                <a:cs typeface="Arial" panose="020B0604020202020204" pitchFamily="34" charset="0"/>
              </a:rPr>
              <a:t>LatentBscan</a:t>
            </a:r>
            <a:r>
              <a:rPr lang="ja-JP" altLang="en-US" sz="1200" dirty="0">
                <a:latin typeface="Arial" panose="020B0604020202020204" pitchFamily="34" charset="0"/>
                <a:ea typeface="MS PGothic" panose="020B0600070205080204" pitchFamily="34" charset="-128"/>
                <a:cs typeface="Arial" panose="020B0604020202020204" pitchFamily="34" charset="0"/>
              </a:rPr>
              <a:t>を抽出しましたが、それらを</a:t>
            </a:r>
            <a:r>
              <a:rPr kumimoji="1" lang="ja-JP" altLang="en-US" sz="1200" dirty="0">
                <a:latin typeface="ＭＳ Ｐゴシック" panose="020B0600070205080204" pitchFamily="50" charset="-128"/>
                <a:ea typeface="ＭＳ Ｐゴシック" panose="020B0600070205080204" pitchFamily="50" charset="-128"/>
              </a:rPr>
              <a:t>連結して</a:t>
            </a:r>
            <a:r>
              <a:rPr kumimoji="1" lang="en-US" altLang="ja-JP" sz="1200" dirty="0" err="1">
                <a:latin typeface="ＭＳ Ｐゴシック" panose="020B0600070205080204" pitchFamily="50" charset="-128"/>
                <a:ea typeface="ＭＳ Ｐゴシック" panose="020B0600070205080204" pitchFamily="50" charset="-128"/>
              </a:rPr>
              <a:t>Latentvol</a:t>
            </a:r>
            <a:r>
              <a:rPr kumimoji="1" lang="ja-JP" altLang="en-US" sz="1200" dirty="0">
                <a:latin typeface="ＭＳ Ｐゴシック" panose="020B0600070205080204" pitchFamily="50" charset="-128"/>
                <a:ea typeface="ＭＳ Ｐゴシック" panose="020B0600070205080204" pitchFamily="50" charset="-128"/>
              </a:rPr>
              <a:t>を作成します。</a:t>
            </a:r>
            <a:endParaRPr kumimoji="1" lang="en-US" altLang="ja-JP" sz="1200" dirty="0">
              <a:latin typeface="ＭＳ Ｐゴシック" panose="020B0600070205080204" pitchFamily="50" charset="-128"/>
              <a:ea typeface="ＭＳ Ｐゴシック" panose="020B0600070205080204" pitchFamily="50" charset="-128"/>
            </a:endParaRPr>
          </a:p>
          <a:p>
            <a:pPr marL="0" indent="0">
              <a:buFont typeface="Arial" panose="020B0604020202020204" pitchFamily="34" charset="0"/>
              <a:buNone/>
            </a:pPr>
            <a:r>
              <a:rPr kumimoji="1" lang="en-US" altLang="ja-JP" sz="1200" dirty="0">
                <a:latin typeface="ＭＳ Ｐゴシック" panose="020B0600070205080204" pitchFamily="50" charset="-128"/>
                <a:ea typeface="ＭＳ Ｐゴシック" panose="020B0600070205080204" pitchFamily="50" charset="-128"/>
              </a:rPr>
              <a:t>Vol</a:t>
            </a:r>
            <a:r>
              <a:rPr kumimoji="1" lang="ja-JP" altLang="en-US" sz="1200" dirty="0">
                <a:latin typeface="ＭＳ Ｐゴシック" panose="020B0600070205080204" pitchFamily="50" charset="-128"/>
                <a:ea typeface="ＭＳ Ｐゴシック" panose="020B0600070205080204" pitchFamily="50" charset="-128"/>
              </a:rPr>
              <a:t>は</a:t>
            </a:r>
            <a:r>
              <a:rPr kumimoji="1" lang="en-US" altLang="ja-JP" sz="1200" dirty="0">
                <a:latin typeface="ＭＳ Ｐゴシック" panose="020B0600070205080204" pitchFamily="50" charset="-128"/>
                <a:ea typeface="ＭＳ Ｐゴシック" panose="020B0600070205080204" pitchFamily="50" charset="-128"/>
              </a:rPr>
              <a:t>volume</a:t>
            </a:r>
            <a:r>
              <a:rPr kumimoji="1" lang="ja-JP" altLang="en-US" sz="1200" dirty="0">
                <a:latin typeface="ＭＳ Ｐゴシック" panose="020B0600070205080204" pitchFamily="50" charset="-128"/>
                <a:ea typeface="ＭＳ Ｐゴシック" panose="020B0600070205080204" pitchFamily="50" charset="-128"/>
              </a:rPr>
              <a:t>のことです。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そして</a:t>
            </a:r>
            <a:r>
              <a:rPr kumimoji="1" lang="en-US" altLang="ja-JP" sz="1200" dirty="0" err="1">
                <a:latin typeface="ＭＳ Ｐゴシック" panose="020B0600070205080204" pitchFamily="50" charset="-128"/>
                <a:ea typeface="ＭＳ Ｐゴシック" panose="020B0600070205080204" pitchFamily="50" charset="-128"/>
              </a:rPr>
              <a:t>Latentvol</a:t>
            </a:r>
            <a:r>
              <a:rPr kumimoji="1" lang="ja-JP" altLang="en-US" sz="1200" dirty="0">
                <a:latin typeface="ＭＳ Ｐゴシック" panose="020B0600070205080204" pitchFamily="50" charset="-128"/>
                <a:ea typeface="ＭＳ Ｐゴシック" panose="020B0600070205080204" pitchFamily="50" charset="-128"/>
              </a:rPr>
              <a:t>に対して各バイオマーカーがあるかどうかの</a:t>
            </a:r>
            <a:r>
              <a:rPr kumimoji="1" lang="ja-JP" altLang="en-US" sz="1200" dirty="0">
                <a:solidFill>
                  <a:srgbClr val="FF0000"/>
                </a:solidFill>
                <a:latin typeface="ＭＳ Ｐゴシック" panose="020B0600070205080204" pitchFamily="50" charset="-128"/>
                <a:ea typeface="ＭＳ Ｐゴシック" panose="020B0600070205080204" pitchFamily="50" charset="-128"/>
              </a:rPr>
              <a:t>二値分類タスク</a:t>
            </a:r>
            <a:r>
              <a:rPr kumimoji="1" lang="ja-JP" altLang="en-US" sz="1200" dirty="0">
                <a:latin typeface="ＭＳ Ｐゴシック" panose="020B0600070205080204" pitchFamily="50" charset="-128"/>
                <a:ea typeface="ＭＳ Ｐゴシック" panose="020B0600070205080204" pitchFamily="50" charset="-128"/>
              </a:rPr>
              <a:t>を</a:t>
            </a:r>
            <a:r>
              <a:rPr lang="ja-JP" altLang="en-US" sz="1200" dirty="0">
                <a:latin typeface="ＭＳ Ｐゴシック" panose="020B0600070205080204" pitchFamily="50" charset="-128"/>
                <a:ea typeface="ＭＳ Ｐゴシック" panose="020B0600070205080204" pitchFamily="50" charset="-128"/>
              </a:rPr>
              <a:t>行います。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各バイオマーカーに対して</a:t>
            </a:r>
            <a:r>
              <a:rPr kumimoji="1" lang="en-US" altLang="ja-JP" sz="1200" dirty="0">
                <a:latin typeface="ＭＳ Ｐゴシック" panose="020B0600070205080204" pitchFamily="50" charset="-128"/>
                <a:ea typeface="ＭＳ Ｐゴシック" panose="020B0600070205080204" pitchFamily="50" charset="-128"/>
              </a:rPr>
              <a:t>Resnet</a:t>
            </a:r>
            <a:r>
              <a:rPr kumimoji="1" lang="ja-JP" altLang="en-US" sz="1200" dirty="0">
                <a:latin typeface="ＭＳ Ｐゴシック" panose="020B0600070205080204" pitchFamily="50" charset="-128"/>
                <a:ea typeface="ＭＳ Ｐゴシック" panose="020B0600070205080204" pitchFamily="50" charset="-128"/>
              </a:rPr>
              <a:t>のモデルが異なります。というもの訓練時に異なるモデルで実験して最も精度が良かった深さを採用しています。</a:t>
            </a:r>
            <a:endParaRPr kumimoji="1" lang="en-US" altLang="ja-JP" sz="1200" dirty="0">
              <a:latin typeface="ＭＳ Ｐゴシック" panose="020B0600070205080204" pitchFamily="50" charset="-128"/>
              <a:ea typeface="ＭＳ Ｐゴシック" panose="020B0600070205080204" pitchFamily="50" charset="-128"/>
            </a:endParaRPr>
          </a:p>
          <a:p>
            <a:pPr marL="0" indent="0">
              <a:buFont typeface="Arial" panose="020B0604020202020204" pitchFamily="34" charset="0"/>
              <a:buNone/>
            </a:pPr>
            <a:r>
              <a:rPr kumimoji="1" lang="en-US" altLang="ja-JP" sz="1200" dirty="0">
                <a:latin typeface="ＭＳ Ｐゴシック" panose="020B0600070205080204" pitchFamily="50" charset="-128"/>
                <a:ea typeface="ＭＳ Ｐゴシック" panose="020B0600070205080204" pitchFamily="50" charset="-128"/>
              </a:rPr>
              <a:t>MA</a:t>
            </a:r>
            <a:r>
              <a:rPr kumimoji="1" lang="ja-JP" altLang="en-US" sz="1200" dirty="0">
                <a:latin typeface="ＭＳ Ｐゴシック" panose="020B0600070205080204" pitchFamily="50" charset="-128"/>
                <a:ea typeface="ＭＳ Ｐゴシック" panose="020B0600070205080204" pitchFamily="50" charset="-128"/>
              </a:rPr>
              <a:t>と</a:t>
            </a:r>
            <a:r>
              <a:rPr kumimoji="1" lang="en-US" altLang="ja-JP" sz="1200" dirty="0">
                <a:latin typeface="ＭＳ Ｐゴシック" panose="020B0600070205080204" pitchFamily="50" charset="-128"/>
                <a:ea typeface="ＭＳ Ｐゴシック" panose="020B0600070205080204" pitchFamily="50" charset="-128"/>
              </a:rPr>
              <a:t>MNV</a:t>
            </a:r>
            <a:r>
              <a:rPr kumimoji="1" lang="ja-JP" altLang="en-US" sz="1200" dirty="0">
                <a:latin typeface="ＭＳ Ｐゴシック" panose="020B0600070205080204" pitchFamily="50" charset="-128"/>
                <a:ea typeface="ＭＳ Ｐゴシック" panose="020B0600070205080204" pitchFamily="50" charset="-128"/>
              </a:rPr>
              <a:t>の二値分類タスクでは</a:t>
            </a:r>
            <a:r>
              <a:rPr kumimoji="1" lang="en-US" altLang="ja-JP" sz="1200" dirty="0">
                <a:latin typeface="ＭＳ Ｐゴシック" panose="020B0600070205080204" pitchFamily="50" charset="-128"/>
                <a:ea typeface="ＭＳ Ｐゴシック" panose="020B0600070205080204" pitchFamily="50" charset="-128"/>
              </a:rPr>
              <a:t>Resnet18</a:t>
            </a:r>
            <a:r>
              <a:rPr kumimoji="1" lang="ja-JP" altLang="en-US" sz="1200" dirty="0">
                <a:latin typeface="ＭＳ Ｐゴシック" panose="020B0600070205080204" pitchFamily="50" charset="-128"/>
                <a:ea typeface="ＭＳ Ｐゴシック" panose="020B0600070205080204" pitchFamily="50" charset="-128"/>
              </a:rPr>
              <a:t>を</a:t>
            </a:r>
            <a:r>
              <a:rPr kumimoji="1" lang="en-US" altLang="ja-JP" sz="1200" dirty="0">
                <a:latin typeface="ＭＳ Ｐゴシック" panose="020B0600070205080204" pitchFamily="50" charset="-128"/>
                <a:ea typeface="ＭＳ Ｐゴシック" panose="020B0600070205080204" pitchFamily="50" charset="-128"/>
              </a:rPr>
              <a:t>DRUSEN</a:t>
            </a:r>
            <a:r>
              <a:rPr kumimoji="1" lang="ja-JP" altLang="en-US" sz="1200" dirty="0">
                <a:latin typeface="ＭＳ Ｐゴシック" panose="020B0600070205080204" pitchFamily="50" charset="-128"/>
                <a:ea typeface="ＭＳ Ｐゴシック" panose="020B0600070205080204" pitchFamily="50" charset="-128"/>
              </a:rPr>
              <a:t>と</a:t>
            </a:r>
            <a:r>
              <a:rPr kumimoji="1" lang="en-US" altLang="ja-JP" sz="1200" dirty="0">
                <a:latin typeface="ＭＳ Ｐゴシック" panose="020B0600070205080204" pitchFamily="50" charset="-128"/>
                <a:ea typeface="ＭＳ Ｐゴシック" panose="020B0600070205080204" pitchFamily="50" charset="-128"/>
              </a:rPr>
              <a:t>NORMAL</a:t>
            </a:r>
            <a:r>
              <a:rPr kumimoji="1" lang="ja-JP" altLang="en-US" sz="1200" dirty="0">
                <a:latin typeface="ＭＳ Ｐゴシック" panose="020B0600070205080204" pitchFamily="50" charset="-128"/>
                <a:ea typeface="ＭＳ Ｐゴシック" panose="020B0600070205080204" pitchFamily="50" charset="-128"/>
              </a:rPr>
              <a:t>の二値分類タスクでは</a:t>
            </a:r>
            <a:r>
              <a:rPr kumimoji="1" lang="en-US" altLang="ja-JP" sz="1200" dirty="0">
                <a:latin typeface="ＭＳ Ｐゴシック" panose="020B0600070205080204" pitchFamily="50" charset="-128"/>
                <a:ea typeface="ＭＳ Ｐゴシック" panose="020B0600070205080204" pitchFamily="50" charset="-128"/>
              </a:rPr>
              <a:t>Resnet34</a:t>
            </a:r>
            <a:r>
              <a:rPr kumimoji="1" lang="ja-JP" altLang="en-US" sz="1200" dirty="0">
                <a:latin typeface="ＭＳ Ｐゴシック" panose="020B0600070205080204" pitchFamily="50" charset="-128"/>
                <a:ea typeface="ＭＳ Ｐゴシック" panose="020B0600070205080204" pitchFamily="50" charset="-128"/>
              </a:rPr>
              <a:t>を採用しています。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ＭＳ Ｐゴシック" panose="020B0600070205080204" pitchFamily="50" charset="-128"/>
                <a:ea typeface="ＭＳ Ｐゴシック" panose="020B0600070205080204" pitchFamily="50" charset="-128"/>
              </a:rPr>
              <a:t>推論</a:t>
            </a:r>
            <a:r>
              <a:rPr kumimoji="1" lang="ja-JP" altLang="en-US" sz="1200" dirty="0">
                <a:latin typeface="ＭＳ Ｐゴシック" panose="020B0600070205080204" pitchFamily="50" charset="-128"/>
                <a:ea typeface="ＭＳ Ｐゴシック" panose="020B0600070205080204" pitchFamily="50" charset="-128"/>
              </a:rPr>
              <a:t>時には予測とともに</a:t>
            </a:r>
            <a:r>
              <a:rPr lang="ja-JP" altLang="en-US" sz="1200" dirty="0">
                <a:latin typeface="ＭＳ Ｐゴシック" panose="020B0600070205080204" pitchFamily="50" charset="-128"/>
                <a:ea typeface="ＭＳ Ｐゴシック" panose="020B0600070205080204" pitchFamily="50" charset="-128"/>
              </a:rPr>
              <a:t>モンテカルロ</a:t>
            </a:r>
            <a:r>
              <a:rPr kumimoji="1" lang="ja-JP" altLang="en-US" sz="1200" dirty="0">
                <a:latin typeface="ＭＳ Ｐゴシック" panose="020B0600070205080204" pitchFamily="50" charset="-128"/>
                <a:ea typeface="ＭＳ Ｐゴシック" panose="020B0600070205080204" pitchFamily="50" charset="-128"/>
              </a:rPr>
              <a:t>ドロップアウトを使用して不確実性の評価も行います。</a:t>
            </a:r>
            <a:r>
              <a:rPr lang="ja-JP" altLang="en-US" sz="1200" dirty="0">
                <a:latin typeface="ＭＳ Ｐゴシック" panose="020B0600070205080204" pitchFamily="50" charset="-128"/>
                <a:ea typeface="ＭＳ Ｐゴシック" panose="020B0600070205080204" pitchFamily="50" charset="-128"/>
              </a:rPr>
              <a:t>モンテカルロ</a:t>
            </a:r>
            <a:r>
              <a:rPr kumimoji="1" lang="ja-JP" altLang="en-US" sz="1200" dirty="0">
                <a:latin typeface="ＭＳ Ｐゴシック" panose="020B0600070205080204" pitchFamily="50" charset="-128"/>
                <a:ea typeface="ＭＳ Ｐゴシック" panose="020B0600070205080204" pitchFamily="50" charset="-128"/>
              </a:rPr>
              <a:t>ドロップアウトの説明については割愛させていただきます。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不確実性の評価の計算は評価の際に説明します。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latin typeface="ＭＳ Ｐゴシック" panose="020B0600070205080204" pitchFamily="50" charset="-128"/>
              <a:ea typeface="ＭＳ Ｐゴシック" panose="020B0600070205080204" pitchFamily="50" charset="-128"/>
            </a:endParaRPr>
          </a:p>
          <a:p>
            <a:endParaRPr kumimoji="1" lang="en-US" altLang="ja-JP"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15</a:t>
            </a:fld>
            <a:endParaRPr kumimoji="1" lang="ja-JP" altLang="en-US"/>
          </a:p>
        </p:txBody>
      </p:sp>
    </p:spTree>
    <p:extLst>
      <p:ext uri="{BB962C8B-B14F-4D97-AF65-F5344CB8AC3E}">
        <p14:creationId xmlns:p14="http://schemas.microsoft.com/office/powerpoint/2010/main" val="37707702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次に</a:t>
            </a:r>
            <a:r>
              <a:rPr kumimoji="1" lang="ja-JP" altLang="en-US" sz="1200" dirty="0">
                <a:latin typeface="ＭＳ Ｐゴシック" panose="020B0600070205080204" pitchFamily="50" charset="-128"/>
                <a:ea typeface="ＭＳ Ｐゴシック" panose="020B0600070205080204" pitchFamily="50" charset="-128"/>
              </a:rPr>
              <a:t>提案モデル</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の利点です。</a:t>
            </a:r>
            <a:endParaRPr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利点の一つに</a:t>
            </a:r>
            <a:r>
              <a:rPr kumimoji="1" lang="ja-JP" altLang="en-US" sz="1200" dirty="0">
                <a:latin typeface="ＭＳ Ｐゴシック" panose="020B0600070205080204" pitchFamily="50" charset="-128"/>
                <a:ea typeface="ＭＳ Ｐゴシック" panose="020B0600070205080204" pitchFamily="50" charset="-128"/>
              </a:rPr>
              <a:t>局在化の提供によるモデルの解釈性の向上があります。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資料、下をご覧ください。</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局在化の提供というのは、ステージ１の出力である一枚の</a:t>
            </a:r>
            <a:r>
              <a:rPr kumimoji="1" lang="en-US" altLang="ja-JP" sz="1200" dirty="0" err="1">
                <a:latin typeface="ＭＳ Ｐゴシック" panose="020B0600070205080204" pitchFamily="50" charset="-128"/>
                <a:ea typeface="ＭＳ Ｐゴシック" panose="020B0600070205080204" pitchFamily="50" charset="-128"/>
              </a:rPr>
              <a:t>Bscan</a:t>
            </a:r>
            <a:r>
              <a:rPr kumimoji="1" lang="ja-JP" altLang="en-US" sz="1200" dirty="0">
                <a:latin typeface="ＭＳ Ｐゴシック" panose="020B0600070205080204" pitchFamily="50" charset="-128"/>
                <a:ea typeface="ＭＳ Ｐゴシック" panose="020B0600070205080204" pitchFamily="50" charset="-128"/>
              </a:rPr>
              <a:t>の各バイオマーカーの存在の予測というのが</a:t>
            </a:r>
            <a:r>
              <a:rPr lang="en-US" altLang="ja-JP" dirty="0"/>
              <a:t>OCT</a:t>
            </a:r>
            <a:r>
              <a:rPr lang="ja-JP" altLang="en-US" dirty="0"/>
              <a:t>ボリューム内のどの</a:t>
            </a:r>
            <a:r>
              <a:rPr lang="en-US" altLang="ja-JP" dirty="0"/>
              <a:t>B</a:t>
            </a:r>
            <a:r>
              <a:rPr lang="ja-JP" altLang="en-US" dirty="0"/>
              <a:t>スキャンに特定のバイオマーカーが存在するかということを示します。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左の例では緑のノーマルに対して赤になっている</a:t>
            </a:r>
            <a:r>
              <a:rPr lang="en-US" altLang="ja-JP" dirty="0" err="1"/>
              <a:t>Bscan</a:t>
            </a:r>
            <a:r>
              <a:rPr lang="ja-JP" altLang="en-US" dirty="0"/>
              <a:t>に</a:t>
            </a:r>
            <a:r>
              <a:rPr lang="en-US" altLang="ja-JP" dirty="0"/>
              <a:t>MNV</a:t>
            </a:r>
            <a:r>
              <a:rPr lang="ja-JP" altLang="en-US" dirty="0"/>
              <a:t>があると示し、右の例では黄色になっている部分に</a:t>
            </a:r>
            <a:r>
              <a:rPr lang="en-US" altLang="ja-JP" dirty="0"/>
              <a:t>MA</a:t>
            </a:r>
            <a:r>
              <a:rPr lang="ja-JP" altLang="en-US" dirty="0"/>
              <a:t>があると示しています。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モデルの解釈性の向上というのは、</a:t>
            </a:r>
            <a:r>
              <a:rPr kumimoji="1" lang="en-US" altLang="ja-JP" sz="1200" dirty="0">
                <a:latin typeface="ＭＳ Ｐゴシック" panose="020B0600070205080204" pitchFamily="50" charset="-128"/>
                <a:ea typeface="ＭＳ Ｐゴシック" panose="020B0600070205080204" pitchFamily="50" charset="-128"/>
              </a:rPr>
              <a:t>AI</a:t>
            </a:r>
            <a:r>
              <a:rPr kumimoji="1" lang="ja-JP" altLang="en-US" sz="1200" dirty="0">
                <a:latin typeface="ＭＳ Ｐゴシック" panose="020B0600070205080204" pitchFamily="50" charset="-128"/>
                <a:ea typeface="ＭＳ Ｐゴシック" panose="020B0600070205080204" pitchFamily="50" charset="-128"/>
              </a:rPr>
              <a:t>の利活用において重要であり、</a:t>
            </a:r>
            <a:r>
              <a:rPr lang="ja-JP" altLang="en-US" dirty="0"/>
              <a:t>モデルの予測結果がより具体的で、どの部分に注目すべきかが明確になります。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これにより、医師や研究者はモデルの予測を理解し、信頼性を評価しやすくなります。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また、</a:t>
            </a:r>
            <a:r>
              <a:rPr kumimoji="1" lang="en-US" altLang="ja-JP" dirty="0"/>
              <a:t>stage1</a:t>
            </a:r>
            <a:r>
              <a:rPr kumimoji="1" lang="ja-JP" altLang="en-US" dirty="0"/>
              <a:t>で</a:t>
            </a:r>
            <a:r>
              <a:rPr kumimoji="1" lang="en-US" altLang="ja-JP" dirty="0" err="1"/>
              <a:t>Bscan</a:t>
            </a:r>
            <a:r>
              <a:rPr kumimoji="1" lang="ja-JP" altLang="en-US" dirty="0"/>
              <a:t>を入力しいることから後ほど比較する３</a:t>
            </a:r>
            <a:r>
              <a:rPr kumimoji="1" lang="en-US" altLang="ja-JP" dirty="0"/>
              <a:t>D-CNN</a:t>
            </a:r>
            <a:r>
              <a:rPr kumimoji="1" lang="ja-JP" altLang="en-US" dirty="0"/>
              <a:t>モデル</a:t>
            </a:r>
            <a:r>
              <a:rPr kumimoji="1" lang="ja-JP" altLang="en-US"/>
              <a:t>に対して訓練と推論の</a:t>
            </a:r>
            <a:r>
              <a:rPr lang="ja-JP" altLang="en-US" sz="1200">
                <a:latin typeface="ＭＳ Ｐゴシック" panose="020B0600070205080204" pitchFamily="50" charset="-128"/>
                <a:ea typeface="ＭＳ Ｐゴシック" panose="020B0600070205080204" pitchFamily="50" charset="-128"/>
              </a:rPr>
              <a:t>処理</a:t>
            </a:r>
            <a:r>
              <a:rPr lang="ja-JP" altLang="en-US" sz="1200" dirty="0">
                <a:latin typeface="ＭＳ Ｐゴシック" panose="020B0600070205080204" pitchFamily="50" charset="-128"/>
                <a:ea typeface="ＭＳ Ｐゴシック" panose="020B0600070205080204" pitchFamily="50" charset="-128"/>
              </a:rPr>
              <a:t>時間がとても短くなっています。</a:t>
            </a:r>
            <a:endParaRPr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16</a:t>
            </a:fld>
            <a:endParaRPr kumimoji="1" lang="ja-JP" altLang="en-US"/>
          </a:p>
        </p:txBody>
      </p:sp>
    </p:spTree>
    <p:extLst>
      <p:ext uri="{BB962C8B-B14F-4D97-AF65-F5344CB8AC3E}">
        <p14:creationId xmlns:p14="http://schemas.microsoft.com/office/powerpoint/2010/main" val="1968210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次は</a:t>
            </a:r>
            <a:r>
              <a:rPr lang="ja-JP" altLang="en-US" sz="120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二段階のディープラーニングアプローチの評価についてです。ここでは今回の提案モデルを比較せずに単一に評価しています。</a:t>
            </a:r>
            <a:endParaRPr lang="en-US" altLang="ja-JP" sz="1200">
              <a:latin typeface="ＭＳ Ｐゴシック" panose="020B0600070205080204" pitchFamily="50" charset="-128"/>
              <a:ea typeface="ＭＳ Ｐゴシック" panose="020B0600070205080204" pitchFamily="50" charset="-128"/>
              <a:cs typeface="Arial" panose="020B0604020202020204" pitchFamily="34" charset="0"/>
            </a:endParaRPr>
          </a:p>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17</a:t>
            </a:fld>
            <a:endParaRPr kumimoji="1" lang="ja-JP" altLang="en-US"/>
          </a:p>
        </p:txBody>
      </p:sp>
    </p:spTree>
    <p:extLst>
      <p:ext uri="{BB962C8B-B14F-4D97-AF65-F5344CB8AC3E}">
        <p14:creationId xmlns:p14="http://schemas.microsoft.com/office/powerpoint/2010/main" val="40729875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方法です。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ここで用いる評価指標は</a:t>
                </a:r>
                <a:r>
                  <a:rPr kumimoji="1" lang="en-US" altLang="ja-JP" dirty="0"/>
                  <a:t>ROC AUC</a:t>
                </a:r>
                <a:r>
                  <a:rPr kumimoji="1" lang="ja-JP" altLang="en-US" dirty="0"/>
                  <a:t>です。これは</a:t>
                </a:r>
                <a:r>
                  <a:rPr lang="en-US" altLang="ja-JP" sz="1200" dirty="0">
                    <a:latin typeface="Arial" panose="020B0604020202020204" pitchFamily="34" charset="0"/>
                    <a:ea typeface="MS PGothic" panose="020B0600070205080204" pitchFamily="34" charset="-128"/>
                    <a:cs typeface="Arial" panose="020B0604020202020204" pitchFamily="34" charset="0"/>
                  </a:rPr>
                  <a:t>0.5</a:t>
                </a:r>
                <a:r>
                  <a:rPr lang="ja-JP" altLang="en-US" sz="1200" dirty="0">
                    <a:latin typeface="Arial" panose="020B0604020202020204" pitchFamily="34" charset="0"/>
                    <a:ea typeface="MS PGothic" panose="020B0600070205080204" pitchFamily="34" charset="-128"/>
                    <a:cs typeface="Arial" panose="020B0604020202020204" pitchFamily="34" charset="0"/>
                  </a:rPr>
                  <a:t>から</a:t>
                </a:r>
                <a:r>
                  <a:rPr lang="en-US" altLang="ja-JP" sz="1200" dirty="0">
                    <a:latin typeface="Arial" panose="020B0604020202020204" pitchFamily="34" charset="0"/>
                    <a:ea typeface="MS PGothic" panose="020B0600070205080204" pitchFamily="34" charset="-128"/>
                    <a:cs typeface="Arial" panose="020B0604020202020204" pitchFamily="34" charset="0"/>
                  </a:rPr>
                  <a:t>1.0</a:t>
                </a:r>
                <a:r>
                  <a:rPr lang="ja-JP" altLang="en-US" sz="1200" dirty="0">
                    <a:latin typeface="Arial" panose="020B0604020202020204" pitchFamily="34" charset="0"/>
                    <a:ea typeface="MS PGothic" panose="020B0600070205080204" pitchFamily="34" charset="-128"/>
                    <a:cs typeface="Arial" panose="020B0604020202020204" pitchFamily="34" charset="0"/>
                  </a:rPr>
                  <a:t>の値をとり</a:t>
                </a:r>
                <a:r>
                  <a:rPr lang="en-US" altLang="ja-JP" sz="1200" dirty="0">
                    <a:latin typeface="Arial" panose="020B0604020202020204" pitchFamily="34" charset="0"/>
                    <a:ea typeface="MS PGothic" panose="020B0600070205080204" pitchFamily="34" charset="-128"/>
                    <a:cs typeface="Arial" panose="020B0604020202020204" pitchFamily="34" charset="0"/>
                  </a:rPr>
                  <a:t>1.0</a:t>
                </a:r>
                <a:r>
                  <a:rPr lang="ja-JP" altLang="en-US" sz="1200" dirty="0">
                    <a:latin typeface="Arial" panose="020B0604020202020204" pitchFamily="34" charset="0"/>
                    <a:ea typeface="MS PGothic" panose="020B0600070205080204" pitchFamily="34" charset="-128"/>
                    <a:cs typeface="Arial" panose="020B0604020202020204" pitchFamily="34" charset="0"/>
                  </a:rPr>
                  <a:t>に近い方が精度が良いとされています。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資料下の混同行列をご覧ください。</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AUC</a:t>
                </a:r>
                <a:r>
                  <a:rPr kumimoji="1" lang="ja-JP" altLang="en-US" dirty="0"/>
                  <a:t>では</a:t>
                </a:r>
                <a14:m>
                  <m:oMath xmlns:m="http://schemas.openxmlformats.org/officeDocument/2006/math">
                    <m:r>
                      <a:rPr lang="ja-JP" altLang="en-US" sz="1200" i="1" dirty="0" smtClean="0">
                        <a:latin typeface="Cambria Math" panose="02040503050406030204" pitchFamily="18" charset="0"/>
                        <a:ea typeface="MS PGothic" panose="020B0600070205080204" pitchFamily="34" charset="-128"/>
                        <a:cs typeface="Arial" panose="020B0604020202020204" pitchFamily="34" charset="0"/>
                      </a:rPr>
                      <m:t>真陽性率</m:t>
                    </m:r>
                  </m:oMath>
                </a14:m>
                <a:r>
                  <a:rPr lang="ja-JP" altLang="en-US" sz="1200" dirty="0">
                    <a:latin typeface="Arial" panose="020B0604020202020204" pitchFamily="34" charset="0"/>
                    <a:ea typeface="MS PGothic" panose="020B0600070205080204" pitchFamily="34" charset="-128"/>
                    <a:cs typeface="Arial" panose="020B0604020202020204" pitchFamily="34" charset="0"/>
                  </a:rPr>
                  <a:t>と</a:t>
                </a:r>
                <a14:m>
                  <m:oMath xmlns:m="http://schemas.openxmlformats.org/officeDocument/2006/math">
                    <m:r>
                      <m:rPr>
                        <m:nor/>
                      </m:rPr>
                      <a:rPr lang="ja-JP" altLang="en-US" sz="1200" smtClean="0">
                        <a:latin typeface="MS PGothic" panose="020B0600070205080204" pitchFamily="34" charset="-128"/>
                        <a:ea typeface="MS PGothic" panose="020B0600070205080204" pitchFamily="34" charset="-128"/>
                        <a:cs typeface="Arial" panose="020B0604020202020204" pitchFamily="34" charset="0"/>
                      </a:rPr>
                      <m:t>偽陽性率</m:t>
                    </m:r>
                    <m:r>
                      <a:rPr lang="ja-JP" altLang="en-US" sz="1200" i="1" smtClean="0">
                        <a:latin typeface="Cambria Math" panose="02040503050406030204" pitchFamily="18" charset="0"/>
                        <a:ea typeface="MS PGothic" panose="020B0600070205080204" pitchFamily="34" charset="-128"/>
                        <a:cs typeface="Arial" panose="020B0604020202020204" pitchFamily="34" charset="0"/>
                      </a:rPr>
                      <m:t>を</m:t>
                    </m:r>
                  </m:oMath>
                </a14:m>
                <a:r>
                  <a:rPr lang="ja-JP" altLang="en-US" sz="1200" dirty="0">
                    <a:latin typeface="Arial" panose="020B0604020202020204" pitchFamily="34" charset="0"/>
                    <a:ea typeface="MS PGothic" panose="020B0600070205080204" pitchFamily="34" charset="-128"/>
                    <a:cs typeface="Arial" panose="020B0604020202020204" pitchFamily="34" charset="0"/>
                  </a:rPr>
                  <a:t>利用しています。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資料右をご覧ください。</a:t>
                </a:r>
                <a:r>
                  <a:rPr lang="en-US" altLang="ja-JP" sz="1200" dirty="0" err="1">
                    <a:latin typeface="Arial" panose="020B0604020202020204" pitchFamily="34" charset="0"/>
                    <a:ea typeface="MS PGothic" panose="020B0600070205080204" pitchFamily="34" charset="-128"/>
                    <a:cs typeface="Arial" panose="020B0604020202020204" pitchFamily="34" charset="0"/>
                  </a:rPr>
                  <a:t>Perfectclassifier</a:t>
                </a:r>
                <a:r>
                  <a:rPr lang="ja-JP" altLang="en-US" sz="1200" dirty="0">
                    <a:latin typeface="Arial" panose="020B0604020202020204" pitchFamily="34" charset="0"/>
                    <a:ea typeface="MS PGothic" panose="020B0600070205080204" pitchFamily="34" charset="-128"/>
                    <a:cs typeface="Arial" panose="020B0604020202020204" pitchFamily="34" charset="0"/>
                  </a:rPr>
                  <a:t>までピンク色の面積が達すると</a:t>
                </a:r>
                <a:r>
                  <a:rPr lang="en-US" altLang="ja-JP" sz="1200" dirty="0">
                    <a:latin typeface="Arial" panose="020B0604020202020204" pitchFamily="34" charset="0"/>
                    <a:ea typeface="MS PGothic" panose="020B0600070205080204" pitchFamily="34" charset="-128"/>
                    <a:cs typeface="Arial" panose="020B0604020202020204" pitchFamily="34" charset="0"/>
                  </a:rPr>
                  <a:t>1.0</a:t>
                </a:r>
                <a:r>
                  <a:rPr lang="ja-JP" altLang="en-US" sz="1200" dirty="0">
                    <a:latin typeface="Arial" panose="020B0604020202020204" pitchFamily="34" charset="0"/>
                    <a:ea typeface="MS PGothic" panose="020B0600070205080204" pitchFamily="34" charset="-128"/>
                    <a:cs typeface="Arial" panose="020B0604020202020204" pitchFamily="34" charset="0"/>
                  </a:rPr>
                  <a:t>になります。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Arial" panose="020B0604020202020204" pitchFamily="34" charset="0"/>
                  <a:ea typeface="MS PGothic" panose="020B0600070205080204" pitchFamily="34" charset="-128"/>
                  <a:cs typeface="Arial" panose="020B0604020202020204" pitchFamily="34" charset="0"/>
                </a:endParaRPr>
              </a:p>
            </p:txBody>
          </p:sp>
        </mc:Choice>
        <mc:Fallback xmlns="">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方法です。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ここで用いる評価指標は</a:t>
                </a:r>
                <a:r>
                  <a:rPr kumimoji="1" lang="en-US" altLang="ja-JP" dirty="0"/>
                  <a:t>ROC AUC</a:t>
                </a:r>
                <a:r>
                  <a:rPr kumimoji="1" lang="ja-JP" altLang="en-US" dirty="0"/>
                  <a:t>です。これは</a:t>
                </a:r>
                <a:r>
                  <a:rPr lang="en-US" altLang="ja-JP" sz="1200" dirty="0">
                    <a:latin typeface="Arial" panose="020B0604020202020204" pitchFamily="34" charset="0"/>
                    <a:ea typeface="MS PGothic" panose="020B0600070205080204" pitchFamily="34" charset="-128"/>
                    <a:cs typeface="Arial" panose="020B0604020202020204" pitchFamily="34" charset="0"/>
                  </a:rPr>
                  <a:t>0.5</a:t>
                </a:r>
                <a:r>
                  <a:rPr lang="ja-JP" altLang="en-US" sz="1200" dirty="0">
                    <a:latin typeface="Arial" panose="020B0604020202020204" pitchFamily="34" charset="0"/>
                    <a:ea typeface="MS PGothic" panose="020B0600070205080204" pitchFamily="34" charset="-128"/>
                    <a:cs typeface="Arial" panose="020B0604020202020204" pitchFamily="34" charset="0"/>
                  </a:rPr>
                  <a:t>から</a:t>
                </a:r>
                <a:r>
                  <a:rPr lang="en-US" altLang="ja-JP" sz="1200" dirty="0">
                    <a:latin typeface="Arial" panose="020B0604020202020204" pitchFamily="34" charset="0"/>
                    <a:ea typeface="MS PGothic" panose="020B0600070205080204" pitchFamily="34" charset="-128"/>
                    <a:cs typeface="Arial" panose="020B0604020202020204" pitchFamily="34" charset="0"/>
                  </a:rPr>
                  <a:t>1.0</a:t>
                </a:r>
                <a:r>
                  <a:rPr lang="ja-JP" altLang="en-US" sz="1200" dirty="0">
                    <a:latin typeface="Arial" panose="020B0604020202020204" pitchFamily="34" charset="0"/>
                    <a:ea typeface="MS PGothic" panose="020B0600070205080204" pitchFamily="34" charset="-128"/>
                    <a:cs typeface="Arial" panose="020B0604020202020204" pitchFamily="34" charset="0"/>
                  </a:rPr>
                  <a:t>の値をとり</a:t>
                </a:r>
                <a:r>
                  <a:rPr lang="en-US" altLang="ja-JP" sz="1200" dirty="0">
                    <a:latin typeface="Arial" panose="020B0604020202020204" pitchFamily="34" charset="0"/>
                    <a:ea typeface="MS PGothic" panose="020B0600070205080204" pitchFamily="34" charset="-128"/>
                    <a:cs typeface="Arial" panose="020B0604020202020204" pitchFamily="34" charset="0"/>
                  </a:rPr>
                  <a:t>1.0</a:t>
                </a:r>
                <a:r>
                  <a:rPr lang="ja-JP" altLang="en-US" sz="1200" dirty="0">
                    <a:latin typeface="Arial" panose="020B0604020202020204" pitchFamily="34" charset="0"/>
                    <a:ea typeface="MS PGothic" panose="020B0600070205080204" pitchFamily="34" charset="-128"/>
                    <a:cs typeface="Arial" panose="020B0604020202020204" pitchFamily="34" charset="0"/>
                  </a:rPr>
                  <a:t>に近い方が精度が良いとされています。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資料下の混同行列をご覧ください。</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AUC</a:t>
                </a:r>
                <a:r>
                  <a:rPr kumimoji="1" lang="ja-JP" altLang="en-US" dirty="0"/>
                  <a:t>では</a:t>
                </a:r>
                <a:r>
                  <a:rPr lang="ja-JP" altLang="en-US" sz="1200" i="0" dirty="0">
                    <a:latin typeface="Cambria Math" panose="02040503050406030204" pitchFamily="18" charset="0"/>
                    <a:ea typeface="MS PGothic" panose="020B0600070205080204" pitchFamily="34" charset="-128"/>
                    <a:cs typeface="Arial" panose="020B0604020202020204" pitchFamily="34" charset="0"/>
                  </a:rPr>
                  <a:t>真陽性率</a:t>
                </a:r>
                <a:r>
                  <a:rPr lang="ja-JP" altLang="en-US" sz="1200" dirty="0">
                    <a:latin typeface="Arial" panose="020B0604020202020204" pitchFamily="34" charset="0"/>
                    <a:ea typeface="MS PGothic" panose="020B0600070205080204" pitchFamily="34" charset="-128"/>
                    <a:cs typeface="Arial" panose="020B0604020202020204" pitchFamily="34" charset="0"/>
                  </a:rPr>
                  <a:t>と</a:t>
                </a:r>
                <a:r>
                  <a:rPr lang="ja-JP" altLang="en-US" sz="1200" i="0">
                    <a:latin typeface="Cambria Math" panose="02040503050406030204" pitchFamily="18" charset="0"/>
                    <a:ea typeface="MS PGothic" panose="020B0600070205080204" pitchFamily="34" charset="-128"/>
                    <a:cs typeface="Arial" panose="020B0604020202020204" pitchFamily="34" charset="0"/>
                  </a:rPr>
                  <a:t>"偽陽性率" を</a:t>
                </a:r>
                <a:r>
                  <a:rPr lang="ja-JP" altLang="en-US" sz="1200" dirty="0">
                    <a:latin typeface="Arial" panose="020B0604020202020204" pitchFamily="34" charset="0"/>
                    <a:ea typeface="MS PGothic" panose="020B0600070205080204" pitchFamily="34" charset="-128"/>
                    <a:cs typeface="Arial" panose="020B0604020202020204" pitchFamily="34" charset="0"/>
                  </a:rPr>
                  <a:t>利用しています。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資料右をご覧ください。</a:t>
                </a:r>
                <a:r>
                  <a:rPr lang="en-US" altLang="ja-JP" sz="1200" dirty="0" err="1">
                    <a:latin typeface="Arial" panose="020B0604020202020204" pitchFamily="34" charset="0"/>
                    <a:ea typeface="MS PGothic" panose="020B0600070205080204" pitchFamily="34" charset="-128"/>
                    <a:cs typeface="Arial" panose="020B0604020202020204" pitchFamily="34" charset="0"/>
                  </a:rPr>
                  <a:t>Perfectclassifier</a:t>
                </a:r>
                <a:r>
                  <a:rPr lang="ja-JP" altLang="en-US" sz="1200" dirty="0">
                    <a:latin typeface="Arial" panose="020B0604020202020204" pitchFamily="34" charset="0"/>
                    <a:ea typeface="MS PGothic" panose="020B0600070205080204" pitchFamily="34" charset="-128"/>
                    <a:cs typeface="Arial" panose="020B0604020202020204" pitchFamily="34" charset="0"/>
                  </a:rPr>
                  <a:t>までピンク色の面積が達すると</a:t>
                </a:r>
                <a:r>
                  <a:rPr lang="en-US" altLang="ja-JP" sz="1200" dirty="0">
                    <a:latin typeface="Arial" panose="020B0604020202020204" pitchFamily="34" charset="0"/>
                    <a:ea typeface="MS PGothic" panose="020B0600070205080204" pitchFamily="34" charset="-128"/>
                    <a:cs typeface="Arial" panose="020B0604020202020204" pitchFamily="34" charset="0"/>
                  </a:rPr>
                  <a:t>1.0</a:t>
                </a:r>
                <a:r>
                  <a:rPr lang="ja-JP" altLang="en-US" sz="1200" dirty="0">
                    <a:latin typeface="Arial" panose="020B0604020202020204" pitchFamily="34" charset="0"/>
                    <a:ea typeface="MS PGothic" panose="020B0600070205080204" pitchFamily="34" charset="-128"/>
                    <a:cs typeface="Arial" panose="020B0604020202020204" pitchFamily="34" charset="0"/>
                  </a:rPr>
                  <a:t>になります。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Arial" panose="020B0604020202020204" pitchFamily="34" charset="0"/>
                  <a:ea typeface="MS PGothic" panose="020B0600070205080204" pitchFamily="34" charset="-128"/>
                  <a:cs typeface="Arial" panose="020B0604020202020204" pitchFamily="34" charset="0"/>
                </a:endParaRPr>
              </a:p>
            </p:txBody>
          </p:sp>
        </mc:Fallback>
      </mc:AlternateContent>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18</a:t>
            </a:fld>
            <a:endParaRPr kumimoji="1" lang="ja-JP" altLang="en-US"/>
          </a:p>
        </p:txBody>
      </p:sp>
    </p:spTree>
    <p:extLst>
      <p:ext uri="{BB962C8B-B14F-4D97-AF65-F5344CB8AC3E}">
        <p14:creationId xmlns:p14="http://schemas.microsoft.com/office/powerpoint/2010/main" val="24698044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次に</a:t>
            </a:r>
            <a:r>
              <a:rPr kumimoji="1" lang="ja-JP" altLang="en-US" sz="1200" dirty="0">
                <a:latin typeface="ＭＳ Ｐゴシック" panose="020B0600070205080204" pitchFamily="50" charset="-128"/>
                <a:ea typeface="ＭＳ Ｐゴシック" panose="020B0600070205080204" pitchFamily="50" charset="-128"/>
              </a:rPr>
              <a:t>推論時の</a:t>
            </a:r>
            <a:r>
              <a:rPr lang="ja-JP" altLang="en-US" sz="1200" dirty="0">
                <a:latin typeface="ＭＳ Ｐゴシック" panose="020B0600070205080204" pitchFamily="50" charset="-128"/>
                <a:ea typeface="ＭＳ Ｐゴシック" panose="020B0600070205080204" pitchFamily="50" charset="-128"/>
              </a:rPr>
              <a:t>モンテカルロ</a:t>
            </a:r>
            <a:r>
              <a:rPr kumimoji="1" lang="ja-JP" altLang="en-US" sz="1200" dirty="0">
                <a:latin typeface="ＭＳ Ｐゴシック" panose="020B0600070205080204" pitchFamily="50" charset="-128"/>
                <a:ea typeface="ＭＳ Ｐゴシック" panose="020B0600070205080204" pitchFamily="50" charset="-128"/>
              </a:rPr>
              <a:t>ドロップアウトを使用した不確実性の評価です。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ここでは、不確実性の評価方法のひとつとして</a:t>
            </a:r>
            <a:r>
              <a:rPr kumimoji="1" lang="en-US" altLang="ja-JP" sz="1200" dirty="0" err="1">
                <a:latin typeface="ＭＳ Ｐゴシック" panose="020B0600070205080204" pitchFamily="50" charset="-128"/>
                <a:ea typeface="ＭＳ Ｐゴシック" panose="020B0600070205080204" pitchFamily="50" charset="-128"/>
              </a:rPr>
              <a:t>MoC</a:t>
            </a:r>
            <a:r>
              <a:rPr kumimoji="1" lang="ja-JP" altLang="en-US" sz="1200" dirty="0">
                <a:latin typeface="ＭＳ Ｐゴシック" panose="020B0600070205080204" pitchFamily="50" charset="-128"/>
                <a:ea typeface="ＭＳ Ｐゴシック" panose="020B0600070205080204" pitchFamily="50" charset="-128"/>
              </a:rPr>
              <a:t>を求めています。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err="1">
                <a:latin typeface="ＭＳ Ｐゴシック" panose="020B0600070205080204" pitchFamily="50" charset="-128"/>
                <a:ea typeface="ＭＳ Ｐゴシック" panose="020B0600070205080204" pitchFamily="50" charset="-128"/>
              </a:rPr>
              <a:t>MoC</a:t>
            </a:r>
            <a:r>
              <a:rPr kumimoji="1" lang="ja-JP" altLang="en-US" sz="1200" dirty="0">
                <a:latin typeface="ＭＳ Ｐゴシック" panose="020B0600070205080204" pitchFamily="50" charset="-128"/>
                <a:ea typeface="ＭＳ Ｐゴシック" panose="020B0600070205080204" pitchFamily="50" charset="-128"/>
              </a:rPr>
              <a:t>は</a:t>
            </a:r>
            <a:r>
              <a:rPr lang="en-US" altLang="ja-JP" sz="1200" dirty="0">
                <a:latin typeface="ＭＳ Ｐゴシック" panose="020B0600070205080204" pitchFamily="50" charset="-128"/>
                <a:ea typeface="ＭＳ Ｐゴシック" panose="020B0600070205080204" pitchFamily="50" charset="-128"/>
              </a:rPr>
              <a:t>Margin of Confidence</a:t>
            </a:r>
            <a:r>
              <a:rPr lang="ja-JP" altLang="en-US" sz="1200" dirty="0">
                <a:latin typeface="ＭＳ Ｐゴシック" panose="020B0600070205080204" pitchFamily="50" charset="-128"/>
                <a:ea typeface="ＭＳ Ｐゴシック" panose="020B0600070205080204" pitchFamily="50" charset="-128"/>
              </a:rPr>
              <a:t>といい、モデルの予測結果の信頼度を評価するための重要な指標です。</a:t>
            </a:r>
            <a:endParaRPr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rPr>
              <a:t>二値分類の場合、バイオマーカーが存在すると存在しないに対する確率の差であり、高い</a:t>
            </a:r>
            <a:r>
              <a:rPr lang="en-US" altLang="ja-JP" sz="1200" dirty="0" err="1">
                <a:latin typeface="ＭＳ Ｐゴシック" panose="020B0600070205080204" pitchFamily="50" charset="-128"/>
                <a:ea typeface="ＭＳ Ｐゴシック" panose="020B0600070205080204" pitchFamily="50" charset="-128"/>
              </a:rPr>
              <a:t>MoC</a:t>
            </a:r>
            <a:r>
              <a:rPr lang="ja-JP" altLang="en-US" sz="1200" dirty="0">
                <a:latin typeface="ＭＳ Ｐゴシック" panose="020B0600070205080204" pitchFamily="50" charset="-128"/>
                <a:ea typeface="ＭＳ Ｐゴシック" panose="020B0600070205080204" pitchFamily="50" charset="-128"/>
              </a:rPr>
              <a:t>はモデルの予測の不確実性が低い、つまりは</a:t>
            </a:r>
            <a:r>
              <a:rPr lang="ja-JP" altLang="en-US" sz="1200" dirty="0">
                <a:solidFill>
                  <a:srgbClr val="FF0000"/>
                </a:solidFill>
                <a:latin typeface="ＭＳ Ｐゴシック" panose="020B0600070205080204" pitchFamily="50" charset="-128"/>
                <a:ea typeface="ＭＳ Ｐゴシック" panose="020B0600070205080204" pitchFamily="50" charset="-128"/>
              </a:rPr>
              <a:t>自信がある。</a:t>
            </a:r>
            <a:r>
              <a:rPr lang="ja-JP" altLang="en-US" sz="1200" dirty="0">
                <a:latin typeface="ＭＳ Ｐゴシック" panose="020B0600070205080204" pitchFamily="50" charset="-128"/>
                <a:ea typeface="ＭＳ Ｐゴシック" panose="020B0600070205080204" pitchFamily="50" charset="-128"/>
              </a:rPr>
              <a:t>低い</a:t>
            </a:r>
            <a:r>
              <a:rPr lang="en-US" altLang="ja-JP" sz="1200" dirty="0" err="1">
                <a:latin typeface="ＭＳ Ｐゴシック" panose="020B0600070205080204" pitchFamily="50" charset="-128"/>
                <a:ea typeface="ＭＳ Ｐゴシック" panose="020B0600070205080204" pitchFamily="50" charset="-128"/>
              </a:rPr>
              <a:t>MoC</a:t>
            </a:r>
            <a:r>
              <a:rPr lang="ja-JP" altLang="en-US" sz="1200" dirty="0">
                <a:latin typeface="ＭＳ Ｐゴシック" panose="020B0600070205080204" pitchFamily="50" charset="-128"/>
                <a:ea typeface="ＭＳ Ｐゴシック" panose="020B0600070205080204" pitchFamily="50" charset="-128"/>
              </a:rPr>
              <a:t>はモデルの予測の不確実性が高い、つまりは</a:t>
            </a:r>
            <a:r>
              <a:rPr lang="ja-JP" altLang="en-US" sz="1200" dirty="0">
                <a:solidFill>
                  <a:srgbClr val="FF0000"/>
                </a:solidFill>
                <a:latin typeface="ＭＳ Ｐゴシック" panose="020B0600070205080204" pitchFamily="50" charset="-128"/>
                <a:ea typeface="ＭＳ Ｐゴシック" panose="020B0600070205080204" pitchFamily="50" charset="-128"/>
              </a:rPr>
              <a:t>自信ないととらえてもって大丈夫です。</a:t>
            </a:r>
            <a:endParaRPr lang="en-US" altLang="ja-JP" sz="1200" dirty="0">
              <a:solidFill>
                <a:srgbClr val="FF0000"/>
              </a:solidFill>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rgbClr val="FF0000"/>
              </a:solidFill>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19</a:t>
            </a:fld>
            <a:endParaRPr kumimoji="1" lang="ja-JP" altLang="en-US"/>
          </a:p>
        </p:txBody>
      </p:sp>
    </p:spTree>
    <p:extLst>
      <p:ext uri="{BB962C8B-B14F-4D97-AF65-F5344CB8AC3E}">
        <p14:creationId xmlns:p14="http://schemas.microsoft.com/office/powerpoint/2010/main" val="1627129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結果です。提案モデルの各バイオマーカーにおける予測を先ほど説明した</a:t>
            </a:r>
            <a:r>
              <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rPr>
              <a:t>ROC AUC</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で評価しました。</a:t>
            </a:r>
            <a:endPar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latin typeface="ＭＳ Ｐゴシック" panose="020B0600070205080204" pitchFamily="50" charset="-128"/>
                <a:ea typeface="ＭＳ Ｐゴシック" panose="020B0600070205080204" pitchFamily="50" charset="-128"/>
              </a:rPr>
              <a:t>DRUSEN</a:t>
            </a:r>
            <a:r>
              <a:rPr lang="ja-JP" altLang="en-US" sz="1200" dirty="0">
                <a:latin typeface="ＭＳ Ｐゴシック" panose="020B0600070205080204" pitchFamily="50" charset="-128"/>
                <a:ea typeface="ＭＳ Ｐゴシック" panose="020B0600070205080204" pitchFamily="50" charset="-128"/>
              </a:rPr>
              <a:t>の存在の二値分類タスクの</a:t>
            </a:r>
            <a:r>
              <a:rPr lang="en-US" altLang="ja-JP" sz="1200" dirty="0">
                <a:latin typeface="ＭＳ Ｐゴシック" panose="020B0600070205080204" pitchFamily="50" charset="-128"/>
                <a:ea typeface="ＭＳ Ｐゴシック" panose="020B0600070205080204" pitchFamily="50" charset="-128"/>
              </a:rPr>
              <a:t>AUC</a:t>
            </a:r>
            <a:r>
              <a:rPr lang="ja-JP" altLang="en-US" sz="1200" dirty="0">
                <a:latin typeface="ＭＳ Ｐゴシック" panose="020B0600070205080204" pitchFamily="50" charset="-128"/>
                <a:ea typeface="ＭＳ Ｐゴシック" panose="020B0600070205080204" pitchFamily="50" charset="-128"/>
              </a:rPr>
              <a:t>が０．８６とその他に比べて低くことがわかりました。</a:t>
            </a:r>
            <a:endParaRPr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rPr>
              <a:t>原因しては画像ノイズの存在、</a:t>
            </a:r>
            <a:endParaRPr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rPr>
              <a:t>早期の</a:t>
            </a:r>
            <a:r>
              <a:rPr lang="en-US" altLang="ja-JP" sz="1200" dirty="0">
                <a:latin typeface="ＭＳ Ｐゴシック" panose="020B0600070205080204" pitchFamily="50" charset="-128"/>
                <a:ea typeface="ＭＳ Ｐゴシック" panose="020B0600070205080204" pitchFamily="50" charset="-128"/>
              </a:rPr>
              <a:t>DRUSEN</a:t>
            </a:r>
            <a:r>
              <a:rPr lang="ja-JP" altLang="en-US" sz="1200" dirty="0">
                <a:latin typeface="ＭＳ Ｐゴシック" panose="020B0600070205080204" pitchFamily="50" charset="-128"/>
                <a:ea typeface="ＭＳ Ｐゴシック" panose="020B0600070205080204" pitchFamily="50" charset="-128"/>
              </a:rPr>
              <a:t>は非常に微細であるため間違って、ないと判断する</a:t>
            </a:r>
            <a:r>
              <a:rPr lang="ja-JP" altLang="en-US" sz="1200" dirty="0">
                <a:solidFill>
                  <a:srgbClr val="FF0000"/>
                </a:solidFill>
                <a:latin typeface="ＭＳ Ｐゴシック" panose="020B0600070205080204" pitchFamily="50" charset="-128"/>
                <a:ea typeface="ＭＳ Ｐゴシック" panose="020B0600070205080204" pitchFamily="50" charset="-128"/>
              </a:rPr>
              <a:t>偽陰性</a:t>
            </a:r>
            <a:r>
              <a:rPr lang="ja-JP" altLang="en-US" sz="1200" dirty="0">
                <a:latin typeface="ＭＳ Ｐゴシック" panose="020B0600070205080204" pitchFamily="50" charset="-128"/>
                <a:ea typeface="ＭＳ Ｐゴシック" panose="020B0600070205080204" pitchFamily="50" charset="-128"/>
              </a:rPr>
              <a:t>の発生、また、</a:t>
            </a:r>
            <a:r>
              <a:rPr kumimoji="1" lang="ja-JP" altLang="en-US" sz="1200" dirty="0">
                <a:latin typeface="ＭＳ Ｐゴシック" panose="020B0600070205080204" pitchFamily="50" charset="-128"/>
                <a:ea typeface="ＭＳ Ｐゴシック" panose="020B0600070205080204" pitchFamily="50" charset="-128"/>
              </a:rPr>
              <a:t>網膜の最も深い</a:t>
            </a:r>
            <a:r>
              <a:rPr lang="ja-JP" altLang="en-US" b="0" i="0" dirty="0">
                <a:solidFill>
                  <a:srgbClr val="FFEEE2"/>
                </a:solidFill>
                <a:effectLst/>
                <a:highlight>
                  <a:srgbClr val="5A4430"/>
                </a:highlight>
                <a:latin typeface="Google Sans"/>
              </a:rPr>
              <a:t>網膜色素上皮から神経網膜が剥がれて</a:t>
            </a:r>
            <a:r>
              <a:rPr kumimoji="1" lang="ja-JP" altLang="en-US" sz="1200" b="0" i="0" dirty="0">
                <a:solidFill>
                  <a:srgbClr val="FFEEE2"/>
                </a:solidFill>
                <a:effectLst/>
                <a:highlight>
                  <a:srgbClr val="5A4430"/>
                </a:highlight>
                <a:latin typeface="ＭＳ Ｐゴシック" panose="020B0600070205080204" pitchFamily="50" charset="-128"/>
                <a:ea typeface="ＭＳ Ｐゴシック" panose="020B0600070205080204" pitchFamily="50" charset="-128"/>
              </a:rPr>
              <a:t>しまう</a:t>
            </a:r>
            <a:r>
              <a:rPr kumimoji="1" lang="ja-JP" altLang="en-US" sz="1200" dirty="0">
                <a:latin typeface="ＭＳ Ｐゴシック" panose="020B0600070205080204" pitchFamily="50" charset="-128"/>
                <a:ea typeface="ＭＳ Ｐゴシック" panose="020B0600070205080204" pitchFamily="50" charset="-128"/>
              </a:rPr>
              <a:t>網膜色素上皮剥離や網膜層の形状や構造を覆い隠す大量の網膜内液により間違って、あると判断する偽陽性が増えたことが考えられます。</a:t>
            </a:r>
            <a:endParaRPr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dirty="0">
              <a:latin typeface="ＭＳ Ｐゴシック" panose="020B0600070205080204" pitchFamily="50" charset="-128"/>
              <a:ea typeface="ＭＳ Ｐゴシック" panose="020B0600070205080204" pitchFamily="50" charset="-128"/>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20</a:t>
            </a:fld>
            <a:endParaRPr kumimoji="1" lang="ja-JP" altLang="en-US"/>
          </a:p>
        </p:txBody>
      </p:sp>
    </p:spTree>
    <p:extLst>
      <p:ext uri="{BB962C8B-B14F-4D97-AF65-F5344CB8AC3E}">
        <p14:creationId xmlns:p14="http://schemas.microsoft.com/office/powerpoint/2010/main" val="2039374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次は</a:t>
            </a:r>
            <a:r>
              <a:rPr kumimoji="1" lang="ja-JP" altLang="en-US" sz="1200">
                <a:latin typeface="ＭＳ Ｐゴシック" panose="020B0600070205080204" pitchFamily="50" charset="-128"/>
                <a:ea typeface="ＭＳ Ｐゴシック" panose="020B0600070205080204" pitchFamily="50" charset="-128"/>
              </a:rPr>
              <a:t>不確実性の評価の結果です。</a:t>
            </a:r>
            <a:endParaRPr kumimoji="1" lang="en-US" altLang="ja-JP" sz="120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ＭＳ Ｐゴシック" panose="020B0600070205080204" pitchFamily="50" charset="-128"/>
                <a:ea typeface="ＭＳ Ｐゴシック" panose="020B0600070205080204" pitchFamily="50" charset="-128"/>
              </a:rPr>
              <a:t>真の予測では、すべてのバイオマーカーにおいて</a:t>
            </a:r>
            <a:r>
              <a:rPr lang="en-US" altLang="ja-JP" sz="1200" err="1">
                <a:latin typeface="ＭＳ Ｐゴシック" panose="020B0600070205080204" pitchFamily="50" charset="-128"/>
                <a:ea typeface="ＭＳ Ｐゴシック" panose="020B0600070205080204" pitchFamily="50" charset="-128"/>
              </a:rPr>
              <a:t>MoC</a:t>
            </a:r>
            <a:r>
              <a:rPr lang="ja-JP" altLang="en-US" sz="1200">
                <a:latin typeface="ＭＳ Ｐゴシック" panose="020B0600070205080204" pitchFamily="50" charset="-128"/>
                <a:ea typeface="ＭＳ Ｐゴシック" panose="020B0600070205080204" pitchFamily="50" charset="-128"/>
              </a:rPr>
              <a:t>が高い。すなわち、自信をもって正しく予測ができているということです。</a:t>
            </a:r>
            <a:endParaRPr lang="en-US" altLang="ja-JP" sz="120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ＭＳ Ｐゴシック" panose="020B0600070205080204" pitchFamily="50" charset="-128"/>
                <a:ea typeface="ＭＳ Ｐゴシック" panose="020B0600070205080204" pitchFamily="50" charset="-128"/>
              </a:rPr>
              <a:t>また、間違った予測ではすべてのバイオマーカーにおいて</a:t>
            </a:r>
            <a:r>
              <a:rPr lang="en-US" altLang="ja-JP" sz="1200" err="1">
                <a:latin typeface="ＭＳ Ｐゴシック" panose="020B0600070205080204" pitchFamily="50" charset="-128"/>
                <a:ea typeface="ＭＳ Ｐゴシック" panose="020B0600070205080204" pitchFamily="50" charset="-128"/>
              </a:rPr>
              <a:t>MoC</a:t>
            </a:r>
            <a:r>
              <a:rPr lang="ja-JP" altLang="en-US" sz="1200">
                <a:latin typeface="ＭＳ Ｐゴシック" panose="020B0600070205080204" pitchFamily="50" charset="-128"/>
                <a:ea typeface="ＭＳ Ｐゴシック" panose="020B0600070205080204" pitchFamily="50" charset="-128"/>
              </a:rPr>
              <a:t>が低い。すなわち、間違った予測は自信がなったといえます。</a:t>
            </a:r>
            <a:endParaRPr lang="en-US" altLang="ja-JP" sz="120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ＭＳ Ｐゴシック" panose="020B0600070205080204" pitchFamily="50" charset="-128"/>
                <a:ea typeface="ＭＳ Ｐゴシック" panose="020B0600070205080204" pitchFamily="50" charset="-128"/>
              </a:rPr>
              <a:t>自信満々に間違った予測をしているわけではないとないことです。</a:t>
            </a:r>
            <a:endParaRPr lang="en-US" altLang="ja-JP" sz="120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ＭＳ Ｐゴシック" panose="020B0600070205080204" pitchFamily="50" charset="-128"/>
                <a:ea typeface="ＭＳ Ｐゴシック" panose="020B0600070205080204" pitchFamily="50" charset="-128"/>
              </a:rPr>
              <a:t>そして、すべてのバイオマーカーで、真の予測と誤った予測の</a:t>
            </a:r>
            <a:r>
              <a:rPr lang="en-US" altLang="ja-JP" sz="1200" err="1">
                <a:latin typeface="ＭＳ Ｐゴシック" panose="020B0600070205080204" pitchFamily="50" charset="-128"/>
                <a:ea typeface="ＭＳ Ｐゴシック" panose="020B0600070205080204" pitchFamily="50" charset="-128"/>
              </a:rPr>
              <a:t>MoC</a:t>
            </a:r>
            <a:r>
              <a:rPr lang="ja-JP" altLang="en-US" sz="1200">
                <a:latin typeface="ＭＳ Ｐゴシック" panose="020B0600070205080204" pitchFamily="50" charset="-128"/>
                <a:ea typeface="ＭＳ Ｐゴシック" panose="020B0600070205080204" pitchFamily="50" charset="-128"/>
              </a:rPr>
              <a:t>間に有意差がありました。</a:t>
            </a:r>
          </a:p>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21</a:t>
            </a:fld>
            <a:endParaRPr kumimoji="1" lang="ja-JP" altLang="en-US"/>
          </a:p>
        </p:txBody>
      </p:sp>
    </p:spTree>
    <p:extLst>
      <p:ext uri="{BB962C8B-B14F-4D97-AF65-F5344CB8AC3E}">
        <p14:creationId xmlns:p14="http://schemas.microsoft.com/office/powerpoint/2010/main" val="33864684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提案モデルと</a:t>
            </a:r>
            <a:r>
              <a:rPr lang="ja-JP" altLang="en-US" sz="1200">
                <a:latin typeface="ＭＳ Ｐゴシック" panose="020B0600070205080204" pitchFamily="50" charset="-128"/>
                <a:ea typeface="ＭＳ Ｐゴシック" panose="020B0600070205080204" pitchFamily="50" charset="-128"/>
                <a:cs typeface="Arial" panose="020B0604020202020204" pitchFamily="34" charset="0"/>
              </a:rPr>
              <a:t>その他のモデルとの比較です。</a:t>
            </a:r>
            <a:endParaRPr lang="en-US" altLang="ja-JP" sz="1200">
              <a:latin typeface="ＭＳ Ｐゴシック" panose="020B0600070205080204" pitchFamily="50" charset="-128"/>
              <a:ea typeface="ＭＳ Ｐゴシック" panose="020B0600070205080204" pitchFamily="50"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ＭＳ Ｐゴシック" panose="020B0600070205080204" pitchFamily="50" charset="-128"/>
                <a:ea typeface="ＭＳ Ｐゴシック" panose="020B0600070205080204" pitchFamily="50" charset="-128"/>
                <a:cs typeface="Arial" panose="020B0604020202020204" pitchFamily="34" charset="0"/>
              </a:rPr>
              <a:t>まずは目次３の１の</a:t>
            </a:r>
            <a:r>
              <a:rPr kumimoji="1" lang="ja-JP" altLang="en-US"/>
              <a:t>提案モデルと</a:t>
            </a:r>
            <a:r>
              <a:rPr kumimoji="1" lang="en-US" altLang="ja-JP"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3D-CNN</a:t>
            </a:r>
            <a:r>
              <a:rPr kumimoji="1" lang="ja-JP" altLang="en-US"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モデルとの比較を行います。</a:t>
            </a:r>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22</a:t>
            </a:fld>
            <a:endParaRPr kumimoji="1" lang="ja-JP" altLang="en-US"/>
          </a:p>
        </p:txBody>
      </p:sp>
    </p:spTree>
    <p:extLst>
      <p:ext uri="{BB962C8B-B14F-4D97-AF65-F5344CB8AC3E}">
        <p14:creationId xmlns:p14="http://schemas.microsoft.com/office/powerpoint/2010/main" val="18768238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次に</a:t>
            </a:r>
            <a:r>
              <a:rPr kumimoji="1" lang="en-US" altLang="ja-JP" sz="1200" dirty="0">
                <a:latin typeface="ＭＳ Ｐゴシック" panose="020B0600070205080204" pitchFamily="50" charset="-128"/>
                <a:ea typeface="ＭＳ Ｐゴシック" panose="020B0600070205080204" pitchFamily="50" charset="-128"/>
              </a:rPr>
              <a:t>3D-CNN</a:t>
            </a:r>
            <a:r>
              <a:rPr kumimoji="1" lang="ja-JP" altLang="en-US"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モデルについてです。</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今回は提案モデルを２つの</a:t>
            </a:r>
            <a:r>
              <a:rPr kumimoji="1" lang="ja-JP" altLang="en-US"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３</a:t>
            </a:r>
            <a:r>
              <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DCNN</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モデルと比較しています。</a:t>
            </a:r>
            <a:endPar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ＭＳ Ｐゴシック" panose="020B0600070205080204" pitchFamily="50" charset="-128"/>
                <a:ea typeface="ＭＳ Ｐゴシック" panose="020B0600070205080204" pitchFamily="50" charset="-128"/>
              </a:rPr>
              <a:t>ResNet3D</a:t>
            </a:r>
            <a:r>
              <a:rPr kumimoji="1" lang="ja-JP" altLang="en-US" sz="1200" dirty="0">
                <a:latin typeface="ＭＳ Ｐゴシック" panose="020B0600070205080204" pitchFamily="50" charset="-128"/>
                <a:ea typeface="ＭＳ Ｐゴシック" panose="020B0600070205080204" pitchFamily="50" charset="-128"/>
              </a:rPr>
              <a:t>というモデルは</a:t>
            </a:r>
            <a:r>
              <a:rPr kumimoji="1" lang="en-US" altLang="ja-JP" sz="1200" dirty="0">
                <a:latin typeface="ＭＳ Ｐゴシック" panose="020B0600070205080204" pitchFamily="50" charset="-128"/>
                <a:ea typeface="ＭＳ Ｐゴシック" panose="020B0600070205080204" pitchFamily="50" charset="-128"/>
              </a:rPr>
              <a:t>3D</a:t>
            </a:r>
            <a:r>
              <a:rPr kumimoji="1" lang="ja-JP" altLang="en-US" sz="1200" dirty="0">
                <a:latin typeface="ＭＳ Ｐゴシック" panose="020B0600070205080204" pitchFamily="50" charset="-128"/>
                <a:ea typeface="ＭＳ Ｐゴシック" panose="020B0600070205080204" pitchFamily="50" charset="-128"/>
              </a:rPr>
              <a:t>畳み込みニューラルネットワークを使用したモデルであり、モデルが複雑で計算処理が多く、訓練に時間がかかります。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画面を指す。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ＭＳ Ｐゴシック" panose="020B0600070205080204" pitchFamily="50" charset="-128"/>
                <a:ea typeface="ＭＳ Ｐゴシック" panose="020B0600070205080204" pitchFamily="50" charset="-128"/>
              </a:rPr>
              <a:t>入力としては</a:t>
            </a:r>
            <a:r>
              <a:rPr kumimoji="1" lang="en-US" altLang="ja-JP" sz="1200" dirty="0">
                <a:latin typeface="ＭＳ Ｐゴシック" panose="020B0600070205080204" pitchFamily="50" charset="-128"/>
                <a:ea typeface="ＭＳ Ｐゴシック" panose="020B0600070205080204" pitchFamily="50" charset="-128"/>
              </a:rPr>
              <a:t>3D-OCT volume</a:t>
            </a:r>
            <a:r>
              <a:rPr lang="ja-JP" altLang="en-US" sz="1200" dirty="0">
                <a:latin typeface="ＭＳ Ｐゴシック" panose="020B0600070205080204" pitchFamily="50" charset="-128"/>
                <a:ea typeface="ＭＳ Ｐゴシック" panose="020B0600070205080204" pitchFamily="50" charset="-128"/>
              </a:rPr>
              <a:t>のまま、</a:t>
            </a:r>
            <a:r>
              <a:rPr kumimoji="1" lang="ja-JP" altLang="en-US" sz="1200" dirty="0">
                <a:latin typeface="ＭＳ Ｐゴシック" panose="020B0600070205080204" pitchFamily="50" charset="-128"/>
                <a:ea typeface="ＭＳ Ｐゴシック" panose="020B0600070205080204" pitchFamily="50" charset="-128"/>
              </a:rPr>
              <a:t>すべてを入力に使用されます。</a:t>
            </a:r>
            <a:endParaRPr kumimoji="1"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ＭＳ Ｐゴシック" panose="020B0600070205080204" pitchFamily="50" charset="-128"/>
                <a:ea typeface="ＭＳ Ｐゴシック" panose="020B0600070205080204" pitchFamily="50" charset="-128"/>
              </a:rPr>
              <a:t>ResNet3D</a:t>
            </a:r>
            <a:r>
              <a:rPr lang="en-US" altLang="ja-JP" sz="1200" dirty="0">
                <a:latin typeface="ＭＳ Ｐゴシック" panose="020B0600070205080204" pitchFamily="50" charset="-128"/>
                <a:ea typeface="ＭＳ Ｐゴシック" panose="020B0600070205080204" pitchFamily="50" charset="-128"/>
              </a:rPr>
              <a:t>Navie</a:t>
            </a:r>
            <a:r>
              <a:rPr lang="ja-JP" altLang="en-US" sz="1200" dirty="0">
                <a:latin typeface="ＭＳ Ｐゴシック" panose="020B0600070205080204" pitchFamily="50" charset="-128"/>
                <a:ea typeface="ＭＳ Ｐゴシック" panose="020B0600070205080204" pitchFamily="50" charset="-128"/>
              </a:rPr>
              <a:t>は上の</a:t>
            </a:r>
            <a:r>
              <a:rPr lang="en-US" altLang="ja-JP" sz="1200" dirty="0">
                <a:latin typeface="ＭＳ Ｐゴシック" panose="020B0600070205080204" pitchFamily="50" charset="-128"/>
                <a:ea typeface="ＭＳ Ｐゴシック" panose="020B0600070205080204" pitchFamily="50" charset="-128"/>
              </a:rPr>
              <a:t>ResNet3D</a:t>
            </a:r>
            <a:r>
              <a:rPr lang="ja-JP" altLang="en-US" sz="1200" dirty="0">
                <a:latin typeface="ＭＳ Ｐゴシック" panose="020B0600070205080204" pitchFamily="50" charset="-128"/>
                <a:ea typeface="ＭＳ Ｐゴシック" panose="020B0600070205080204" pitchFamily="50" charset="-128"/>
              </a:rPr>
              <a:t>の簡略化版であり、</a:t>
            </a:r>
            <a:r>
              <a:rPr kumimoji="1" lang="en-US" altLang="ja-JP" sz="1200" dirty="0">
                <a:latin typeface="ＭＳ Ｐゴシック" panose="020B0600070205080204" pitchFamily="50" charset="-128"/>
                <a:ea typeface="ＭＳ Ｐゴシック" panose="020B0600070205080204" pitchFamily="50" charset="-128"/>
              </a:rPr>
              <a:t>3D-OCT volume</a:t>
            </a:r>
            <a:r>
              <a:rPr lang="ja-JP" altLang="en-US" sz="1200" dirty="0">
                <a:latin typeface="ＭＳ Ｐゴシック" panose="020B0600070205080204" pitchFamily="50" charset="-128"/>
                <a:ea typeface="ＭＳ Ｐゴシック" panose="020B0600070205080204" pitchFamily="50" charset="-128"/>
              </a:rPr>
              <a:t>の中心から</a:t>
            </a:r>
            <a:r>
              <a:rPr lang="en-US" altLang="ja-JP" sz="1200" dirty="0">
                <a:latin typeface="ＭＳ Ｐゴシック" panose="020B0600070205080204" pitchFamily="50" charset="-128"/>
                <a:ea typeface="ＭＳ Ｐゴシック" panose="020B0600070205080204" pitchFamily="50" charset="-128"/>
              </a:rPr>
              <a:t>9</a:t>
            </a:r>
            <a:r>
              <a:rPr lang="ja-JP" altLang="en-US" sz="1200" dirty="0">
                <a:latin typeface="ＭＳ Ｐゴシック" panose="020B0600070205080204" pitchFamily="50" charset="-128"/>
                <a:ea typeface="ＭＳ Ｐゴシック" panose="020B0600070205080204" pitchFamily="50" charset="-128"/>
              </a:rPr>
              <a:t>つの</a:t>
            </a:r>
            <a:r>
              <a:rPr lang="en-US" altLang="ja-JP" sz="1200" dirty="0">
                <a:latin typeface="ＭＳ Ｐゴシック" panose="020B0600070205080204" pitchFamily="50" charset="-128"/>
                <a:ea typeface="ＭＳ Ｐゴシック" panose="020B0600070205080204" pitchFamily="50" charset="-128"/>
              </a:rPr>
              <a:t>B</a:t>
            </a:r>
            <a:r>
              <a:rPr lang="ja-JP" altLang="en-US" sz="1200" dirty="0">
                <a:latin typeface="ＭＳ Ｐゴシック" panose="020B0600070205080204" pitchFamily="50" charset="-128"/>
                <a:ea typeface="ＭＳ Ｐゴシック" panose="020B0600070205080204" pitchFamily="50" charset="-128"/>
              </a:rPr>
              <a:t>スキャンのみを使用して予測を行います。</a:t>
            </a:r>
            <a:endParaRPr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rgbClr val="FF0000"/>
                </a:solidFill>
                <a:latin typeface="ＭＳ Ｐゴシック" panose="020B0600070205080204" pitchFamily="50" charset="-128"/>
                <a:ea typeface="ＭＳ Ｐゴシック" panose="020B0600070205080204" pitchFamily="50" charset="-128"/>
              </a:rPr>
              <a:t>ResNet3D</a:t>
            </a:r>
            <a:r>
              <a:rPr kumimoji="1" lang="ja-JP" altLang="en-US" sz="1200" dirty="0">
                <a:solidFill>
                  <a:srgbClr val="FF0000"/>
                </a:solidFill>
                <a:latin typeface="ＭＳ Ｐゴシック" panose="020B0600070205080204" pitchFamily="50" charset="-128"/>
                <a:ea typeface="ＭＳ Ｐゴシック" panose="020B0600070205080204" pitchFamily="50" charset="-128"/>
              </a:rPr>
              <a:t>に対して、</a:t>
            </a:r>
            <a:r>
              <a:rPr lang="ja-JP" altLang="en-US" sz="1200" dirty="0">
                <a:latin typeface="ＭＳ Ｐゴシック" panose="020B0600070205080204" pitchFamily="50" charset="-128"/>
                <a:ea typeface="ＭＳ Ｐゴシック" panose="020B0600070205080204" pitchFamily="50" charset="-128"/>
              </a:rPr>
              <a:t>モデルの計算負荷を軽減し、訓練を簡素化させたものとの言えます。</a:t>
            </a:r>
            <a:endParaRPr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ＭＳ Ｐゴシック" panose="020B0600070205080204" pitchFamily="50" charset="-128"/>
              <a:ea typeface="ＭＳ Ｐゴシック" panose="020B0600070205080204" pitchFamily="50" charset="-128"/>
            </a:endParaRPr>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23</a:t>
            </a:fld>
            <a:endParaRPr kumimoji="1" lang="ja-JP" altLang="en-US"/>
          </a:p>
        </p:txBody>
      </p:sp>
    </p:spTree>
    <p:extLst>
      <p:ext uri="{BB962C8B-B14F-4D97-AF65-F5344CB8AC3E}">
        <p14:creationId xmlns:p14="http://schemas.microsoft.com/office/powerpoint/2010/main" val="559625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方法です。まずは評価指標についてです。ここでの評価は</a:t>
            </a:r>
            <a:r>
              <a:rPr kumimoji="1" lang="en-US" altLang="ja-JP" dirty="0"/>
              <a:t>F</a:t>
            </a:r>
            <a:r>
              <a:rPr kumimoji="1" lang="ja-JP" altLang="en-US" dirty="0"/>
              <a:t>１スコアと</a:t>
            </a:r>
            <a:r>
              <a:rPr kumimoji="1" lang="en-US" altLang="ja-JP" dirty="0"/>
              <a:t>MCC</a:t>
            </a:r>
            <a:r>
              <a:rPr kumimoji="1" lang="ja-JP" altLang="en-US" dirty="0"/>
              <a:t>を使います。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F1</a:t>
            </a:r>
            <a:r>
              <a:rPr kumimoji="1" lang="ja-JP" altLang="en-US" dirty="0"/>
              <a:t>スコアは適合率</a:t>
            </a:r>
            <a:r>
              <a:rPr lang="ja-JP" altLang="en-US" sz="1200" dirty="0">
                <a:latin typeface="Arial" panose="020B0604020202020204" pitchFamily="34" charset="0"/>
                <a:ea typeface="MS PGothic" panose="020B0600070205080204" pitchFamily="34" charset="-128"/>
                <a:cs typeface="Arial" panose="020B0604020202020204" pitchFamily="34" charset="0"/>
              </a:rPr>
              <a:t>と再現率の調和平均を取る指標であり、</a:t>
            </a:r>
            <a:r>
              <a:rPr lang="en-US" altLang="ja-JP" sz="1200" dirty="0">
                <a:latin typeface="Arial" panose="020B0604020202020204" pitchFamily="34" charset="0"/>
                <a:ea typeface="MS PGothic" panose="020B0600070205080204" pitchFamily="34" charset="-128"/>
                <a:cs typeface="Arial" panose="020B0604020202020204" pitchFamily="34" charset="0"/>
              </a:rPr>
              <a:t>0</a:t>
            </a:r>
            <a:r>
              <a:rPr lang="ja-JP" altLang="en-US" sz="1200" dirty="0">
                <a:latin typeface="Arial" panose="020B0604020202020204" pitchFamily="34" charset="0"/>
                <a:ea typeface="MS PGothic" panose="020B0600070205080204" pitchFamily="34" charset="-128"/>
                <a:cs typeface="Arial" panose="020B0604020202020204" pitchFamily="34" charset="0"/>
              </a:rPr>
              <a:t>から</a:t>
            </a:r>
            <a:r>
              <a:rPr lang="en-US" altLang="ja-JP" sz="1200" dirty="0">
                <a:latin typeface="Arial" panose="020B0604020202020204" pitchFamily="34" charset="0"/>
                <a:ea typeface="MS PGothic" panose="020B0600070205080204" pitchFamily="34" charset="-128"/>
                <a:cs typeface="Arial" panose="020B0604020202020204" pitchFamily="34" charset="0"/>
              </a:rPr>
              <a:t>1</a:t>
            </a:r>
            <a:r>
              <a:rPr lang="ja-JP" altLang="en-US" sz="1200" dirty="0">
                <a:latin typeface="Arial" panose="020B0604020202020204" pitchFamily="34" charset="0"/>
                <a:ea typeface="MS PGothic" panose="020B0600070205080204" pitchFamily="34" charset="-128"/>
                <a:cs typeface="Arial" panose="020B0604020202020204" pitchFamily="34" charset="0"/>
              </a:rPr>
              <a:t>の値をとり、高い数値ほど正しい予測を示します。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資料下の混同行列をご覧ください。</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適合率というのは検査結果が陽性のうち、真陽性であった確率のことをいいます。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また、再現率とは真の状態が陽性のうち、真陽性であった確率のことをいいます。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次に</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Arial" panose="020B0604020202020204" pitchFamily="34" charset="0"/>
                <a:ea typeface="MS PGothic" panose="020B0600070205080204" pitchFamily="34" charset="-128"/>
                <a:cs typeface="Arial" panose="020B0604020202020204" pitchFamily="34" charset="0"/>
              </a:rPr>
              <a:t>MCC</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a:t>
            </a:r>
            <a:r>
              <a:rPr lang="ja-JP" altLang="en-US" sz="1200" dirty="0">
                <a:latin typeface="Arial" panose="020B0604020202020204" pitchFamily="34" charset="0"/>
                <a:ea typeface="MS PGothic" panose="020B0600070205080204" pitchFamily="34" charset="-128"/>
                <a:cs typeface="Arial" panose="020B0604020202020204" pitchFamily="34" charset="0"/>
              </a:rPr>
              <a:t>マシューズ相関係数</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は真陽性、真陰性、偽陽性、偽陰性のすべてを考慮した全体的な分類性能を評価した指標であり、</a:t>
            </a:r>
            <a:r>
              <a:rPr kumimoji="1" lang="en-US" altLang="ja-JP" sz="1200" dirty="0">
                <a:latin typeface="Arial" panose="020B0604020202020204" pitchFamily="34" charset="0"/>
                <a:ea typeface="MS PGothic" panose="020B0600070205080204" pitchFamily="34" charset="-128"/>
                <a:cs typeface="Arial" panose="020B0604020202020204" pitchFamily="34" charset="0"/>
              </a:rPr>
              <a:t>-1</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から</a:t>
            </a:r>
            <a:r>
              <a:rPr kumimoji="1" lang="en-US" altLang="ja-JP" sz="1200" dirty="0">
                <a:latin typeface="Arial" panose="020B0604020202020204" pitchFamily="34" charset="0"/>
                <a:ea typeface="MS PGothic" panose="020B0600070205080204" pitchFamily="34" charset="-128"/>
                <a:cs typeface="Arial" panose="020B0604020202020204" pitchFamily="34" charset="0"/>
              </a:rPr>
              <a:t>1</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の</a:t>
            </a:r>
            <a:r>
              <a:rPr lang="ja-JP" altLang="en-US" sz="1200" dirty="0">
                <a:latin typeface="Arial" panose="020B0604020202020204" pitchFamily="34" charset="0"/>
                <a:ea typeface="MS PGothic" panose="020B0600070205080204" pitchFamily="34" charset="-128"/>
                <a:cs typeface="Arial" panose="020B0604020202020204" pitchFamily="34" charset="0"/>
              </a:rPr>
              <a:t>値</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を取り、</a:t>
            </a:r>
            <a:r>
              <a:rPr kumimoji="1" lang="en-US" altLang="ja-JP" sz="1200" dirty="0">
                <a:latin typeface="Arial" panose="020B0604020202020204" pitchFamily="34" charset="0"/>
                <a:ea typeface="MS PGothic" panose="020B0600070205080204" pitchFamily="34" charset="-128"/>
                <a:cs typeface="Arial" panose="020B0604020202020204" pitchFamily="34" charset="0"/>
              </a:rPr>
              <a:t>1</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が完全な予測、</a:t>
            </a:r>
            <a:r>
              <a:rPr kumimoji="1" lang="en-US" altLang="ja-JP" sz="1200" dirty="0">
                <a:latin typeface="Arial" panose="020B0604020202020204" pitchFamily="34" charset="0"/>
                <a:ea typeface="MS PGothic" panose="020B0600070205080204" pitchFamily="34" charset="-128"/>
                <a:cs typeface="Arial" panose="020B0604020202020204" pitchFamily="34" charset="0"/>
              </a:rPr>
              <a:t>0</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がランダムな予測、</a:t>
            </a:r>
            <a:r>
              <a:rPr kumimoji="1" lang="en-US" altLang="ja-JP" sz="1200" dirty="0">
                <a:latin typeface="Arial" panose="020B0604020202020204" pitchFamily="34" charset="0"/>
                <a:ea typeface="MS PGothic" panose="020B0600070205080204" pitchFamily="34" charset="-128"/>
                <a:cs typeface="Arial" panose="020B0604020202020204" pitchFamily="34" charset="0"/>
              </a:rPr>
              <a:t>-1</a:t>
            </a:r>
            <a:r>
              <a:rPr kumimoji="1" lang="ja-JP" altLang="en-US" sz="1200" dirty="0">
                <a:latin typeface="Arial" panose="020B0604020202020204" pitchFamily="34" charset="0"/>
                <a:ea typeface="MS PGothic" panose="020B0600070205080204" pitchFamily="34" charset="-128"/>
                <a:cs typeface="Arial" panose="020B0604020202020204" pitchFamily="34" charset="0"/>
              </a:rPr>
              <a:t>が完全に逆の予測となります。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Arial" panose="020B0604020202020204" pitchFamily="34" charset="0"/>
                <a:ea typeface="MS PGothic" panose="020B0600070205080204" pitchFamily="34" charset="-128"/>
                <a:cs typeface="Arial" panose="020B0604020202020204" pitchFamily="34" charset="0"/>
              </a:rPr>
              <a:t>これら２つの指標というには、</a:t>
            </a:r>
            <a:r>
              <a:rPr lang="ja-JP" altLang="en-US" dirty="0"/>
              <a:t>クラス不均衡のあるデータセットや、モデルの全体的な性能をバランス良く評価したい場合に、使われます。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クラス不均衡というは今回のような場合であり、各バイオマーカーによってデータ数が大きく異なることを指します。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24</a:t>
            </a:fld>
            <a:endParaRPr kumimoji="1" lang="ja-JP" altLang="en-US"/>
          </a:p>
        </p:txBody>
      </p:sp>
    </p:spTree>
    <p:extLst>
      <p:ext uri="{BB962C8B-B14F-4D97-AF65-F5344CB8AC3E}">
        <p14:creationId xmlns:p14="http://schemas.microsoft.com/office/powerpoint/2010/main" val="20478914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ＭＳ Ｐゴシック" panose="020B0600070205080204" pitchFamily="50" charset="-128"/>
                <a:ea typeface="ＭＳ Ｐゴシック" panose="020B0600070205080204" pitchFamily="50" charset="-128"/>
              </a:rPr>
              <a:t>提案モデル</a:t>
            </a:r>
            <a:r>
              <a:rPr lang="ja-JP" altLang="en-US" sz="1200">
                <a:latin typeface="ＭＳ Ｐゴシック" panose="020B0600070205080204" pitchFamily="50" charset="-128"/>
                <a:ea typeface="ＭＳ Ｐゴシック" panose="020B0600070205080204" pitchFamily="50" charset="-128"/>
                <a:cs typeface="Arial" panose="020B0604020202020204" pitchFamily="34" charset="0"/>
              </a:rPr>
              <a:t>と</a:t>
            </a:r>
            <a:r>
              <a:rPr kumimoji="1" lang="ja-JP" altLang="en-US"/>
              <a:t>先ほど説明した</a:t>
            </a:r>
            <a:r>
              <a:rPr kumimoji="1" lang="en-US" altLang="ja-JP"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3D-CNN</a:t>
            </a:r>
            <a:r>
              <a:rPr lang="ja-JP" altLang="en-US" sz="1200">
                <a:solidFill>
                  <a:prstClr val="black"/>
                </a:solidFill>
                <a:latin typeface="Arial" panose="020B0604020202020204" pitchFamily="34" charset="0"/>
                <a:ea typeface="MS PGothic" panose="020B0600070205080204" pitchFamily="34" charset="-128"/>
                <a:cs typeface="Arial" panose="020B0604020202020204" pitchFamily="34" charset="0"/>
              </a:rPr>
              <a:t>モデルとの比較の結果です。</a:t>
            </a:r>
            <a:endParaRPr kumimoji="1"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ＭＳ Ｐゴシック" panose="020B0600070205080204" pitchFamily="50" charset="-128"/>
                <a:ea typeface="ＭＳ Ｐゴシック" panose="020B0600070205080204" pitchFamily="50" charset="-128"/>
              </a:rPr>
              <a:t>資料下の表から、提案モデルは</a:t>
            </a:r>
            <a:r>
              <a:rPr kumimoji="1" lang="ja-JP" altLang="en-US"/>
              <a:t>先ほど説明した</a:t>
            </a:r>
            <a:r>
              <a:rPr kumimoji="1" lang="en-US" altLang="ja-JP"/>
              <a:t>2</a:t>
            </a:r>
            <a:r>
              <a:rPr kumimoji="1" lang="ja-JP" altLang="en-US"/>
              <a:t>つの</a:t>
            </a:r>
            <a:r>
              <a:rPr kumimoji="1" lang="en-US" altLang="ja-JP"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3D-CNN</a:t>
            </a:r>
            <a:r>
              <a:rPr kumimoji="1" lang="ja-JP" altLang="en-US"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モデルである、</a:t>
            </a:r>
            <a:r>
              <a:rPr kumimoji="1" lang="en-US" altLang="ja-JP"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ResNet3D</a:t>
            </a:r>
            <a:r>
              <a:rPr kumimoji="1" lang="ja-JP" altLang="en-US"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と</a:t>
            </a:r>
            <a:r>
              <a:rPr kumimoji="1" lang="en-US" altLang="ja-JP" sz="1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ResNet3DNavie</a:t>
            </a:r>
            <a:r>
              <a:rPr lang="ja-JP" altLang="en-US" sz="1200">
                <a:solidFill>
                  <a:prstClr val="black"/>
                </a:solidFill>
                <a:latin typeface="Arial" panose="020B0604020202020204" pitchFamily="34" charset="0"/>
                <a:ea typeface="MS PGothic" panose="020B0600070205080204" pitchFamily="34" charset="-128"/>
                <a:cs typeface="Arial" panose="020B0604020202020204" pitchFamily="34" charset="0"/>
              </a:rPr>
              <a:t>より高い</a:t>
            </a:r>
            <a:r>
              <a:rPr lang="en-US" altLang="ja-JP" sz="1200">
                <a:solidFill>
                  <a:prstClr val="black"/>
                </a:solidFill>
                <a:latin typeface="Arial" panose="020B0604020202020204" pitchFamily="34" charset="0"/>
                <a:ea typeface="MS PGothic" panose="020B0600070205080204" pitchFamily="34" charset="-128"/>
                <a:cs typeface="Arial" panose="020B0604020202020204" pitchFamily="34" charset="0"/>
              </a:rPr>
              <a:t>MCC</a:t>
            </a:r>
            <a:r>
              <a:rPr lang="ja-JP" altLang="en-US" sz="1200">
                <a:solidFill>
                  <a:prstClr val="black"/>
                </a:solidFill>
                <a:latin typeface="Arial" panose="020B0604020202020204" pitchFamily="34" charset="0"/>
                <a:ea typeface="MS PGothic" panose="020B0600070205080204" pitchFamily="34" charset="-128"/>
                <a:cs typeface="Arial" panose="020B0604020202020204" pitchFamily="34" charset="0"/>
              </a:rPr>
              <a:t>と</a:t>
            </a:r>
            <a:r>
              <a:rPr lang="en-US" altLang="ja-JP" sz="1200">
                <a:solidFill>
                  <a:prstClr val="black"/>
                </a:solidFill>
                <a:latin typeface="Arial" panose="020B0604020202020204" pitchFamily="34" charset="0"/>
                <a:ea typeface="MS PGothic" panose="020B0600070205080204" pitchFamily="34" charset="-128"/>
                <a:cs typeface="Arial" panose="020B0604020202020204" pitchFamily="34" charset="0"/>
              </a:rPr>
              <a:t>F</a:t>
            </a:r>
            <a:r>
              <a:rPr lang="ja-JP" altLang="en-US" sz="1200">
                <a:solidFill>
                  <a:prstClr val="black"/>
                </a:solidFill>
                <a:latin typeface="Arial" panose="020B0604020202020204" pitchFamily="34" charset="0"/>
                <a:ea typeface="MS PGothic" panose="020B0600070205080204" pitchFamily="34" charset="-128"/>
                <a:cs typeface="Arial" panose="020B0604020202020204" pitchFamily="34" charset="0"/>
              </a:rPr>
              <a:t>１スコアを記録しました。</a:t>
            </a:r>
            <a:endParaRPr lang="en-US" altLang="ja-JP" sz="1200">
              <a:solidFill>
                <a:prstClr val="black"/>
              </a:solidFill>
              <a:latin typeface="Arial" panose="020B0604020202020204" pitchFamily="34" charset="0"/>
              <a:ea typeface="MS PGothic" panose="020B0600070205080204" pitchFamily="34" charset="-128"/>
              <a:cs typeface="Arial" panose="020B0604020202020204" pitchFamily="34" charset="0"/>
            </a:endParaRPr>
          </a:p>
          <a:p>
            <a:pPr algn="l"/>
            <a:r>
              <a:rPr lang="ja-JP" altLang="en-US" sz="1200">
                <a:latin typeface="ＭＳ Ｐゴシック" panose="020B0600070205080204" pitchFamily="50" charset="-128"/>
                <a:ea typeface="ＭＳ Ｐゴシック" panose="020B0600070205080204" pitchFamily="50" charset="-128"/>
              </a:rPr>
              <a:t>このことにより、その他の</a:t>
            </a:r>
            <a:r>
              <a:rPr lang="en-US" altLang="ja-JP" sz="1200">
                <a:latin typeface="ＭＳ Ｐゴシック" panose="020B0600070205080204" pitchFamily="50" charset="-128"/>
                <a:ea typeface="ＭＳ Ｐゴシック" panose="020B0600070205080204" pitchFamily="50" charset="-128"/>
              </a:rPr>
              <a:t>3D-CNN</a:t>
            </a:r>
            <a:r>
              <a:rPr lang="ja-JP" altLang="en-US" sz="1200">
                <a:latin typeface="ＭＳ Ｐゴシック" panose="020B0600070205080204" pitchFamily="50" charset="-128"/>
                <a:ea typeface="ＭＳ Ｐゴシック" panose="020B0600070205080204" pitchFamily="50" charset="-128"/>
              </a:rPr>
              <a:t>よりも提案モデルの方が精度が高いということが分かりました。</a:t>
            </a:r>
          </a:p>
          <a:p>
            <a:pPr algn="l"/>
            <a:endParaRPr lang="en-US" altLang="ja-JP" sz="1200">
              <a:latin typeface="ＭＳ Ｐゴシック" panose="020B0600070205080204" pitchFamily="50" charset="-128"/>
              <a:ea typeface="ＭＳ Ｐゴシック" panose="020B0600070205080204" pitchFamily="50" charset="-128"/>
            </a:endParaRPr>
          </a:p>
          <a:p>
            <a:pPr algn="l"/>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25</a:t>
            </a:fld>
            <a:endParaRPr kumimoji="1" lang="ja-JP" altLang="en-US"/>
          </a:p>
        </p:txBody>
      </p:sp>
    </p:spTree>
    <p:extLst>
      <p:ext uri="{BB962C8B-B14F-4D97-AF65-F5344CB8AC3E}">
        <p14:creationId xmlns:p14="http://schemas.microsoft.com/office/powerpoint/2010/main" val="11075039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次に目次３の２、提案モデルと</a:t>
            </a:r>
            <a:r>
              <a:rPr kumimoji="1" lang="en-US" altLang="ja-JP" sz="1200" b="0" i="0" u="none" strike="noStrike" kern="1200" cap="none" spc="0" normalizeH="0" baseline="0" noProof="0">
                <a:ln>
                  <a:noFill/>
                </a:ln>
                <a:effectLst/>
                <a:uLnTx/>
                <a:uFillTx/>
                <a:latin typeface="Arial" panose="020B0604020202020204" pitchFamily="34" charset="0"/>
                <a:ea typeface="MS PGothic" panose="020B0600070205080204" pitchFamily="34" charset="-128"/>
                <a:cs typeface="Arial" panose="020B0604020202020204" pitchFamily="34" charset="0"/>
              </a:rPr>
              <a:t>2D-CNN</a:t>
            </a:r>
            <a:r>
              <a:rPr kumimoji="1" lang="ja-JP" altLang="en-US" sz="1200" b="0" i="0" u="none" strike="noStrike" kern="1200" cap="none" spc="0" normalizeH="0" baseline="0" noProof="0">
                <a:ln>
                  <a:noFill/>
                </a:ln>
                <a:effectLst/>
                <a:uLnTx/>
                <a:uFillTx/>
                <a:latin typeface="Arial" panose="020B0604020202020204" pitchFamily="34" charset="0"/>
                <a:ea typeface="MS PGothic" panose="020B0600070205080204" pitchFamily="34" charset="-128"/>
                <a:cs typeface="Arial" panose="020B0604020202020204" pitchFamily="34" charset="0"/>
              </a:rPr>
              <a:t>モデルとの比較です。</a:t>
            </a:r>
            <a:endParaRPr kumimoji="1" lang="en-US" altLang="ja-JP" sz="1200" b="0" i="0" u="none" strike="noStrike" kern="1200" cap="none" spc="0" normalizeH="0" baseline="0" noProof="0">
              <a:ln>
                <a:noFill/>
              </a:ln>
              <a:effectLst/>
              <a:uLnTx/>
              <a:uFillTx/>
              <a:latin typeface="Arial" panose="020B0604020202020204" pitchFamily="34" charset="0"/>
              <a:ea typeface="MS PGothic" panose="020B0600070205080204" pitchFamily="34" charset="-128"/>
              <a:cs typeface="Arial" panose="020B0604020202020204" pitchFamily="34" charset="0"/>
            </a:endParaRPr>
          </a:p>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26</a:t>
            </a:fld>
            <a:endParaRPr kumimoji="1" lang="ja-JP" altLang="en-US"/>
          </a:p>
        </p:txBody>
      </p:sp>
    </p:spTree>
    <p:extLst>
      <p:ext uri="{BB962C8B-B14F-4D97-AF65-F5344CB8AC3E}">
        <p14:creationId xmlns:p14="http://schemas.microsoft.com/office/powerpoint/2010/main" val="29929286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まず方法の</a:t>
            </a:r>
            <a:r>
              <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2DCNN</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モデルについてです。今回は３つの</a:t>
            </a:r>
            <a:r>
              <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2DCNN</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モデルと比較しています。</a:t>
            </a:r>
            <a:endPar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r>
              <a:rPr lang="en-US" altLang="ja-JP" sz="1200" dirty="0" err="1">
                <a:latin typeface="ＭＳ Ｐゴシック" panose="020B0600070205080204" pitchFamily="50" charset="-128"/>
                <a:ea typeface="ＭＳ Ｐゴシック" panose="020B0600070205080204" pitchFamily="50" charset="-128"/>
              </a:rPr>
              <a:t>GTCBScanModel</a:t>
            </a:r>
            <a:r>
              <a:rPr lang="ja-JP" altLang="en-US" sz="1200" dirty="0">
                <a:latin typeface="ＭＳ Ｐゴシック" panose="020B0600070205080204" pitchFamily="50" charset="-128"/>
                <a:ea typeface="ＭＳ Ｐゴシック" panose="020B0600070205080204" pitchFamily="50" charset="-128"/>
              </a:rPr>
              <a:t>は中央の</a:t>
            </a:r>
            <a:r>
              <a:rPr lang="en-US" altLang="ja-JP" sz="1200" dirty="0" err="1">
                <a:latin typeface="ＭＳ Ｐゴシック" panose="020B0600070205080204" pitchFamily="50" charset="-128"/>
                <a:ea typeface="ＭＳ Ｐゴシック" panose="020B0600070205080204" pitchFamily="50" charset="-128"/>
              </a:rPr>
              <a:t>Bscan</a:t>
            </a:r>
            <a:r>
              <a:rPr lang="ja-JP" altLang="en-US" sz="1200" dirty="0">
                <a:latin typeface="ＭＳ Ｐゴシック" panose="020B0600070205080204" pitchFamily="50" charset="-128"/>
                <a:ea typeface="ＭＳ Ｐゴシック" panose="020B0600070205080204" pitchFamily="50" charset="-128"/>
              </a:rPr>
              <a:t>のみを使用して</a:t>
            </a:r>
            <a:r>
              <a:rPr lang="ja-JP" altLang="en-US" sz="1200" dirty="0">
                <a:latin typeface="Arial" panose="020B0604020202020204" pitchFamily="34" charset="0"/>
                <a:ea typeface="MS PGothic" panose="020B0600070205080204" pitchFamily="34" charset="-128"/>
                <a:cs typeface="Arial" panose="020B0604020202020204" pitchFamily="34" charset="0"/>
              </a:rPr>
              <a:t>各バイオマーカーの存在を予測するモデルです。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latin typeface="Arial" panose="020B0604020202020204" pitchFamily="34" charset="0"/>
                <a:ea typeface="MS PGothic" panose="020B0600070205080204" pitchFamily="34" charset="-128"/>
                <a:cs typeface="Arial" panose="020B0604020202020204" pitchFamily="34" charset="0"/>
              </a:rPr>
              <a:t>BScanModel</a:t>
            </a:r>
            <a:r>
              <a:rPr lang="ja-JP" altLang="en-US" sz="1200" dirty="0">
                <a:latin typeface="Arial" panose="020B0604020202020204" pitchFamily="34" charset="0"/>
                <a:ea typeface="MS PGothic" panose="020B0600070205080204" pitchFamily="34" charset="-128"/>
                <a:cs typeface="Arial" panose="020B0604020202020204" pitchFamily="34" charset="0"/>
              </a:rPr>
              <a:t>とは</a:t>
            </a:r>
            <a:r>
              <a:rPr lang="en-US" altLang="ja-JP" sz="1200" dirty="0">
                <a:latin typeface="Arial" panose="020B0604020202020204" pitchFamily="34" charset="0"/>
                <a:ea typeface="MS PGothic" panose="020B0600070205080204" pitchFamily="34" charset="-128"/>
                <a:cs typeface="Arial" panose="020B0604020202020204" pitchFamily="34" charset="0"/>
              </a:rPr>
              <a:t>3D-OCT volume</a:t>
            </a:r>
            <a:r>
              <a:rPr lang="ja-JP" altLang="en-US" sz="1200" dirty="0">
                <a:latin typeface="Arial" panose="020B0604020202020204" pitchFamily="34" charset="0"/>
                <a:ea typeface="MS PGothic" panose="020B0600070205080204" pitchFamily="34" charset="-128"/>
                <a:cs typeface="Arial" panose="020B0604020202020204" pitchFamily="34" charset="0"/>
              </a:rPr>
              <a:t>ランダムに</a:t>
            </a:r>
            <a:r>
              <a:rPr lang="ja-JP" altLang="en-US" sz="1200" dirty="0">
                <a:solidFill>
                  <a:srgbClr val="FF0000"/>
                </a:solidFill>
                <a:latin typeface="Arial" panose="020B0604020202020204" pitchFamily="34" charset="0"/>
                <a:ea typeface="MS PGothic" panose="020B0600070205080204" pitchFamily="34" charset="-128"/>
                <a:cs typeface="Arial" panose="020B0604020202020204" pitchFamily="34" charset="0"/>
              </a:rPr>
              <a:t>単一の</a:t>
            </a:r>
            <a:r>
              <a:rPr lang="en-US" altLang="ja-JP" sz="1200" dirty="0" err="1">
                <a:latin typeface="Arial" panose="020B0604020202020204" pitchFamily="34" charset="0"/>
                <a:ea typeface="MS PGothic" panose="020B0600070205080204" pitchFamily="34" charset="-128"/>
                <a:cs typeface="Arial" panose="020B0604020202020204" pitchFamily="34" charset="0"/>
              </a:rPr>
              <a:t>Bscan</a:t>
            </a:r>
            <a:r>
              <a:rPr lang="ja-JP" altLang="en-US" sz="1200" dirty="0">
                <a:latin typeface="ＭＳ Ｐゴシック" panose="020B0600070205080204" pitchFamily="50" charset="-128"/>
                <a:ea typeface="ＭＳ Ｐゴシック" panose="020B0600070205080204" pitchFamily="50" charset="-128"/>
              </a:rPr>
              <a:t>のみを使用して</a:t>
            </a:r>
            <a:r>
              <a:rPr lang="ja-JP" altLang="en-US" sz="1200" dirty="0">
                <a:latin typeface="Arial" panose="020B0604020202020204" pitchFamily="34" charset="0"/>
                <a:ea typeface="MS PGothic" panose="020B0600070205080204" pitchFamily="34" charset="-128"/>
                <a:cs typeface="Arial" panose="020B0604020202020204" pitchFamily="34" charset="0"/>
              </a:rPr>
              <a:t>各バイオマーカーの存在を予測するモデルです。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err="1">
                <a:latin typeface="Arial" panose="020B0604020202020204" pitchFamily="34" charset="0"/>
                <a:ea typeface="MS PGothic" panose="020B0600070205080204" pitchFamily="34" charset="-128"/>
                <a:cs typeface="Arial" panose="020B0604020202020204" pitchFamily="34" charset="0"/>
              </a:rPr>
              <a:t>BScanModel</a:t>
            </a:r>
            <a:r>
              <a:rPr lang="ja-JP" altLang="en-US" sz="1200" dirty="0">
                <a:latin typeface="Arial" panose="020B0604020202020204" pitchFamily="34" charset="0"/>
                <a:ea typeface="MS PGothic" panose="020B0600070205080204" pitchFamily="34" charset="-128"/>
                <a:cs typeface="Arial" panose="020B0604020202020204" pitchFamily="34" charset="0"/>
              </a:rPr>
              <a:t>（スレッシュホールド</a:t>
            </a:r>
            <a:r>
              <a:rPr lang="en-US" altLang="ja-JP" sz="1200" dirty="0">
                <a:latin typeface="Arial" panose="020B0604020202020204" pitchFamily="34" charset="0"/>
                <a:ea typeface="MS PGothic" panose="020B0600070205080204" pitchFamily="34" charset="-128"/>
                <a:cs typeface="Arial" panose="020B0604020202020204" pitchFamily="34" charset="0"/>
              </a:rPr>
              <a:t>10%</a:t>
            </a:r>
            <a:r>
              <a:rPr lang="ja-JP" altLang="en-US" sz="1200" dirty="0">
                <a:latin typeface="Arial" panose="020B0604020202020204" pitchFamily="34" charset="0"/>
                <a:ea typeface="MS PGothic" panose="020B0600070205080204" pitchFamily="34" charset="-128"/>
                <a:cs typeface="Arial" panose="020B0604020202020204" pitchFamily="34" charset="0"/>
              </a:rPr>
              <a:t>）とは</a:t>
            </a:r>
            <a:r>
              <a:rPr lang="en-US" altLang="ja-JP" sz="1200" dirty="0">
                <a:latin typeface="Arial" panose="020B0604020202020204" pitchFamily="34" charset="0"/>
                <a:ea typeface="MS PGothic" panose="020B0600070205080204" pitchFamily="34" charset="-128"/>
                <a:cs typeface="Arial" panose="020B0604020202020204" pitchFamily="34" charset="0"/>
              </a:rPr>
              <a:t>3D-OCT volume</a:t>
            </a:r>
            <a:r>
              <a:rPr lang="ja-JP" altLang="en-US" sz="1200" dirty="0">
                <a:latin typeface="Arial" panose="020B0604020202020204" pitchFamily="34" charset="0"/>
                <a:ea typeface="MS PGothic" panose="020B0600070205080204" pitchFamily="34" charset="-128"/>
                <a:cs typeface="Arial" panose="020B0604020202020204" pitchFamily="34" charset="0"/>
              </a:rPr>
              <a:t>を一枚ずつ入力していき、全体の</a:t>
            </a:r>
            <a:r>
              <a:rPr lang="en-US" altLang="ja-JP" sz="1200" dirty="0">
                <a:latin typeface="Arial" panose="020B0604020202020204" pitchFamily="34" charset="0"/>
                <a:ea typeface="MS PGothic" panose="020B0600070205080204" pitchFamily="34" charset="-128"/>
                <a:cs typeface="Arial" panose="020B0604020202020204" pitchFamily="34" charset="0"/>
              </a:rPr>
              <a:t>10%</a:t>
            </a:r>
            <a:r>
              <a:rPr lang="ja-JP" altLang="en-US" sz="1200" dirty="0">
                <a:latin typeface="Arial" panose="020B0604020202020204" pitchFamily="34" charset="0"/>
                <a:ea typeface="MS PGothic" panose="020B0600070205080204" pitchFamily="34" charset="-128"/>
                <a:cs typeface="Arial" panose="020B0604020202020204" pitchFamily="34" charset="0"/>
              </a:rPr>
              <a:t>以上の</a:t>
            </a:r>
            <a:r>
              <a:rPr lang="en-US" altLang="ja-JP" sz="1200" dirty="0" err="1">
                <a:latin typeface="Arial" panose="020B0604020202020204" pitchFamily="34" charset="0"/>
                <a:ea typeface="MS PGothic" panose="020B0600070205080204" pitchFamily="34" charset="-128"/>
                <a:cs typeface="Arial" panose="020B0604020202020204" pitchFamily="34" charset="0"/>
              </a:rPr>
              <a:t>Bscan</a:t>
            </a:r>
            <a:r>
              <a:rPr lang="ja-JP" altLang="en-US" sz="1200" dirty="0">
                <a:latin typeface="Arial" panose="020B0604020202020204" pitchFamily="34" charset="0"/>
                <a:ea typeface="MS PGothic" panose="020B0600070205080204" pitchFamily="34" charset="-128"/>
                <a:cs typeface="Arial" panose="020B0604020202020204" pitchFamily="34" charset="0"/>
              </a:rPr>
              <a:t>の結果に基づいて各バイオマーカーの存在を予測するモデルです。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スレッシュホールドとは閾値（しきいち）のことです。少し分かりにくいと思うので例を使います。</a:t>
            </a:r>
            <a:endParaRPr lang="en-US" altLang="ja-JP" sz="1200" dirty="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Arial" panose="020B0604020202020204" pitchFamily="34" charset="0"/>
                <a:ea typeface="MS PGothic" panose="020B0600070205080204" pitchFamily="34" charset="-128"/>
                <a:cs typeface="Arial" panose="020B0604020202020204" pitchFamily="34" charset="0"/>
              </a:rPr>
              <a:t>例えば、</a:t>
            </a:r>
            <a:r>
              <a:rPr lang="en-US" altLang="ja-JP" sz="1200" dirty="0">
                <a:latin typeface="Arial" panose="020B0604020202020204" pitchFamily="34" charset="0"/>
                <a:ea typeface="MS PGothic" panose="020B0600070205080204" pitchFamily="34" charset="-128"/>
                <a:cs typeface="Arial" panose="020B0604020202020204" pitchFamily="34" charset="0"/>
              </a:rPr>
              <a:t>3D-OCT volume</a:t>
            </a:r>
            <a:r>
              <a:rPr lang="ja-JP" altLang="en-US" sz="1200" dirty="0">
                <a:latin typeface="Arial" panose="020B0604020202020204" pitchFamily="34" charset="0"/>
                <a:ea typeface="MS PGothic" panose="020B0600070205080204" pitchFamily="34" charset="-128"/>
                <a:cs typeface="Arial" panose="020B0604020202020204" pitchFamily="34" charset="0"/>
              </a:rPr>
              <a:t>に</a:t>
            </a:r>
            <a:r>
              <a:rPr lang="en-US" altLang="ja-JP" sz="1200" dirty="0">
                <a:latin typeface="Arial" panose="020B0604020202020204" pitchFamily="34" charset="0"/>
                <a:ea typeface="MS PGothic" panose="020B0600070205080204" pitchFamily="34" charset="-128"/>
                <a:cs typeface="Arial" panose="020B0604020202020204" pitchFamily="34" charset="0"/>
              </a:rPr>
              <a:t>100</a:t>
            </a:r>
            <a:r>
              <a:rPr lang="ja-JP" altLang="en-US" sz="1200" dirty="0">
                <a:latin typeface="Arial" panose="020B0604020202020204" pitchFamily="34" charset="0"/>
                <a:ea typeface="MS PGothic" panose="020B0600070205080204" pitchFamily="34" charset="-128"/>
                <a:cs typeface="Arial" panose="020B0604020202020204" pitchFamily="34" charset="0"/>
              </a:rPr>
              <a:t>枚の</a:t>
            </a:r>
            <a:r>
              <a:rPr lang="en-US" altLang="ja-JP" dirty="0"/>
              <a:t>B</a:t>
            </a:r>
            <a:r>
              <a:rPr lang="ja-JP" altLang="en-US" dirty="0"/>
              <a:t>スキャンがあったします。推論の結果、</a:t>
            </a:r>
            <a:r>
              <a:rPr lang="en-US" altLang="ja-JP" dirty="0"/>
              <a:t>20</a:t>
            </a:r>
            <a:r>
              <a:rPr lang="ja-JP" altLang="en-US" dirty="0"/>
              <a:t>枚の</a:t>
            </a:r>
            <a:r>
              <a:rPr lang="en-US" altLang="ja-JP" dirty="0"/>
              <a:t>B</a:t>
            </a:r>
            <a:r>
              <a:rPr lang="ja-JP" altLang="en-US" dirty="0"/>
              <a:t>スキャンでバイオマーカーであるドルーゼンが検出されたとします。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全体の</a:t>
            </a:r>
            <a:r>
              <a:rPr lang="en-US" altLang="ja-JP" dirty="0"/>
              <a:t>10%</a:t>
            </a:r>
            <a:r>
              <a:rPr lang="ja-JP" altLang="en-US" dirty="0"/>
              <a:t>である</a:t>
            </a:r>
            <a:r>
              <a:rPr lang="en-US" altLang="ja-JP" dirty="0"/>
              <a:t>10</a:t>
            </a:r>
            <a:r>
              <a:rPr lang="ja-JP" altLang="en-US" dirty="0"/>
              <a:t>枚を超えているため、</a:t>
            </a:r>
            <a:r>
              <a:rPr lang="en-US" altLang="ja-JP" sz="1200" dirty="0">
                <a:latin typeface="Arial" panose="020B0604020202020204" pitchFamily="34" charset="0"/>
                <a:ea typeface="MS PGothic" panose="020B0600070205080204" pitchFamily="34" charset="-128"/>
                <a:cs typeface="Arial" panose="020B0604020202020204" pitchFamily="34" charset="0"/>
              </a:rPr>
              <a:t>3D-OCT volume</a:t>
            </a:r>
            <a:r>
              <a:rPr lang="ja-JP" altLang="en-US" dirty="0"/>
              <a:t>においてドルーゼンが存在すると予測されるといったモデルになります。</a:t>
            </a:r>
            <a:endParaRPr kumimoji="1" lang="en-US" altLang="ja-JP" sz="1200" dirty="0">
              <a:latin typeface="Arial" panose="020B0604020202020204" pitchFamily="34" charset="0"/>
              <a:ea typeface="MS PGothic" panose="020B0600070205080204" pitchFamily="34" charset="-128"/>
              <a:cs typeface="Arial" panose="020B0604020202020204" pitchFamily="34" charset="0"/>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27</a:t>
            </a:fld>
            <a:endParaRPr kumimoji="1" lang="ja-JP" altLang="en-US"/>
          </a:p>
        </p:txBody>
      </p:sp>
    </p:spTree>
    <p:extLst>
      <p:ext uri="{BB962C8B-B14F-4D97-AF65-F5344CB8AC3E}">
        <p14:creationId xmlns:p14="http://schemas.microsoft.com/office/powerpoint/2010/main" val="37257727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lang="ja-JP" altLang="en-US" sz="1200" dirty="0">
                <a:latin typeface="ＭＳ Ｐゴシック" panose="020B0600070205080204" pitchFamily="50" charset="-128"/>
                <a:ea typeface="ＭＳ Ｐゴシック" panose="020B0600070205080204" pitchFamily="50" charset="-128"/>
              </a:rPr>
              <a:t>提案モデル</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と</a:t>
            </a:r>
            <a:r>
              <a:rPr kumimoji="1" lang="ja-JP" altLang="en-US" dirty="0"/>
              <a:t>先ほど説明した</a:t>
            </a:r>
            <a:r>
              <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2D-CNN</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モデルとの比較の結果です。</a:t>
            </a:r>
            <a:endParaRPr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endParaRPr>
          </a:p>
          <a:p>
            <a:pPr algn="l"/>
            <a:r>
              <a:rPr lang="ja-JP" altLang="en-US" sz="1200" dirty="0">
                <a:latin typeface="ＭＳ Ｐゴシック" panose="020B0600070205080204" pitchFamily="50" charset="-128"/>
                <a:ea typeface="ＭＳ Ｐゴシック" panose="020B0600070205080204" pitchFamily="50" charset="-128"/>
              </a:rPr>
              <a:t>資料下の表から、提案モデルは</a:t>
            </a:r>
            <a:r>
              <a:rPr lang="en-US" altLang="ja-JP" sz="1200" dirty="0" err="1">
                <a:latin typeface="ＭＳ Ｐゴシック" panose="020B0600070205080204" pitchFamily="50" charset="-128"/>
                <a:ea typeface="ＭＳ Ｐゴシック" panose="020B0600070205080204" pitchFamily="50" charset="-128"/>
              </a:rPr>
              <a:t>CTestset</a:t>
            </a:r>
            <a:r>
              <a:rPr lang="ja-JP" altLang="en-US" sz="1200" dirty="0">
                <a:latin typeface="ＭＳ Ｐゴシック" panose="020B0600070205080204" pitchFamily="50" charset="-128"/>
                <a:ea typeface="ＭＳ Ｐゴシック" panose="020B0600070205080204" pitchFamily="50" charset="-128"/>
              </a:rPr>
              <a:t>と</a:t>
            </a:r>
            <a:r>
              <a:rPr lang="en-US" altLang="ja-JP" sz="1200" dirty="0" err="1">
                <a:latin typeface="ＭＳ Ｐゴシック" panose="020B0600070205080204" pitchFamily="50" charset="-128"/>
                <a:ea typeface="ＭＳ Ｐゴシック" panose="020B0600070205080204" pitchFamily="50" charset="-128"/>
              </a:rPr>
              <a:t>HCTestset</a:t>
            </a:r>
            <a:r>
              <a:rPr lang="ja-JP" altLang="en-US" sz="1200" dirty="0">
                <a:latin typeface="ＭＳ Ｐゴシック" panose="020B0600070205080204" pitchFamily="50" charset="-128"/>
                <a:ea typeface="ＭＳ Ｐゴシック" panose="020B0600070205080204" pitchFamily="50" charset="-128"/>
              </a:rPr>
              <a:t>に対して</a:t>
            </a:r>
            <a:r>
              <a:rPr kumimoji="1" lang="ja-JP" altLang="en-US"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その他の</a:t>
            </a:r>
            <a:r>
              <a:rPr kumimoji="1" lang="en-US" altLang="ja-JP" sz="12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2D-CNN</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モデルより最も高い</a:t>
            </a:r>
            <a:r>
              <a:rPr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rPr>
              <a:t>MCC</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と</a:t>
            </a:r>
            <a:r>
              <a:rPr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rPr>
              <a:t>F</a:t>
            </a:r>
            <a:r>
              <a:rPr lang="ja-JP" altLang="en-US" sz="1200" dirty="0">
                <a:solidFill>
                  <a:prstClr val="black"/>
                </a:solidFill>
                <a:latin typeface="Arial" panose="020B0604020202020204" pitchFamily="34" charset="0"/>
                <a:ea typeface="MS PGothic" panose="020B0600070205080204" pitchFamily="34" charset="-128"/>
                <a:cs typeface="Arial" panose="020B0604020202020204" pitchFamily="34" charset="0"/>
              </a:rPr>
              <a:t>１スコアを記録しました。</a:t>
            </a:r>
            <a:endParaRPr lang="en-US" altLang="ja-JP" sz="1200" dirty="0">
              <a:solidFill>
                <a:prstClr val="black"/>
              </a:solidFill>
              <a:latin typeface="Arial" panose="020B0604020202020204" pitchFamily="34" charset="0"/>
              <a:ea typeface="MS PGothic" panose="020B0600070205080204" pitchFamily="34" charset="-128"/>
              <a:cs typeface="Arial" panose="020B0604020202020204" pitchFamily="34" charset="0"/>
            </a:endParaRPr>
          </a:p>
          <a:p>
            <a:pPr algn="l"/>
            <a:r>
              <a:rPr lang="en-US" altLang="ja-JP" sz="1200" dirty="0" err="1">
                <a:latin typeface="ＭＳ Ｐゴシック" panose="020B0600070205080204" pitchFamily="50" charset="-128"/>
                <a:ea typeface="ＭＳ Ｐゴシック" panose="020B0600070205080204" pitchFamily="50" charset="-128"/>
              </a:rPr>
              <a:t>CTestset</a:t>
            </a:r>
            <a:r>
              <a:rPr lang="ja-JP" altLang="en-US" sz="1200" dirty="0">
                <a:latin typeface="ＭＳ Ｐゴシック" panose="020B0600070205080204" pitchFamily="50" charset="-128"/>
                <a:ea typeface="ＭＳ Ｐゴシック" panose="020B0600070205080204" pitchFamily="50" charset="-128"/>
              </a:rPr>
              <a:t>とはコンフィデンステストセット、</a:t>
            </a:r>
            <a:r>
              <a:rPr lang="en-US" altLang="ja-JP" sz="1200" dirty="0" err="1">
                <a:latin typeface="ＭＳ Ｐゴシック" panose="020B0600070205080204" pitchFamily="50" charset="-128"/>
                <a:ea typeface="ＭＳ Ｐゴシック" panose="020B0600070205080204" pitchFamily="50" charset="-128"/>
              </a:rPr>
              <a:t>HCTestset</a:t>
            </a:r>
            <a:r>
              <a:rPr lang="ja-JP" altLang="en-US" sz="1200" dirty="0">
                <a:latin typeface="ＭＳ Ｐゴシック" panose="020B0600070205080204" pitchFamily="50" charset="-128"/>
                <a:ea typeface="ＭＳ Ｐゴシック" panose="020B0600070205080204" pitchFamily="50" charset="-128"/>
              </a:rPr>
              <a:t>とはハイコンフィデンステストセットといいテストセットの中</a:t>
            </a:r>
            <a:r>
              <a:rPr lang="ja-JP" altLang="en-US" sz="1200">
                <a:latin typeface="ＭＳ Ｐゴシック" panose="020B0600070205080204" pitchFamily="50" charset="-128"/>
                <a:ea typeface="ＭＳ Ｐゴシック" panose="020B0600070205080204" pitchFamily="50" charset="-128"/>
              </a:rPr>
              <a:t>でも先ほど説明した評価</a:t>
            </a:r>
            <a:r>
              <a:rPr lang="ja-JP" altLang="en-US" sz="1200" dirty="0">
                <a:latin typeface="ＭＳ Ｐゴシック" panose="020B0600070205080204" pitchFamily="50" charset="-128"/>
                <a:ea typeface="ＭＳ Ｐゴシック" panose="020B0600070205080204" pitchFamily="50" charset="-128"/>
              </a:rPr>
              <a:t>指標</a:t>
            </a:r>
            <a:r>
              <a:rPr lang="en-US" altLang="ja-JP" sz="1200" dirty="0">
                <a:latin typeface="ＭＳ Ｐゴシック" panose="020B0600070205080204" pitchFamily="50" charset="-128"/>
                <a:ea typeface="ＭＳ Ｐゴシック" panose="020B0600070205080204" pitchFamily="50" charset="-128"/>
              </a:rPr>
              <a:t>MOC</a:t>
            </a:r>
            <a:r>
              <a:rPr lang="ja-JP" altLang="en-US" sz="1200" dirty="0">
                <a:latin typeface="ＭＳ Ｐゴシック" panose="020B0600070205080204" pitchFamily="50" charset="-128"/>
                <a:ea typeface="ＭＳ Ｐゴシック" panose="020B0600070205080204" pitchFamily="50" charset="-128"/>
              </a:rPr>
              <a:t>がたかったテストセットと非常に高かったテストセットのことをいいます。</a:t>
            </a:r>
            <a:endParaRPr lang="en-US" altLang="ja-JP" sz="1200" dirty="0">
              <a:latin typeface="ＭＳ Ｐゴシック" panose="020B0600070205080204" pitchFamily="50" charset="-128"/>
              <a:ea typeface="ＭＳ Ｐゴシック" panose="020B0600070205080204" pitchFamily="50" charset="-128"/>
            </a:endParaRPr>
          </a:p>
          <a:p>
            <a:pPr algn="l"/>
            <a:r>
              <a:rPr lang="ja-JP" altLang="en-US" sz="1200" dirty="0">
                <a:latin typeface="ＭＳ Ｐゴシック" panose="020B0600070205080204" pitchFamily="50" charset="-128"/>
                <a:ea typeface="ＭＳ Ｐゴシック" panose="020B0600070205080204" pitchFamily="50" charset="-128"/>
              </a:rPr>
              <a:t>このことにより、</a:t>
            </a:r>
            <a:r>
              <a:rPr lang="en-US" altLang="ja-JP" sz="1200" dirty="0" err="1">
                <a:latin typeface="ＭＳ Ｐゴシック" panose="020B0600070205080204" pitchFamily="50" charset="-128"/>
                <a:ea typeface="ＭＳ Ｐゴシック" panose="020B0600070205080204" pitchFamily="50" charset="-128"/>
              </a:rPr>
              <a:t>CTestset</a:t>
            </a:r>
            <a:r>
              <a:rPr lang="ja-JP" altLang="en-US" sz="1200" dirty="0">
                <a:latin typeface="ＭＳ Ｐゴシック" panose="020B0600070205080204" pitchFamily="50" charset="-128"/>
                <a:ea typeface="ＭＳ Ｐゴシック" panose="020B0600070205080204" pitchFamily="50" charset="-128"/>
              </a:rPr>
              <a:t>と</a:t>
            </a:r>
            <a:r>
              <a:rPr lang="en-US" altLang="ja-JP" sz="1200" dirty="0" err="1">
                <a:latin typeface="ＭＳ Ｐゴシック" panose="020B0600070205080204" pitchFamily="50" charset="-128"/>
                <a:ea typeface="ＭＳ Ｐゴシック" panose="020B0600070205080204" pitchFamily="50" charset="-128"/>
              </a:rPr>
              <a:t>HCTestset</a:t>
            </a:r>
            <a:r>
              <a:rPr lang="ja-JP" altLang="en-US" sz="1200" dirty="0">
                <a:latin typeface="ＭＳ Ｐゴシック" panose="020B0600070205080204" pitchFamily="50" charset="-128"/>
                <a:ea typeface="ＭＳ Ｐゴシック" panose="020B0600070205080204" pitchFamily="50" charset="-128"/>
              </a:rPr>
              <a:t>に対して</a:t>
            </a:r>
            <a:r>
              <a:rPr lang="en-US" altLang="ja-JP" sz="1200" dirty="0">
                <a:latin typeface="ＭＳ Ｐゴシック" panose="020B0600070205080204" pitchFamily="50" charset="-128"/>
                <a:ea typeface="ＭＳ Ｐゴシック" panose="020B0600070205080204" pitchFamily="50" charset="-128"/>
              </a:rPr>
              <a:t>2D-CNN</a:t>
            </a:r>
            <a:r>
              <a:rPr lang="ja-JP" altLang="en-US" sz="1200" dirty="0">
                <a:latin typeface="ＭＳ Ｐゴシック" panose="020B0600070205080204" pitchFamily="50" charset="-128"/>
                <a:ea typeface="ＭＳ Ｐゴシック" panose="020B0600070205080204" pitchFamily="50" charset="-128"/>
              </a:rPr>
              <a:t>よりも提案モデルの方が精度が高いということが分かりました。</a:t>
            </a:r>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28</a:t>
            </a:fld>
            <a:endParaRPr kumimoji="1" lang="ja-JP" altLang="en-US"/>
          </a:p>
        </p:txBody>
      </p:sp>
    </p:spTree>
    <p:extLst>
      <p:ext uri="{BB962C8B-B14F-4D97-AF65-F5344CB8AC3E}">
        <p14:creationId xmlns:p14="http://schemas.microsoft.com/office/powerpoint/2010/main" val="27346382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では結言です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また、</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提案モデルは実世界の</a:t>
            </a:r>
            <a:r>
              <a:rPr lang="en-US" altLang="ja-JP" sz="1200" dirty="0">
                <a:latin typeface="ＭＳ Ｐゴシック" panose="020B0600070205080204" pitchFamily="50" charset="-128"/>
                <a:ea typeface="ＭＳ Ｐゴシック" panose="020B0600070205080204" pitchFamily="50" charset="-128"/>
                <a:cs typeface="Arial" panose="020B0604020202020204" pitchFamily="34" charset="0"/>
              </a:rPr>
              <a:t>OCT</a:t>
            </a:r>
            <a:r>
              <a:rPr lang="ja-JP" altLang="en-US" sz="1200" dirty="0">
                <a:latin typeface="ＭＳ Ｐゴシック" panose="020B0600070205080204" pitchFamily="50" charset="-128"/>
                <a:ea typeface="ＭＳ Ｐゴシック" panose="020B0600070205080204" pitchFamily="50" charset="-128"/>
                <a:cs typeface="Arial" panose="020B0604020202020204" pitchFamily="34" charset="0"/>
              </a:rPr>
              <a:t>データセット内のバイオマーカーを</a:t>
            </a:r>
            <a:r>
              <a:rPr kumimoji="1" lang="ja-JP" altLang="en-US" sz="1200" dirty="0">
                <a:latin typeface="ＭＳ Ｐゴシック" panose="020B0600070205080204" pitchFamily="50" charset="-128"/>
                <a:ea typeface="ＭＳ Ｐゴシック" panose="020B0600070205080204" pitchFamily="50" charset="-128"/>
              </a:rPr>
              <a:t>解釈性、確実性を保ち、高精度に</a:t>
            </a:r>
            <a:r>
              <a:rPr lang="ja-JP" altLang="en-US" sz="1200" dirty="0">
                <a:latin typeface="ＭＳ Ｐゴシック" panose="020B0600070205080204" pitchFamily="50" charset="-128"/>
                <a:ea typeface="ＭＳ Ｐゴシック" panose="020B0600070205080204" pitchFamily="50" charset="-128"/>
              </a:rPr>
              <a:t>予測</a:t>
            </a:r>
            <a:r>
              <a:rPr kumimoji="1" lang="ja-JP" altLang="en-US" sz="1200" dirty="0">
                <a:latin typeface="ＭＳ Ｐゴシック" panose="020B0600070205080204" pitchFamily="50" charset="-128"/>
                <a:ea typeface="ＭＳ Ｐゴシック" panose="020B0600070205080204" pitchFamily="50" charset="-128"/>
              </a:rPr>
              <a:t>することができた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提案モデルはその他の</a:t>
            </a:r>
            <a:r>
              <a:rPr kumimoji="1" lang="en-US" altLang="ja-JP" dirty="0"/>
              <a:t>2D-CNN</a:t>
            </a:r>
            <a:r>
              <a:rPr kumimoji="1" lang="ja-JP" altLang="en-US" dirty="0"/>
              <a:t>モデル、</a:t>
            </a:r>
            <a:r>
              <a:rPr kumimoji="1" lang="en-US" altLang="ja-JP" dirty="0"/>
              <a:t>3D-CNN</a:t>
            </a:r>
            <a:r>
              <a:rPr kumimoji="1" lang="ja-JP" altLang="en-US" dirty="0"/>
              <a:t>モデルよりもが精度が高いことが示唆された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latin typeface="ＭＳ Ｐゴシック" panose="020B0600070205080204" pitchFamily="50" charset="-128"/>
                <a:ea typeface="ＭＳ Ｐゴシック" panose="020B0600070205080204" pitchFamily="50" charset="-128"/>
              </a:rPr>
              <a:t>以上をもちまして発表を終了させていただきます。</a:t>
            </a:r>
            <a:endParaRPr lang="en-US" altLang="ja-JP" sz="1200" dirty="0">
              <a:latin typeface="ＭＳ Ｐゴシック" panose="020B0600070205080204" pitchFamily="50" charset="-128"/>
              <a:ea typeface="ＭＳ Ｐゴシック" panose="020B060007020508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29</a:t>
            </a:fld>
            <a:endParaRPr kumimoji="1" lang="ja-JP" altLang="en-US"/>
          </a:p>
        </p:txBody>
      </p:sp>
    </p:spTree>
    <p:extLst>
      <p:ext uri="{BB962C8B-B14F-4D97-AF65-F5344CB8AC3E}">
        <p14:creationId xmlns:p14="http://schemas.microsoft.com/office/powerpoint/2010/main" val="23339582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30</a:t>
            </a:fld>
            <a:endParaRPr kumimoji="1" lang="ja-JP" altLang="en-US"/>
          </a:p>
        </p:txBody>
      </p:sp>
    </p:spTree>
    <p:extLst>
      <p:ext uri="{BB962C8B-B14F-4D97-AF65-F5344CB8AC3E}">
        <p14:creationId xmlns:p14="http://schemas.microsoft.com/office/powerpoint/2010/main" val="7620501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31</a:t>
            </a:fld>
            <a:endParaRPr kumimoji="1" lang="ja-JP" altLang="en-US"/>
          </a:p>
        </p:txBody>
      </p:sp>
    </p:spTree>
    <p:extLst>
      <p:ext uri="{BB962C8B-B14F-4D97-AF65-F5344CB8AC3E}">
        <p14:creationId xmlns:p14="http://schemas.microsoft.com/office/powerpoint/2010/main" val="24164597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32</a:t>
            </a:fld>
            <a:endParaRPr kumimoji="1" lang="ja-JP" altLang="en-US"/>
          </a:p>
        </p:txBody>
      </p:sp>
    </p:spTree>
    <p:extLst>
      <p:ext uri="{BB962C8B-B14F-4D97-AF65-F5344CB8AC3E}">
        <p14:creationId xmlns:p14="http://schemas.microsoft.com/office/powerpoint/2010/main" val="33626754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方法です。まずは評価指標についてです。ここでの評価は</a:t>
            </a:r>
            <a:r>
              <a:rPr kumimoji="1" lang="en-US" altLang="ja-JP"/>
              <a:t>F</a:t>
            </a:r>
            <a:r>
              <a:rPr kumimoji="1" lang="ja-JP" altLang="en-US"/>
              <a:t>１スコアと</a:t>
            </a:r>
            <a:r>
              <a:rPr kumimoji="1" lang="en-US" altLang="ja-JP"/>
              <a:t>MCC</a:t>
            </a:r>
            <a:r>
              <a:rPr kumimoji="1" lang="ja-JP" altLang="en-US"/>
              <a:t>を使います。</a:t>
            </a:r>
            <a:endParaRPr kumimoji="1"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t>F1</a:t>
            </a:r>
            <a:r>
              <a:rPr kumimoji="1" lang="ja-JP" altLang="en-US"/>
              <a:t>スコアは適合率</a:t>
            </a:r>
            <a:r>
              <a:rPr lang="ja-JP" altLang="en-US" sz="1200">
                <a:latin typeface="Arial" panose="020B0604020202020204" pitchFamily="34" charset="0"/>
                <a:ea typeface="MS PGothic" panose="020B0600070205080204" pitchFamily="34" charset="-128"/>
                <a:cs typeface="Arial" panose="020B0604020202020204" pitchFamily="34" charset="0"/>
              </a:rPr>
              <a:t>と再現率の調和平均を取る指標であり、</a:t>
            </a:r>
            <a:r>
              <a:rPr lang="en-US" altLang="ja-JP" sz="1200">
                <a:latin typeface="Arial" panose="020B0604020202020204" pitchFamily="34" charset="0"/>
                <a:ea typeface="MS PGothic" panose="020B0600070205080204" pitchFamily="34" charset="-128"/>
                <a:cs typeface="Arial" panose="020B0604020202020204" pitchFamily="34" charset="0"/>
              </a:rPr>
              <a:t>0</a:t>
            </a:r>
            <a:r>
              <a:rPr lang="ja-JP" altLang="en-US" sz="1200">
                <a:latin typeface="Arial" panose="020B0604020202020204" pitchFamily="34" charset="0"/>
                <a:ea typeface="MS PGothic" panose="020B0600070205080204" pitchFamily="34" charset="-128"/>
                <a:cs typeface="Arial" panose="020B0604020202020204" pitchFamily="34" charset="0"/>
              </a:rPr>
              <a:t>から</a:t>
            </a:r>
            <a:r>
              <a:rPr lang="en-US" altLang="ja-JP" sz="1200">
                <a:latin typeface="Arial" panose="020B0604020202020204" pitchFamily="34" charset="0"/>
                <a:ea typeface="MS PGothic" panose="020B0600070205080204" pitchFamily="34" charset="-128"/>
                <a:cs typeface="Arial" panose="020B0604020202020204" pitchFamily="34" charset="0"/>
              </a:rPr>
              <a:t>1</a:t>
            </a:r>
            <a:r>
              <a:rPr lang="ja-JP" altLang="en-US" sz="1200">
                <a:latin typeface="Arial" panose="020B0604020202020204" pitchFamily="34" charset="0"/>
                <a:ea typeface="MS PGothic" panose="020B0600070205080204" pitchFamily="34" charset="-128"/>
                <a:cs typeface="Arial" panose="020B0604020202020204" pitchFamily="34" charset="0"/>
              </a:rPr>
              <a:t>の値をとり、高い数値ほど正しい予測を示します。</a:t>
            </a:r>
            <a:endParaRPr lang="en-US" altLang="ja-JP" sz="120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Arial" panose="020B0604020202020204" pitchFamily="34" charset="0"/>
                <a:ea typeface="MS PGothic" panose="020B0600070205080204" pitchFamily="34" charset="-128"/>
                <a:cs typeface="Arial" panose="020B0604020202020204" pitchFamily="34" charset="0"/>
              </a:rPr>
              <a:t>適合率というのは検査結果が陽性のうち、真陽性であった確率のことをいいます。</a:t>
            </a:r>
            <a:endParaRPr lang="en-US" altLang="ja-JP" sz="120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Arial" panose="020B0604020202020204" pitchFamily="34" charset="0"/>
                <a:ea typeface="MS PGothic" panose="020B0600070205080204" pitchFamily="34" charset="-128"/>
                <a:cs typeface="Arial" panose="020B0604020202020204" pitchFamily="34" charset="0"/>
              </a:rPr>
              <a:t>また、再現率とは真の状態が陽性のうち、真陽性であった確率のことをいいます。</a:t>
            </a:r>
            <a:endParaRPr lang="en-US" altLang="ja-JP" sz="120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Arial" panose="020B0604020202020204" pitchFamily="34" charset="0"/>
                <a:ea typeface="MS PGothic" panose="020B0600070205080204" pitchFamily="34" charset="-128"/>
                <a:cs typeface="Arial" panose="020B0604020202020204" pitchFamily="34" charset="0"/>
              </a:rPr>
              <a:t>次に</a:t>
            </a:r>
            <a:endParaRPr lang="en-US" altLang="ja-JP" sz="120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Arial" panose="020B0604020202020204" pitchFamily="34" charset="0"/>
                <a:ea typeface="MS PGothic" panose="020B0600070205080204" pitchFamily="34" charset="-128"/>
                <a:cs typeface="Arial" panose="020B0604020202020204" pitchFamily="34" charset="0"/>
              </a:rPr>
              <a:t>MCC</a:t>
            </a:r>
            <a:r>
              <a:rPr kumimoji="1" lang="ja-JP" altLang="en-US" sz="1200">
                <a:latin typeface="Arial" panose="020B0604020202020204" pitchFamily="34" charset="0"/>
                <a:ea typeface="MS PGothic" panose="020B0600070205080204" pitchFamily="34" charset="-128"/>
                <a:cs typeface="Arial" panose="020B0604020202020204" pitchFamily="34" charset="0"/>
              </a:rPr>
              <a:t>、</a:t>
            </a:r>
            <a:r>
              <a:rPr lang="ja-JP" altLang="en-US" sz="1200">
                <a:latin typeface="Arial" panose="020B0604020202020204" pitchFamily="34" charset="0"/>
                <a:ea typeface="MS PGothic" panose="020B0600070205080204" pitchFamily="34" charset="-128"/>
                <a:cs typeface="Arial" panose="020B0604020202020204" pitchFamily="34" charset="0"/>
              </a:rPr>
              <a:t>マシューズ相関係数</a:t>
            </a:r>
            <a:r>
              <a:rPr kumimoji="1" lang="ja-JP" altLang="en-US" sz="1200">
                <a:latin typeface="Arial" panose="020B0604020202020204" pitchFamily="34" charset="0"/>
                <a:ea typeface="MS PGothic" panose="020B0600070205080204" pitchFamily="34" charset="-128"/>
                <a:cs typeface="Arial" panose="020B0604020202020204" pitchFamily="34" charset="0"/>
              </a:rPr>
              <a:t>は真陽性、真陰性、偽陽性、偽陰性のすべてを考慮した全体的な分類性能を評価した指標であり、</a:t>
            </a:r>
            <a:r>
              <a:rPr kumimoji="1" lang="en-US" altLang="ja-JP" sz="1200">
                <a:latin typeface="Arial" panose="020B0604020202020204" pitchFamily="34" charset="0"/>
                <a:ea typeface="MS PGothic" panose="020B0600070205080204" pitchFamily="34" charset="-128"/>
                <a:cs typeface="Arial" panose="020B0604020202020204" pitchFamily="34" charset="0"/>
              </a:rPr>
              <a:t>-1</a:t>
            </a:r>
            <a:r>
              <a:rPr kumimoji="1" lang="ja-JP" altLang="en-US" sz="1200">
                <a:latin typeface="Arial" panose="020B0604020202020204" pitchFamily="34" charset="0"/>
                <a:ea typeface="MS PGothic" panose="020B0600070205080204" pitchFamily="34" charset="-128"/>
                <a:cs typeface="Arial" panose="020B0604020202020204" pitchFamily="34" charset="0"/>
              </a:rPr>
              <a:t>から</a:t>
            </a:r>
            <a:r>
              <a:rPr kumimoji="1" lang="en-US" altLang="ja-JP" sz="1200">
                <a:latin typeface="Arial" panose="020B0604020202020204" pitchFamily="34" charset="0"/>
                <a:ea typeface="MS PGothic" panose="020B0600070205080204" pitchFamily="34" charset="-128"/>
                <a:cs typeface="Arial" panose="020B0604020202020204" pitchFamily="34" charset="0"/>
              </a:rPr>
              <a:t>1</a:t>
            </a:r>
            <a:r>
              <a:rPr kumimoji="1" lang="ja-JP" altLang="en-US" sz="1200">
                <a:latin typeface="Arial" panose="020B0604020202020204" pitchFamily="34" charset="0"/>
                <a:ea typeface="MS PGothic" panose="020B0600070205080204" pitchFamily="34" charset="-128"/>
                <a:cs typeface="Arial" panose="020B0604020202020204" pitchFamily="34" charset="0"/>
              </a:rPr>
              <a:t>の</a:t>
            </a:r>
            <a:r>
              <a:rPr lang="ja-JP" altLang="en-US" sz="1200">
                <a:latin typeface="Arial" panose="020B0604020202020204" pitchFamily="34" charset="0"/>
                <a:ea typeface="MS PGothic" panose="020B0600070205080204" pitchFamily="34" charset="-128"/>
                <a:cs typeface="Arial" panose="020B0604020202020204" pitchFamily="34" charset="0"/>
              </a:rPr>
              <a:t>値</a:t>
            </a:r>
            <a:r>
              <a:rPr kumimoji="1" lang="ja-JP" altLang="en-US" sz="1200">
                <a:latin typeface="Arial" panose="020B0604020202020204" pitchFamily="34" charset="0"/>
                <a:ea typeface="MS PGothic" panose="020B0600070205080204" pitchFamily="34" charset="-128"/>
                <a:cs typeface="Arial" panose="020B0604020202020204" pitchFamily="34" charset="0"/>
              </a:rPr>
              <a:t>を取り、</a:t>
            </a:r>
            <a:r>
              <a:rPr kumimoji="1" lang="en-US" altLang="ja-JP" sz="1200">
                <a:latin typeface="Arial" panose="020B0604020202020204" pitchFamily="34" charset="0"/>
                <a:ea typeface="MS PGothic" panose="020B0600070205080204" pitchFamily="34" charset="-128"/>
                <a:cs typeface="Arial" panose="020B0604020202020204" pitchFamily="34" charset="0"/>
              </a:rPr>
              <a:t>1</a:t>
            </a:r>
            <a:r>
              <a:rPr kumimoji="1" lang="ja-JP" altLang="en-US" sz="1200">
                <a:latin typeface="Arial" panose="020B0604020202020204" pitchFamily="34" charset="0"/>
                <a:ea typeface="MS PGothic" panose="020B0600070205080204" pitchFamily="34" charset="-128"/>
                <a:cs typeface="Arial" panose="020B0604020202020204" pitchFamily="34" charset="0"/>
              </a:rPr>
              <a:t>が完全な予測、</a:t>
            </a:r>
            <a:r>
              <a:rPr kumimoji="1" lang="en-US" altLang="ja-JP" sz="1200">
                <a:latin typeface="Arial" panose="020B0604020202020204" pitchFamily="34" charset="0"/>
                <a:ea typeface="MS PGothic" panose="020B0600070205080204" pitchFamily="34" charset="-128"/>
                <a:cs typeface="Arial" panose="020B0604020202020204" pitchFamily="34" charset="0"/>
              </a:rPr>
              <a:t>0</a:t>
            </a:r>
            <a:r>
              <a:rPr kumimoji="1" lang="ja-JP" altLang="en-US" sz="1200">
                <a:latin typeface="Arial" panose="020B0604020202020204" pitchFamily="34" charset="0"/>
                <a:ea typeface="MS PGothic" panose="020B0600070205080204" pitchFamily="34" charset="-128"/>
                <a:cs typeface="Arial" panose="020B0604020202020204" pitchFamily="34" charset="0"/>
              </a:rPr>
              <a:t>がランダムな予測、</a:t>
            </a:r>
            <a:r>
              <a:rPr kumimoji="1" lang="en-US" altLang="ja-JP" sz="1200">
                <a:latin typeface="Arial" panose="020B0604020202020204" pitchFamily="34" charset="0"/>
                <a:ea typeface="MS PGothic" panose="020B0600070205080204" pitchFamily="34" charset="-128"/>
                <a:cs typeface="Arial" panose="020B0604020202020204" pitchFamily="34" charset="0"/>
              </a:rPr>
              <a:t>-1</a:t>
            </a:r>
            <a:r>
              <a:rPr kumimoji="1" lang="ja-JP" altLang="en-US" sz="1200">
                <a:latin typeface="Arial" panose="020B0604020202020204" pitchFamily="34" charset="0"/>
                <a:ea typeface="MS PGothic" panose="020B0600070205080204" pitchFamily="34" charset="-128"/>
                <a:cs typeface="Arial" panose="020B0604020202020204" pitchFamily="34" charset="0"/>
              </a:rPr>
              <a:t>が完全に逆の予測となります。</a:t>
            </a:r>
            <a:endParaRPr kumimoji="1" lang="en-US" altLang="ja-JP" sz="120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Arial" panose="020B0604020202020204" pitchFamily="34" charset="0"/>
                <a:ea typeface="MS PGothic" panose="020B0600070205080204" pitchFamily="34" charset="-128"/>
                <a:cs typeface="Arial" panose="020B0604020202020204" pitchFamily="34" charset="0"/>
              </a:rPr>
              <a:t>これら２つの指標というには、</a:t>
            </a:r>
            <a:r>
              <a:rPr lang="ja-JP" altLang="en-US"/>
              <a:t>クラス不均衡のあるデータセットや、モデルの全体的な性能をバランス良く評価したい場合に、使われます。</a:t>
            </a: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クラス不均衡というは今回のような場合であり、各バイオマーカーによってデータ数が大きく異なることを指します。</a:t>
            </a:r>
            <a:endParaRPr lang="en-US" altLang="ja-JP" sz="1200">
              <a:latin typeface="Arial" panose="020B0604020202020204" pitchFamily="34" charset="0"/>
              <a:ea typeface="MS PGothic" panose="020B0600070205080204" pitchFamily="34" charset="-128"/>
              <a:cs typeface="Arial" panose="020B0604020202020204" pitchFamily="34" charset="0"/>
            </a:endParaRPr>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33</a:t>
            </a:fld>
            <a:endParaRPr kumimoji="1" lang="ja-JP" altLang="en-US"/>
          </a:p>
        </p:txBody>
      </p:sp>
    </p:spTree>
    <p:extLst>
      <p:ext uri="{BB962C8B-B14F-4D97-AF65-F5344CB8AC3E}">
        <p14:creationId xmlns:p14="http://schemas.microsoft.com/office/powerpoint/2010/main" val="5844013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方法です。まずは評価指標についてです。ここでの評価は</a:t>
            </a:r>
            <a:r>
              <a:rPr kumimoji="1" lang="en-US" altLang="ja-JP"/>
              <a:t>F</a:t>
            </a:r>
            <a:r>
              <a:rPr kumimoji="1" lang="ja-JP" altLang="en-US"/>
              <a:t>１スコアと</a:t>
            </a:r>
            <a:r>
              <a:rPr kumimoji="1" lang="en-US" altLang="ja-JP"/>
              <a:t>MCC</a:t>
            </a:r>
            <a:r>
              <a:rPr kumimoji="1" lang="ja-JP" altLang="en-US"/>
              <a:t>を使います。</a:t>
            </a:r>
            <a:endParaRPr kumimoji="1"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t>F1</a:t>
            </a:r>
            <a:r>
              <a:rPr kumimoji="1" lang="ja-JP" altLang="en-US"/>
              <a:t>スコアは適合率</a:t>
            </a:r>
            <a:r>
              <a:rPr lang="ja-JP" altLang="en-US" sz="1200">
                <a:latin typeface="Arial" panose="020B0604020202020204" pitchFamily="34" charset="0"/>
                <a:ea typeface="MS PGothic" panose="020B0600070205080204" pitchFamily="34" charset="-128"/>
                <a:cs typeface="Arial" panose="020B0604020202020204" pitchFamily="34" charset="0"/>
              </a:rPr>
              <a:t>と再現率の調和平均を取る指標であり、</a:t>
            </a:r>
            <a:r>
              <a:rPr lang="en-US" altLang="ja-JP" sz="1200">
                <a:latin typeface="Arial" panose="020B0604020202020204" pitchFamily="34" charset="0"/>
                <a:ea typeface="MS PGothic" panose="020B0600070205080204" pitchFamily="34" charset="-128"/>
                <a:cs typeface="Arial" panose="020B0604020202020204" pitchFamily="34" charset="0"/>
              </a:rPr>
              <a:t>0</a:t>
            </a:r>
            <a:r>
              <a:rPr lang="ja-JP" altLang="en-US" sz="1200">
                <a:latin typeface="Arial" panose="020B0604020202020204" pitchFamily="34" charset="0"/>
                <a:ea typeface="MS PGothic" panose="020B0600070205080204" pitchFamily="34" charset="-128"/>
                <a:cs typeface="Arial" panose="020B0604020202020204" pitchFamily="34" charset="0"/>
              </a:rPr>
              <a:t>から</a:t>
            </a:r>
            <a:r>
              <a:rPr lang="en-US" altLang="ja-JP" sz="1200">
                <a:latin typeface="Arial" panose="020B0604020202020204" pitchFamily="34" charset="0"/>
                <a:ea typeface="MS PGothic" panose="020B0600070205080204" pitchFamily="34" charset="-128"/>
                <a:cs typeface="Arial" panose="020B0604020202020204" pitchFamily="34" charset="0"/>
              </a:rPr>
              <a:t>1</a:t>
            </a:r>
            <a:r>
              <a:rPr lang="ja-JP" altLang="en-US" sz="1200">
                <a:latin typeface="Arial" panose="020B0604020202020204" pitchFamily="34" charset="0"/>
                <a:ea typeface="MS PGothic" panose="020B0600070205080204" pitchFamily="34" charset="-128"/>
                <a:cs typeface="Arial" panose="020B0604020202020204" pitchFamily="34" charset="0"/>
              </a:rPr>
              <a:t>の値をとり、高い数値ほど正しい予測を示します。</a:t>
            </a:r>
            <a:endParaRPr lang="en-US" altLang="ja-JP" sz="120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Arial" panose="020B0604020202020204" pitchFamily="34" charset="0"/>
                <a:ea typeface="MS PGothic" panose="020B0600070205080204" pitchFamily="34" charset="-128"/>
                <a:cs typeface="Arial" panose="020B0604020202020204" pitchFamily="34" charset="0"/>
              </a:rPr>
              <a:t>適合率というのは検査結果が陽性のうち、真陽性であった確率のことをいいます。</a:t>
            </a:r>
            <a:endParaRPr lang="en-US" altLang="ja-JP" sz="120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Arial" panose="020B0604020202020204" pitchFamily="34" charset="0"/>
                <a:ea typeface="MS PGothic" panose="020B0600070205080204" pitchFamily="34" charset="-128"/>
                <a:cs typeface="Arial" panose="020B0604020202020204" pitchFamily="34" charset="0"/>
              </a:rPr>
              <a:t>また、再現率とは真の状態が陽性のうち、真陽性であった確率のことをいいます。</a:t>
            </a:r>
            <a:endParaRPr lang="en-US" altLang="ja-JP" sz="120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Arial" panose="020B0604020202020204" pitchFamily="34" charset="0"/>
                <a:ea typeface="MS PGothic" panose="020B0600070205080204" pitchFamily="34" charset="-128"/>
                <a:cs typeface="Arial" panose="020B0604020202020204" pitchFamily="34" charset="0"/>
              </a:rPr>
              <a:t>次に</a:t>
            </a:r>
            <a:endParaRPr lang="en-US" altLang="ja-JP" sz="120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latin typeface="Arial" panose="020B0604020202020204" pitchFamily="34" charset="0"/>
                <a:ea typeface="MS PGothic" panose="020B0600070205080204" pitchFamily="34" charset="-128"/>
                <a:cs typeface="Arial" panose="020B0604020202020204" pitchFamily="34" charset="0"/>
              </a:rPr>
              <a:t>MCC</a:t>
            </a:r>
            <a:r>
              <a:rPr kumimoji="1" lang="ja-JP" altLang="en-US" sz="1200">
                <a:latin typeface="Arial" panose="020B0604020202020204" pitchFamily="34" charset="0"/>
                <a:ea typeface="MS PGothic" panose="020B0600070205080204" pitchFamily="34" charset="-128"/>
                <a:cs typeface="Arial" panose="020B0604020202020204" pitchFamily="34" charset="0"/>
              </a:rPr>
              <a:t>、</a:t>
            </a:r>
            <a:r>
              <a:rPr lang="ja-JP" altLang="en-US" sz="1200">
                <a:latin typeface="Arial" panose="020B0604020202020204" pitchFamily="34" charset="0"/>
                <a:ea typeface="MS PGothic" panose="020B0600070205080204" pitchFamily="34" charset="-128"/>
                <a:cs typeface="Arial" panose="020B0604020202020204" pitchFamily="34" charset="0"/>
              </a:rPr>
              <a:t>マシューズ相関係数</a:t>
            </a:r>
            <a:r>
              <a:rPr kumimoji="1" lang="ja-JP" altLang="en-US" sz="1200">
                <a:latin typeface="Arial" panose="020B0604020202020204" pitchFamily="34" charset="0"/>
                <a:ea typeface="MS PGothic" panose="020B0600070205080204" pitchFamily="34" charset="-128"/>
                <a:cs typeface="Arial" panose="020B0604020202020204" pitchFamily="34" charset="0"/>
              </a:rPr>
              <a:t>は真陽性、真陰性、偽陽性、偽陰性のすべてを考慮した全体的な分類性能を評価した指標であり、</a:t>
            </a:r>
            <a:r>
              <a:rPr kumimoji="1" lang="en-US" altLang="ja-JP" sz="1200">
                <a:latin typeface="Arial" panose="020B0604020202020204" pitchFamily="34" charset="0"/>
                <a:ea typeface="MS PGothic" panose="020B0600070205080204" pitchFamily="34" charset="-128"/>
                <a:cs typeface="Arial" panose="020B0604020202020204" pitchFamily="34" charset="0"/>
              </a:rPr>
              <a:t>-1</a:t>
            </a:r>
            <a:r>
              <a:rPr kumimoji="1" lang="ja-JP" altLang="en-US" sz="1200">
                <a:latin typeface="Arial" panose="020B0604020202020204" pitchFamily="34" charset="0"/>
                <a:ea typeface="MS PGothic" panose="020B0600070205080204" pitchFamily="34" charset="-128"/>
                <a:cs typeface="Arial" panose="020B0604020202020204" pitchFamily="34" charset="0"/>
              </a:rPr>
              <a:t>から</a:t>
            </a:r>
            <a:r>
              <a:rPr kumimoji="1" lang="en-US" altLang="ja-JP" sz="1200">
                <a:latin typeface="Arial" panose="020B0604020202020204" pitchFamily="34" charset="0"/>
                <a:ea typeface="MS PGothic" panose="020B0600070205080204" pitchFamily="34" charset="-128"/>
                <a:cs typeface="Arial" panose="020B0604020202020204" pitchFamily="34" charset="0"/>
              </a:rPr>
              <a:t>1</a:t>
            </a:r>
            <a:r>
              <a:rPr kumimoji="1" lang="ja-JP" altLang="en-US" sz="1200">
                <a:latin typeface="Arial" panose="020B0604020202020204" pitchFamily="34" charset="0"/>
                <a:ea typeface="MS PGothic" panose="020B0600070205080204" pitchFamily="34" charset="-128"/>
                <a:cs typeface="Arial" panose="020B0604020202020204" pitchFamily="34" charset="0"/>
              </a:rPr>
              <a:t>の</a:t>
            </a:r>
            <a:r>
              <a:rPr lang="ja-JP" altLang="en-US" sz="1200">
                <a:latin typeface="Arial" panose="020B0604020202020204" pitchFamily="34" charset="0"/>
                <a:ea typeface="MS PGothic" panose="020B0600070205080204" pitchFamily="34" charset="-128"/>
                <a:cs typeface="Arial" panose="020B0604020202020204" pitchFamily="34" charset="0"/>
              </a:rPr>
              <a:t>値</a:t>
            </a:r>
            <a:r>
              <a:rPr kumimoji="1" lang="ja-JP" altLang="en-US" sz="1200">
                <a:latin typeface="Arial" panose="020B0604020202020204" pitchFamily="34" charset="0"/>
                <a:ea typeface="MS PGothic" panose="020B0600070205080204" pitchFamily="34" charset="-128"/>
                <a:cs typeface="Arial" panose="020B0604020202020204" pitchFamily="34" charset="0"/>
              </a:rPr>
              <a:t>を取り、</a:t>
            </a:r>
            <a:r>
              <a:rPr kumimoji="1" lang="en-US" altLang="ja-JP" sz="1200">
                <a:latin typeface="Arial" panose="020B0604020202020204" pitchFamily="34" charset="0"/>
                <a:ea typeface="MS PGothic" panose="020B0600070205080204" pitchFamily="34" charset="-128"/>
                <a:cs typeface="Arial" panose="020B0604020202020204" pitchFamily="34" charset="0"/>
              </a:rPr>
              <a:t>1</a:t>
            </a:r>
            <a:r>
              <a:rPr kumimoji="1" lang="ja-JP" altLang="en-US" sz="1200">
                <a:latin typeface="Arial" panose="020B0604020202020204" pitchFamily="34" charset="0"/>
                <a:ea typeface="MS PGothic" panose="020B0600070205080204" pitchFamily="34" charset="-128"/>
                <a:cs typeface="Arial" panose="020B0604020202020204" pitchFamily="34" charset="0"/>
              </a:rPr>
              <a:t>が完全な予測、</a:t>
            </a:r>
            <a:r>
              <a:rPr kumimoji="1" lang="en-US" altLang="ja-JP" sz="1200">
                <a:latin typeface="Arial" panose="020B0604020202020204" pitchFamily="34" charset="0"/>
                <a:ea typeface="MS PGothic" panose="020B0600070205080204" pitchFamily="34" charset="-128"/>
                <a:cs typeface="Arial" panose="020B0604020202020204" pitchFamily="34" charset="0"/>
              </a:rPr>
              <a:t>0</a:t>
            </a:r>
            <a:r>
              <a:rPr kumimoji="1" lang="ja-JP" altLang="en-US" sz="1200">
                <a:latin typeface="Arial" panose="020B0604020202020204" pitchFamily="34" charset="0"/>
                <a:ea typeface="MS PGothic" panose="020B0600070205080204" pitchFamily="34" charset="-128"/>
                <a:cs typeface="Arial" panose="020B0604020202020204" pitchFamily="34" charset="0"/>
              </a:rPr>
              <a:t>がランダムな予測、</a:t>
            </a:r>
            <a:r>
              <a:rPr kumimoji="1" lang="en-US" altLang="ja-JP" sz="1200">
                <a:latin typeface="Arial" panose="020B0604020202020204" pitchFamily="34" charset="0"/>
                <a:ea typeface="MS PGothic" panose="020B0600070205080204" pitchFamily="34" charset="-128"/>
                <a:cs typeface="Arial" panose="020B0604020202020204" pitchFamily="34" charset="0"/>
              </a:rPr>
              <a:t>-1</a:t>
            </a:r>
            <a:r>
              <a:rPr kumimoji="1" lang="ja-JP" altLang="en-US" sz="1200">
                <a:latin typeface="Arial" panose="020B0604020202020204" pitchFamily="34" charset="0"/>
                <a:ea typeface="MS PGothic" panose="020B0600070205080204" pitchFamily="34" charset="-128"/>
                <a:cs typeface="Arial" panose="020B0604020202020204" pitchFamily="34" charset="0"/>
              </a:rPr>
              <a:t>が完全に逆の予測となります。</a:t>
            </a:r>
            <a:endParaRPr kumimoji="1" lang="en-US" altLang="ja-JP" sz="1200">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Arial" panose="020B0604020202020204" pitchFamily="34" charset="0"/>
                <a:ea typeface="MS PGothic" panose="020B0600070205080204" pitchFamily="34" charset="-128"/>
                <a:cs typeface="Arial" panose="020B0604020202020204" pitchFamily="34" charset="0"/>
              </a:rPr>
              <a:t>これら２つの指標というには、</a:t>
            </a:r>
            <a:r>
              <a:rPr lang="ja-JP" altLang="en-US"/>
              <a:t>クラス不均衡のあるデータセットや、モデルの全体的な性能をバランス良く評価したい場合に、使われます。</a:t>
            </a:r>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クラス不均衡というは今回のような場合であり、各バイオマーカーによってデータ数が大きく異なることを指します。</a:t>
            </a:r>
            <a:endParaRPr lang="en-US" altLang="ja-JP" sz="1200">
              <a:latin typeface="Arial" panose="020B0604020202020204" pitchFamily="34" charset="0"/>
              <a:ea typeface="MS PGothic" panose="020B0600070205080204" pitchFamily="34" charset="-128"/>
              <a:cs typeface="Arial" panose="020B0604020202020204" pitchFamily="34" charset="0"/>
            </a:endParaRPr>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34</a:t>
            </a:fld>
            <a:endParaRPr kumimoji="1" lang="ja-JP" altLang="en-US"/>
          </a:p>
        </p:txBody>
      </p:sp>
    </p:spTree>
    <p:extLst>
      <p:ext uri="{BB962C8B-B14F-4D97-AF65-F5344CB8AC3E}">
        <p14:creationId xmlns:p14="http://schemas.microsoft.com/office/powerpoint/2010/main" val="1096658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先ほどの手順で作成したデータがこちらになります。訓練データが</a:t>
            </a:r>
            <a:r>
              <a:rPr kumimoji="1" lang="en-US" altLang="ja-JP"/>
              <a:t>3765,</a:t>
            </a:r>
            <a:r>
              <a:rPr kumimoji="1" lang="ja-JP" altLang="en-US"/>
              <a:t>テストデータが</a:t>
            </a:r>
            <a:r>
              <a:rPr kumimoji="1" lang="en-US" altLang="ja-JP"/>
              <a:t>96</a:t>
            </a:r>
            <a:r>
              <a:rPr kumimoji="1" lang="ja-JP" altLang="en-US"/>
              <a:t>です。</a:t>
            </a:r>
            <a:endParaRPr kumimoji="1" lang="en-US" altLang="ja-JP"/>
          </a:p>
          <a:p>
            <a:r>
              <a:rPr kumimoji="1" lang="ja-JP" altLang="en-US"/>
              <a:t>バイオマーカーの説明ときに</a:t>
            </a:r>
            <a:r>
              <a:rPr lang="ja-JP" altLang="en-US" sz="1200">
                <a:latin typeface="ＭＳ Ｐゴシック" panose="020B0600070205080204" pitchFamily="50" charset="-128"/>
                <a:ea typeface="ＭＳ Ｐゴシック" panose="020B0600070205080204" pitchFamily="50" charset="-128"/>
              </a:rPr>
              <a:t>バイオマーカーが混在することも多々ある</a:t>
            </a:r>
            <a:r>
              <a:rPr kumimoji="1" lang="ja-JP" altLang="en-US"/>
              <a:t>述べましたが、テストデータセットを見てもらいますと再度わかると思います。</a:t>
            </a:r>
            <a:r>
              <a:rPr kumimoji="1" lang="en-US" altLang="ja-JP"/>
              <a:t>total96</a:t>
            </a:r>
            <a:r>
              <a:rPr kumimoji="1" lang="ja-JP" altLang="en-US"/>
              <a:t>に対して</a:t>
            </a:r>
            <a:r>
              <a:rPr kumimoji="1" lang="en-US" altLang="ja-JP"/>
              <a:t>normal</a:t>
            </a:r>
            <a:r>
              <a:rPr kumimoji="1" lang="ja-JP" altLang="en-US"/>
              <a:t>以外のラベルを足すとユウに９６を超えていることがわかります。</a:t>
            </a:r>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35</a:t>
            </a:fld>
            <a:endParaRPr kumimoji="1" lang="ja-JP" altLang="en-US"/>
          </a:p>
        </p:txBody>
      </p:sp>
    </p:spTree>
    <p:extLst>
      <p:ext uri="{BB962C8B-B14F-4D97-AF65-F5344CB8AC3E}">
        <p14:creationId xmlns:p14="http://schemas.microsoft.com/office/powerpoint/2010/main" val="31774820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36</a:t>
            </a:fld>
            <a:endParaRPr kumimoji="1" lang="ja-JP" altLang="en-US"/>
          </a:p>
        </p:txBody>
      </p:sp>
    </p:spTree>
    <p:extLst>
      <p:ext uri="{BB962C8B-B14F-4D97-AF65-F5344CB8AC3E}">
        <p14:creationId xmlns:p14="http://schemas.microsoft.com/office/powerpoint/2010/main" val="17130656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37</a:t>
            </a:fld>
            <a:endParaRPr kumimoji="1" lang="ja-JP" altLang="en-US"/>
          </a:p>
        </p:txBody>
      </p:sp>
    </p:spTree>
    <p:extLst>
      <p:ext uri="{BB962C8B-B14F-4D97-AF65-F5344CB8AC3E}">
        <p14:creationId xmlns:p14="http://schemas.microsoft.com/office/powerpoint/2010/main" val="32282215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38</a:t>
            </a:fld>
            <a:endParaRPr kumimoji="1" lang="ja-JP" altLang="en-US"/>
          </a:p>
        </p:txBody>
      </p:sp>
    </p:spTree>
    <p:extLst>
      <p:ext uri="{BB962C8B-B14F-4D97-AF65-F5344CB8AC3E}">
        <p14:creationId xmlns:p14="http://schemas.microsoft.com/office/powerpoint/2010/main" val="17183537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次にこれまでの研究についてです。</a:t>
            </a:r>
            <a:endParaRPr kumimoji="1" lang="en-US" altLang="ja-JP" dirty="0"/>
          </a:p>
          <a:p>
            <a:r>
              <a:rPr kumimoji="1" lang="ja-JP" altLang="en-US" dirty="0"/>
              <a:t>これまでの研究は先程説明した</a:t>
            </a:r>
            <a:r>
              <a:rPr kumimoji="1" lang="en-US" altLang="ja-JP" dirty="0" err="1"/>
              <a:t>Bscan</a:t>
            </a:r>
            <a:r>
              <a:rPr kumimoji="1" lang="ja-JP" altLang="en-US" dirty="0"/>
              <a:t>（</a:t>
            </a:r>
            <a:r>
              <a:rPr kumimoji="1" lang="en-US" altLang="ja-JP" dirty="0"/>
              <a:t>OCT</a:t>
            </a:r>
            <a:r>
              <a:rPr kumimoji="1" lang="ja-JP" altLang="en-US" dirty="0"/>
              <a:t>断面画像）の</a:t>
            </a:r>
            <a:r>
              <a:rPr kumimoji="1" lang="en-US" altLang="ja-JP" dirty="0"/>
              <a:t>2D</a:t>
            </a:r>
            <a:r>
              <a:rPr kumimoji="1" lang="ja-JP" altLang="en-US" dirty="0"/>
              <a:t>画像分類タスクに焦点を当てた研究がほとんどでした。</a:t>
            </a:r>
            <a:endParaRPr kumimoji="1" lang="en-US" altLang="ja-JP" dirty="0"/>
          </a:p>
          <a:p>
            <a:r>
              <a:rPr kumimoji="1" lang="ja-JP" altLang="en-US" dirty="0"/>
              <a:t>そのため、</a:t>
            </a:r>
            <a:r>
              <a:rPr kumimoji="1" lang="en-US" altLang="ja-JP" dirty="0"/>
              <a:t>3D-OCT volume</a:t>
            </a:r>
            <a:r>
              <a:rPr kumimoji="1" lang="ja-JP" altLang="en-US" dirty="0"/>
              <a:t>の分類とステージングのタスクに取り組んだ研究はごく少数であり</a:t>
            </a:r>
            <a:endParaRPr kumimoji="1" lang="en-US" altLang="ja-JP" dirty="0"/>
          </a:p>
          <a:p>
            <a:r>
              <a:rPr kumimoji="1" lang="ja-JP" altLang="en-US" dirty="0"/>
              <a:t>、今回の論文の研究は実際</a:t>
            </a:r>
            <a:r>
              <a:rPr lang="ja-JP" altLang="en-US" dirty="0"/>
              <a:t>の臨床環境で取得された</a:t>
            </a:r>
            <a:r>
              <a:rPr lang="en-US" altLang="ja-JP" dirty="0"/>
              <a:t>AMD</a:t>
            </a:r>
            <a:r>
              <a:rPr lang="ja-JP" altLang="en-US" dirty="0"/>
              <a:t>患者の</a:t>
            </a:r>
            <a:r>
              <a:rPr lang="en-US" altLang="ja-JP" dirty="0"/>
              <a:t>3D OCT</a:t>
            </a:r>
            <a:r>
              <a:rPr lang="ja-JP" altLang="en-US" dirty="0"/>
              <a:t>ボリューム全体を分類およびステージングを行うのは初めてのアプローチになります。</a:t>
            </a:r>
            <a:endParaRPr lang="en-US" altLang="ja-JP" dirty="0"/>
          </a:p>
          <a:p>
            <a:r>
              <a:rPr lang="ja-JP" altLang="en-US" dirty="0"/>
              <a:t>この点が今回の論文の新規性の一つになります。</a:t>
            </a:r>
            <a:endParaRPr kumimoji="1" lang="ja-JP" altLang="en-US" dirty="0"/>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CCE4D945-FEBB-4343-BDB5-CDD4795DD34F}" type="slidenum">
              <a:rPr kumimoji="1" lang="ja-JP" altLang="en-US" smtClean="0"/>
              <a:t>39</a:t>
            </a:fld>
            <a:endParaRPr kumimoji="1" lang="ja-JP" altLang="en-US"/>
          </a:p>
        </p:txBody>
      </p:sp>
    </p:spTree>
    <p:extLst>
      <p:ext uri="{BB962C8B-B14F-4D97-AF65-F5344CB8AC3E}">
        <p14:creationId xmlns:p14="http://schemas.microsoft.com/office/powerpoint/2010/main" val="1828960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605971-E6D3-BFB5-5482-B05992D36A9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6450EEC-3866-123D-60E9-B62521C0C0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894F744-8EA8-8F02-924E-0BCE90021D64}"/>
              </a:ext>
            </a:extLst>
          </p:cNvPr>
          <p:cNvSpPr>
            <a:spLocks noGrp="1"/>
          </p:cNvSpPr>
          <p:nvPr>
            <p:ph type="dt" sz="half" idx="10"/>
          </p:nvPr>
        </p:nvSpPr>
        <p:spPr/>
        <p:txBody>
          <a:bodyPr/>
          <a:lstStyle/>
          <a:p>
            <a:fld id="{F40B8CDC-7D04-44C4-AA1E-A73E9C1EE3D8}" type="datetimeFigureOut">
              <a:rPr kumimoji="1" lang="ja-JP" altLang="en-US" smtClean="0"/>
              <a:t>2024/7/10</a:t>
            </a:fld>
            <a:endParaRPr kumimoji="1" lang="ja-JP" altLang="en-US"/>
          </a:p>
        </p:txBody>
      </p:sp>
      <p:sp>
        <p:nvSpPr>
          <p:cNvPr id="5" name="フッター プレースホルダー 4">
            <a:extLst>
              <a:ext uri="{FF2B5EF4-FFF2-40B4-BE49-F238E27FC236}">
                <a16:creationId xmlns:a16="http://schemas.microsoft.com/office/drawing/2014/main" id="{82B51523-7B08-C576-9D93-EFB6A10388B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46985AE-5D6E-5247-05C7-9425FFB07E9D}"/>
              </a:ext>
            </a:extLst>
          </p:cNvPr>
          <p:cNvSpPr>
            <a:spLocks noGrp="1"/>
          </p:cNvSpPr>
          <p:nvPr>
            <p:ph type="sldNum" sz="quarter" idx="12"/>
          </p:nvPr>
        </p:nvSpPr>
        <p:spPr/>
        <p:txBody>
          <a:body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913574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0B5C88-B936-2929-B122-CDA165E2CF2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BCF572-AF06-D063-A194-7EE99CDE5A3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9531EF-816F-8E1D-C1D8-5154B8209332}"/>
              </a:ext>
            </a:extLst>
          </p:cNvPr>
          <p:cNvSpPr>
            <a:spLocks noGrp="1"/>
          </p:cNvSpPr>
          <p:nvPr>
            <p:ph type="dt" sz="half" idx="10"/>
          </p:nvPr>
        </p:nvSpPr>
        <p:spPr/>
        <p:txBody>
          <a:bodyPr/>
          <a:lstStyle/>
          <a:p>
            <a:fld id="{F40B8CDC-7D04-44C4-AA1E-A73E9C1EE3D8}" type="datetimeFigureOut">
              <a:rPr kumimoji="1" lang="ja-JP" altLang="en-US" smtClean="0"/>
              <a:t>2024/7/10</a:t>
            </a:fld>
            <a:endParaRPr kumimoji="1" lang="ja-JP" altLang="en-US"/>
          </a:p>
        </p:txBody>
      </p:sp>
      <p:sp>
        <p:nvSpPr>
          <p:cNvPr id="5" name="フッター プレースホルダー 4">
            <a:extLst>
              <a:ext uri="{FF2B5EF4-FFF2-40B4-BE49-F238E27FC236}">
                <a16:creationId xmlns:a16="http://schemas.microsoft.com/office/drawing/2014/main" id="{3CFB2C1F-1D40-ECEA-B927-C4952421869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1820075-7826-2372-FBD9-0CBF8FCA1891}"/>
              </a:ext>
            </a:extLst>
          </p:cNvPr>
          <p:cNvSpPr>
            <a:spLocks noGrp="1"/>
          </p:cNvSpPr>
          <p:nvPr>
            <p:ph type="sldNum" sz="quarter" idx="12"/>
          </p:nvPr>
        </p:nvSpPr>
        <p:spPr/>
        <p:txBody>
          <a:body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2853336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C8BFEC-994E-E5D3-3A67-2A90AB72BAD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6E6A790-7468-7968-0BF4-A6DC64C582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D61AD3D0-6586-A0B6-4263-0CC07B34FC78}"/>
              </a:ext>
            </a:extLst>
          </p:cNvPr>
          <p:cNvSpPr>
            <a:spLocks noGrp="1"/>
          </p:cNvSpPr>
          <p:nvPr>
            <p:ph type="dt" sz="half" idx="10"/>
          </p:nvPr>
        </p:nvSpPr>
        <p:spPr/>
        <p:txBody>
          <a:bodyPr/>
          <a:lstStyle/>
          <a:p>
            <a:fld id="{F40B8CDC-7D04-44C4-AA1E-A73E9C1EE3D8}" type="datetimeFigureOut">
              <a:rPr kumimoji="1" lang="ja-JP" altLang="en-US" smtClean="0"/>
              <a:t>2024/7/10</a:t>
            </a:fld>
            <a:endParaRPr kumimoji="1" lang="ja-JP" altLang="en-US"/>
          </a:p>
        </p:txBody>
      </p:sp>
      <p:sp>
        <p:nvSpPr>
          <p:cNvPr id="5" name="フッター プレースホルダー 4">
            <a:extLst>
              <a:ext uri="{FF2B5EF4-FFF2-40B4-BE49-F238E27FC236}">
                <a16:creationId xmlns:a16="http://schemas.microsoft.com/office/drawing/2014/main" id="{30FBEE45-81D9-816E-AA80-FCAEE51AE46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2C57079-E381-863E-43C6-D3923177FB43}"/>
              </a:ext>
            </a:extLst>
          </p:cNvPr>
          <p:cNvSpPr>
            <a:spLocks noGrp="1"/>
          </p:cNvSpPr>
          <p:nvPr>
            <p:ph type="sldNum" sz="quarter" idx="12"/>
          </p:nvPr>
        </p:nvSpPr>
        <p:spPr/>
        <p:txBody>
          <a:body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535798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9EE131-5C77-AB2C-6C05-EA17DB113D0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EFF856C-77F8-55C5-7074-2B104D36008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EC39E88-ED3A-C59B-08B6-1F038EFEEC7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FA29BF9-6C4E-C754-E3B6-F3A60CF189C6}"/>
              </a:ext>
            </a:extLst>
          </p:cNvPr>
          <p:cNvSpPr>
            <a:spLocks noGrp="1"/>
          </p:cNvSpPr>
          <p:nvPr>
            <p:ph type="dt" sz="half" idx="10"/>
          </p:nvPr>
        </p:nvSpPr>
        <p:spPr/>
        <p:txBody>
          <a:bodyPr/>
          <a:lstStyle/>
          <a:p>
            <a:fld id="{F40B8CDC-7D04-44C4-AA1E-A73E9C1EE3D8}" type="datetimeFigureOut">
              <a:rPr kumimoji="1" lang="ja-JP" altLang="en-US" smtClean="0"/>
              <a:t>2024/7/10</a:t>
            </a:fld>
            <a:endParaRPr kumimoji="1" lang="ja-JP" altLang="en-US"/>
          </a:p>
        </p:txBody>
      </p:sp>
      <p:sp>
        <p:nvSpPr>
          <p:cNvPr id="6" name="フッター プレースホルダー 5">
            <a:extLst>
              <a:ext uri="{FF2B5EF4-FFF2-40B4-BE49-F238E27FC236}">
                <a16:creationId xmlns:a16="http://schemas.microsoft.com/office/drawing/2014/main" id="{5E1BAAE8-ADB2-EB2A-CEDE-92596C3A441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54C0715-0EBB-A1EB-800E-E1E3184E9BFA}"/>
              </a:ext>
            </a:extLst>
          </p:cNvPr>
          <p:cNvSpPr>
            <a:spLocks noGrp="1"/>
          </p:cNvSpPr>
          <p:nvPr>
            <p:ph type="sldNum" sz="quarter" idx="12"/>
          </p:nvPr>
        </p:nvSpPr>
        <p:spPr/>
        <p:txBody>
          <a:body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1855336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5C4AB7-DB0C-7F01-6ABE-C601323A8E6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DC17677-25AB-F1ED-1A43-1A6CB282E0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57FB7ED2-C622-116C-DB6D-7819DD86B454}"/>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ACE7060-610A-6530-2011-FCB16894F8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19E9286-85AB-FBB9-C4D4-B502D7CC9E7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A28C9C7-36DA-1F25-DE2C-C42DBF02EE79}"/>
              </a:ext>
            </a:extLst>
          </p:cNvPr>
          <p:cNvSpPr>
            <a:spLocks noGrp="1"/>
          </p:cNvSpPr>
          <p:nvPr>
            <p:ph type="dt" sz="half" idx="10"/>
          </p:nvPr>
        </p:nvSpPr>
        <p:spPr/>
        <p:txBody>
          <a:bodyPr/>
          <a:lstStyle/>
          <a:p>
            <a:fld id="{F40B8CDC-7D04-44C4-AA1E-A73E9C1EE3D8}" type="datetimeFigureOut">
              <a:rPr kumimoji="1" lang="ja-JP" altLang="en-US" smtClean="0"/>
              <a:t>2024/7/10</a:t>
            </a:fld>
            <a:endParaRPr kumimoji="1" lang="ja-JP" altLang="en-US"/>
          </a:p>
        </p:txBody>
      </p:sp>
      <p:sp>
        <p:nvSpPr>
          <p:cNvPr id="8" name="フッター プレースホルダー 7">
            <a:extLst>
              <a:ext uri="{FF2B5EF4-FFF2-40B4-BE49-F238E27FC236}">
                <a16:creationId xmlns:a16="http://schemas.microsoft.com/office/drawing/2014/main" id="{0CA2C57B-FE78-BF3F-D8DD-478724C690E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0453D1F-C1AB-0EBC-9E95-B8E73B767937}"/>
              </a:ext>
            </a:extLst>
          </p:cNvPr>
          <p:cNvSpPr>
            <a:spLocks noGrp="1"/>
          </p:cNvSpPr>
          <p:nvPr>
            <p:ph type="sldNum" sz="quarter" idx="12"/>
          </p:nvPr>
        </p:nvSpPr>
        <p:spPr/>
        <p:txBody>
          <a:body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256710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4BB5D1-8A8B-C599-C7E4-E207BB4202C6}"/>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910E0BE-3A81-B75A-0497-AA63E5E8A557}"/>
              </a:ext>
            </a:extLst>
          </p:cNvPr>
          <p:cNvSpPr>
            <a:spLocks noGrp="1"/>
          </p:cNvSpPr>
          <p:nvPr>
            <p:ph type="dt" sz="half" idx="10"/>
          </p:nvPr>
        </p:nvSpPr>
        <p:spPr/>
        <p:txBody>
          <a:bodyPr/>
          <a:lstStyle/>
          <a:p>
            <a:fld id="{F40B8CDC-7D04-44C4-AA1E-A73E9C1EE3D8}" type="datetimeFigureOut">
              <a:rPr kumimoji="1" lang="ja-JP" altLang="en-US" smtClean="0"/>
              <a:t>2024/7/10</a:t>
            </a:fld>
            <a:endParaRPr kumimoji="1" lang="ja-JP" altLang="en-US"/>
          </a:p>
        </p:txBody>
      </p:sp>
      <p:sp>
        <p:nvSpPr>
          <p:cNvPr id="4" name="フッター プレースホルダー 3">
            <a:extLst>
              <a:ext uri="{FF2B5EF4-FFF2-40B4-BE49-F238E27FC236}">
                <a16:creationId xmlns:a16="http://schemas.microsoft.com/office/drawing/2014/main" id="{C92A6D71-8BC3-86AD-2FF4-E7A6DE774C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1889E12-036F-FCC6-8C34-5F2CFCA17218}"/>
              </a:ext>
            </a:extLst>
          </p:cNvPr>
          <p:cNvSpPr>
            <a:spLocks noGrp="1"/>
          </p:cNvSpPr>
          <p:nvPr>
            <p:ph type="sldNum" sz="quarter" idx="12"/>
          </p:nvPr>
        </p:nvSpPr>
        <p:spPr/>
        <p:txBody>
          <a:body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407378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04DEFFA-EFE9-3210-28E0-BCF409851FAD}"/>
              </a:ext>
            </a:extLst>
          </p:cNvPr>
          <p:cNvSpPr>
            <a:spLocks noGrp="1"/>
          </p:cNvSpPr>
          <p:nvPr>
            <p:ph type="dt" sz="half" idx="10"/>
          </p:nvPr>
        </p:nvSpPr>
        <p:spPr/>
        <p:txBody>
          <a:bodyPr/>
          <a:lstStyle/>
          <a:p>
            <a:fld id="{F40B8CDC-7D04-44C4-AA1E-A73E9C1EE3D8}" type="datetimeFigureOut">
              <a:rPr kumimoji="1" lang="ja-JP" altLang="en-US" smtClean="0"/>
              <a:t>2024/7/10</a:t>
            </a:fld>
            <a:endParaRPr kumimoji="1" lang="ja-JP" altLang="en-US"/>
          </a:p>
        </p:txBody>
      </p:sp>
      <p:sp>
        <p:nvSpPr>
          <p:cNvPr id="3" name="フッター プレースホルダー 2">
            <a:extLst>
              <a:ext uri="{FF2B5EF4-FFF2-40B4-BE49-F238E27FC236}">
                <a16:creationId xmlns:a16="http://schemas.microsoft.com/office/drawing/2014/main" id="{FC2603B3-8B7B-830A-99CD-A551249E8E3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6A71BA2-D667-080F-C665-0290CA51C6E5}"/>
              </a:ext>
            </a:extLst>
          </p:cNvPr>
          <p:cNvSpPr>
            <a:spLocks noGrp="1"/>
          </p:cNvSpPr>
          <p:nvPr>
            <p:ph type="sldNum" sz="quarter" idx="12"/>
          </p:nvPr>
        </p:nvSpPr>
        <p:spPr/>
        <p:txBody>
          <a:body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965563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E36974-FC27-1F65-8DC3-7D991C4EC0C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04B8237-BDFA-6991-8184-F97C9BBE63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DE079F3-07E8-B452-41E3-AFAB46F1A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8C074FB-78A7-B73D-94C2-BC998EDF8F80}"/>
              </a:ext>
            </a:extLst>
          </p:cNvPr>
          <p:cNvSpPr>
            <a:spLocks noGrp="1"/>
          </p:cNvSpPr>
          <p:nvPr>
            <p:ph type="dt" sz="half" idx="10"/>
          </p:nvPr>
        </p:nvSpPr>
        <p:spPr/>
        <p:txBody>
          <a:bodyPr/>
          <a:lstStyle/>
          <a:p>
            <a:fld id="{F40B8CDC-7D04-44C4-AA1E-A73E9C1EE3D8}" type="datetimeFigureOut">
              <a:rPr kumimoji="1" lang="ja-JP" altLang="en-US" smtClean="0"/>
              <a:t>2024/7/10</a:t>
            </a:fld>
            <a:endParaRPr kumimoji="1" lang="ja-JP" altLang="en-US"/>
          </a:p>
        </p:txBody>
      </p:sp>
      <p:sp>
        <p:nvSpPr>
          <p:cNvPr id="6" name="フッター プレースホルダー 5">
            <a:extLst>
              <a:ext uri="{FF2B5EF4-FFF2-40B4-BE49-F238E27FC236}">
                <a16:creationId xmlns:a16="http://schemas.microsoft.com/office/drawing/2014/main" id="{228B3F38-E480-65C7-FD49-B4AF94F49B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481A863-EC85-033C-48CE-288410E80133}"/>
              </a:ext>
            </a:extLst>
          </p:cNvPr>
          <p:cNvSpPr>
            <a:spLocks noGrp="1"/>
          </p:cNvSpPr>
          <p:nvPr>
            <p:ph type="sldNum" sz="quarter" idx="12"/>
          </p:nvPr>
        </p:nvSpPr>
        <p:spPr/>
        <p:txBody>
          <a:body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2270787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9453E9-38F6-C6B0-EEAF-33413E29EEA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8F625C8-FB08-579B-B7CB-0EC4EBA12A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37E3202-F50D-A97B-CD1D-BA7385A8EE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AFDF6D9-E898-0760-45D4-BC74A2800E6A}"/>
              </a:ext>
            </a:extLst>
          </p:cNvPr>
          <p:cNvSpPr>
            <a:spLocks noGrp="1"/>
          </p:cNvSpPr>
          <p:nvPr>
            <p:ph type="dt" sz="half" idx="10"/>
          </p:nvPr>
        </p:nvSpPr>
        <p:spPr/>
        <p:txBody>
          <a:bodyPr/>
          <a:lstStyle/>
          <a:p>
            <a:fld id="{F40B8CDC-7D04-44C4-AA1E-A73E9C1EE3D8}" type="datetimeFigureOut">
              <a:rPr kumimoji="1" lang="ja-JP" altLang="en-US" smtClean="0"/>
              <a:t>2024/7/10</a:t>
            </a:fld>
            <a:endParaRPr kumimoji="1" lang="ja-JP" altLang="en-US"/>
          </a:p>
        </p:txBody>
      </p:sp>
      <p:sp>
        <p:nvSpPr>
          <p:cNvPr id="6" name="フッター プレースホルダー 5">
            <a:extLst>
              <a:ext uri="{FF2B5EF4-FFF2-40B4-BE49-F238E27FC236}">
                <a16:creationId xmlns:a16="http://schemas.microsoft.com/office/drawing/2014/main" id="{BA8518E2-0D70-6C0C-0EA5-5DB4B7903CE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A4D2FBB-E5A7-0839-F7FE-29AFA944A595}"/>
              </a:ext>
            </a:extLst>
          </p:cNvPr>
          <p:cNvSpPr>
            <a:spLocks noGrp="1"/>
          </p:cNvSpPr>
          <p:nvPr>
            <p:ph type="sldNum" sz="quarter" idx="12"/>
          </p:nvPr>
        </p:nvSpPr>
        <p:spPr/>
        <p:txBody>
          <a:body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1209427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F48688-FAC2-C9F7-3DF5-E1853198FD0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5866E18-ACF9-C37F-C57C-F54C7B6DEF2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C984073-EC51-E1D2-5D56-260F0672EE61}"/>
              </a:ext>
            </a:extLst>
          </p:cNvPr>
          <p:cNvSpPr>
            <a:spLocks noGrp="1"/>
          </p:cNvSpPr>
          <p:nvPr>
            <p:ph type="dt" sz="half" idx="10"/>
          </p:nvPr>
        </p:nvSpPr>
        <p:spPr/>
        <p:txBody>
          <a:bodyPr/>
          <a:lstStyle/>
          <a:p>
            <a:fld id="{F40B8CDC-7D04-44C4-AA1E-A73E9C1EE3D8}" type="datetimeFigureOut">
              <a:rPr kumimoji="1" lang="ja-JP" altLang="en-US" smtClean="0"/>
              <a:t>2024/7/10</a:t>
            </a:fld>
            <a:endParaRPr kumimoji="1" lang="ja-JP" altLang="en-US"/>
          </a:p>
        </p:txBody>
      </p:sp>
      <p:sp>
        <p:nvSpPr>
          <p:cNvPr id="5" name="フッター プレースホルダー 4">
            <a:extLst>
              <a:ext uri="{FF2B5EF4-FFF2-40B4-BE49-F238E27FC236}">
                <a16:creationId xmlns:a16="http://schemas.microsoft.com/office/drawing/2014/main" id="{50BF6F25-6A90-79A3-3C88-FC95A3A12D0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5C8334E-7806-D1CD-F097-CB10DCE5C97B}"/>
              </a:ext>
            </a:extLst>
          </p:cNvPr>
          <p:cNvSpPr>
            <a:spLocks noGrp="1"/>
          </p:cNvSpPr>
          <p:nvPr>
            <p:ph type="sldNum" sz="quarter" idx="12"/>
          </p:nvPr>
        </p:nvSpPr>
        <p:spPr/>
        <p:txBody>
          <a:body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641708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52B1D0B-D957-BE5C-438D-E25A1DBE558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35A2408-B5B8-2137-309C-113D5101E29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9A727B6-484A-B23F-845D-2DA31264A52F}"/>
              </a:ext>
            </a:extLst>
          </p:cNvPr>
          <p:cNvSpPr>
            <a:spLocks noGrp="1"/>
          </p:cNvSpPr>
          <p:nvPr>
            <p:ph type="dt" sz="half" idx="10"/>
          </p:nvPr>
        </p:nvSpPr>
        <p:spPr/>
        <p:txBody>
          <a:bodyPr/>
          <a:lstStyle/>
          <a:p>
            <a:fld id="{F40B8CDC-7D04-44C4-AA1E-A73E9C1EE3D8}" type="datetimeFigureOut">
              <a:rPr kumimoji="1" lang="ja-JP" altLang="en-US" smtClean="0"/>
              <a:t>2024/7/10</a:t>
            </a:fld>
            <a:endParaRPr kumimoji="1" lang="ja-JP" altLang="en-US"/>
          </a:p>
        </p:txBody>
      </p:sp>
      <p:sp>
        <p:nvSpPr>
          <p:cNvPr id="5" name="フッター プレースホルダー 4">
            <a:extLst>
              <a:ext uri="{FF2B5EF4-FFF2-40B4-BE49-F238E27FC236}">
                <a16:creationId xmlns:a16="http://schemas.microsoft.com/office/drawing/2014/main" id="{3CA60904-B25A-09CC-6FFE-597291DF882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706E34-5866-AF07-FBAB-4EC44C9D724F}"/>
              </a:ext>
            </a:extLst>
          </p:cNvPr>
          <p:cNvSpPr>
            <a:spLocks noGrp="1"/>
          </p:cNvSpPr>
          <p:nvPr>
            <p:ph type="sldNum" sz="quarter" idx="12"/>
          </p:nvPr>
        </p:nvSpPr>
        <p:spPr/>
        <p:txBody>
          <a:body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1219231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890E820-A6EA-3E0A-82E3-462D9EB2A4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BBAED4D-313E-A88E-7B60-FF888E85A9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7CB62F-07CD-3D3C-82F0-1738C3F847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0B8CDC-7D04-44C4-AA1E-A73E9C1EE3D8}" type="datetimeFigureOut">
              <a:rPr kumimoji="1" lang="ja-JP" altLang="en-US" smtClean="0"/>
              <a:t>2024/7/10</a:t>
            </a:fld>
            <a:endParaRPr kumimoji="1" lang="ja-JP" altLang="en-US"/>
          </a:p>
        </p:txBody>
      </p:sp>
      <p:sp>
        <p:nvSpPr>
          <p:cNvPr id="5" name="フッター プレースホルダー 4">
            <a:extLst>
              <a:ext uri="{FF2B5EF4-FFF2-40B4-BE49-F238E27FC236}">
                <a16:creationId xmlns:a16="http://schemas.microsoft.com/office/drawing/2014/main" id="{BEED8839-FFC4-C025-B7D5-FA91E58117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D7D47DB-A292-7F19-12F2-0EDF1CF5E4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A1F24B-0BD3-4675-AAD2-D6C60309CF7E}" type="slidenum">
              <a:rPr kumimoji="1" lang="ja-JP" altLang="en-US" smtClean="0"/>
              <a:t>‹#›</a:t>
            </a:fld>
            <a:endParaRPr kumimoji="1" lang="ja-JP" altLang="en-US"/>
          </a:p>
        </p:txBody>
      </p:sp>
    </p:spTree>
    <p:extLst>
      <p:ext uri="{BB962C8B-B14F-4D97-AF65-F5344CB8AC3E}">
        <p14:creationId xmlns:p14="http://schemas.microsoft.com/office/powerpoint/2010/main" val="935883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5.svg"/><Relationship Id="rId5" Type="http://schemas.openxmlformats.org/officeDocument/2006/relationships/image" Target="../media/image13.png"/><Relationship Id="rId10" Type="http://schemas.openxmlformats.org/officeDocument/2006/relationships/image" Target="../media/image4.png"/><Relationship Id="rId4" Type="http://schemas.openxmlformats.org/officeDocument/2006/relationships/image" Target="../media/image12.svg"/><Relationship Id="rId9" Type="http://schemas.openxmlformats.org/officeDocument/2006/relationships/image" Target="../media/image17.sv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png"/><Relationship Id="rId9"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9F4C2637-B81D-CBB9-D670-E0720BB4AEA1}"/>
              </a:ext>
            </a:extLst>
          </p:cNvPr>
          <p:cNvPicPr>
            <a:picLocks noChangeAspect="1"/>
          </p:cNvPicPr>
          <p:nvPr/>
        </p:nvPicPr>
        <p:blipFill rotWithShape="1">
          <a:blip r:embed="rId3"/>
          <a:srcRect b="88922"/>
          <a:stretch/>
        </p:blipFill>
        <p:spPr>
          <a:xfrm>
            <a:off x="237306" y="469001"/>
            <a:ext cx="11717385" cy="754585"/>
          </a:xfrm>
          <a:prstGeom prst="rect">
            <a:avLst/>
          </a:prstGeom>
        </p:spPr>
      </p:pic>
      <p:sp>
        <p:nvSpPr>
          <p:cNvPr id="8" name="タイトル 1">
            <a:extLst>
              <a:ext uri="{FF2B5EF4-FFF2-40B4-BE49-F238E27FC236}">
                <a16:creationId xmlns:a16="http://schemas.microsoft.com/office/drawing/2014/main" id="{ECE71C95-0FF0-A893-40F8-18734C6E97E5}"/>
              </a:ext>
            </a:extLst>
          </p:cNvPr>
          <p:cNvSpPr>
            <a:spLocks noGrp="1"/>
          </p:cNvSpPr>
          <p:nvPr>
            <p:ph type="ctrTitle" idx="4294967295"/>
          </p:nvPr>
        </p:nvSpPr>
        <p:spPr>
          <a:xfrm>
            <a:off x="1892808" y="4324048"/>
            <a:ext cx="8153400" cy="1101725"/>
          </a:xfrm>
        </p:spPr>
        <p:txBody>
          <a:bodyPr anchor="ctr">
            <a:noAutofit/>
          </a:bodyPr>
          <a:lstStyle/>
          <a:p>
            <a:pPr algn="l">
              <a:lnSpc>
                <a:spcPct val="150000"/>
              </a:lnSpc>
            </a:pPr>
            <a:r>
              <a:rPr kumimoji="1" lang="ja-JP" altLang="en-US" sz="2400">
                <a:latin typeface="ＭＳ Ｐゴシック" panose="020B0600070205080204" pitchFamily="50" charset="-128"/>
                <a:ea typeface="ＭＳ Ｐゴシック" panose="020B0600070205080204" pitchFamily="50" charset="-128"/>
                <a:cs typeface="Arial" panose="020B0604020202020204" pitchFamily="34" charset="0"/>
              </a:rPr>
              <a:t>実世界の</a:t>
            </a:r>
            <a:r>
              <a:rPr kumimoji="1" lang="en-US" altLang="ja-JP" sz="2400">
                <a:latin typeface="ＭＳ Ｐゴシック" panose="020B0600070205080204" pitchFamily="50" charset="-128"/>
                <a:ea typeface="ＭＳ Ｐゴシック" panose="020B0600070205080204" pitchFamily="50" charset="-128"/>
                <a:cs typeface="Arial" panose="020B0604020202020204" pitchFamily="34" charset="0"/>
              </a:rPr>
              <a:t>OCT</a:t>
            </a:r>
            <a:r>
              <a:rPr kumimoji="1" lang="ja-JP" altLang="en-US" sz="2400">
                <a:latin typeface="ＭＳ Ｐゴシック" panose="020B0600070205080204" pitchFamily="50" charset="-128"/>
                <a:ea typeface="ＭＳ Ｐゴシック" panose="020B0600070205080204" pitchFamily="50" charset="-128"/>
                <a:cs typeface="Arial" panose="020B0604020202020204" pitchFamily="34" charset="0"/>
              </a:rPr>
              <a:t>データセットにおけるディープラーニングに基づく</a:t>
            </a:r>
            <a:r>
              <a:rPr kumimoji="1" lang="en-US" altLang="ja-JP" sz="2400">
                <a:latin typeface="ＭＳ Ｐゴシック" panose="020B0600070205080204" pitchFamily="50" charset="-128"/>
                <a:ea typeface="ＭＳ Ｐゴシック" panose="020B0600070205080204" pitchFamily="50" charset="-128"/>
                <a:cs typeface="Arial" panose="020B0604020202020204" pitchFamily="34" charset="0"/>
              </a:rPr>
              <a:t>AMD</a:t>
            </a:r>
            <a:r>
              <a:rPr kumimoji="1" lang="ja-JP" altLang="en-US" sz="2400">
                <a:latin typeface="ＭＳ Ｐゴシック" panose="020B0600070205080204" pitchFamily="50" charset="-128"/>
                <a:ea typeface="ＭＳ Ｐゴシック" panose="020B0600070205080204" pitchFamily="50" charset="-128"/>
                <a:cs typeface="Arial" panose="020B0604020202020204" pitchFamily="34" charset="0"/>
              </a:rPr>
              <a:t>の自動検出と病期分類（</a:t>
            </a:r>
            <a:r>
              <a:rPr kumimoji="1" lang="en-US" altLang="ja-JP" sz="2400">
                <a:latin typeface="ＭＳ Ｐゴシック" panose="020B0600070205080204" pitchFamily="50" charset="-128"/>
                <a:ea typeface="ＭＳ Ｐゴシック" panose="020B0600070205080204" pitchFamily="50" charset="-128"/>
                <a:cs typeface="Arial" panose="020B0604020202020204" pitchFamily="34" charset="0"/>
              </a:rPr>
              <a:t>PINNACLE</a:t>
            </a:r>
            <a:r>
              <a:rPr kumimoji="1" lang="ja-JP" altLang="en-US" sz="2400">
                <a:latin typeface="ＭＳ Ｐゴシック" panose="020B0600070205080204" pitchFamily="50" charset="-128"/>
                <a:ea typeface="ＭＳ Ｐゴシック" panose="020B0600070205080204" pitchFamily="50" charset="-128"/>
                <a:cs typeface="Arial" panose="020B0604020202020204" pitchFamily="34" charset="0"/>
              </a:rPr>
              <a:t>試験報告</a:t>
            </a:r>
            <a:r>
              <a:rPr kumimoji="1" lang="en-US" altLang="ja-JP" sz="2400">
                <a:latin typeface="ＭＳ Ｐゴシック" panose="020B0600070205080204" pitchFamily="50" charset="-128"/>
                <a:ea typeface="ＭＳ Ｐゴシック" panose="020B0600070205080204" pitchFamily="50" charset="-128"/>
                <a:cs typeface="Arial" panose="020B0604020202020204" pitchFamily="34" charset="0"/>
              </a:rPr>
              <a:t>5</a:t>
            </a:r>
            <a:r>
              <a:rPr kumimoji="1" lang="ja-JP" altLang="en-US" sz="2400">
                <a:latin typeface="ＭＳ Ｐゴシック" panose="020B0600070205080204" pitchFamily="50" charset="-128"/>
                <a:ea typeface="ＭＳ Ｐゴシック" panose="020B0600070205080204" pitchFamily="50" charset="-128"/>
                <a:cs typeface="Arial" panose="020B0604020202020204" pitchFamily="34" charset="0"/>
              </a:rPr>
              <a:t>）</a:t>
            </a:r>
          </a:p>
        </p:txBody>
      </p:sp>
      <p:sp>
        <p:nvSpPr>
          <p:cNvPr id="11" name="字幕 2">
            <a:extLst>
              <a:ext uri="{FF2B5EF4-FFF2-40B4-BE49-F238E27FC236}">
                <a16:creationId xmlns:a16="http://schemas.microsoft.com/office/drawing/2014/main" id="{AA8EC959-9AB7-7CB6-2B4B-F24B0B909463}"/>
              </a:ext>
            </a:extLst>
          </p:cNvPr>
          <p:cNvSpPr txBox="1">
            <a:spLocks/>
          </p:cNvSpPr>
          <p:nvPr/>
        </p:nvSpPr>
        <p:spPr>
          <a:xfrm>
            <a:off x="7817784" y="5654752"/>
            <a:ext cx="3961957" cy="834038"/>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2000">
                <a:latin typeface="Arial" panose="020B0604020202020204" pitchFamily="34" charset="0"/>
                <a:ea typeface="MS PGothic" panose="020B0600070205080204" pitchFamily="34" charset="-128"/>
                <a:cs typeface="Arial" panose="020B0604020202020204" pitchFamily="34" charset="0"/>
              </a:rPr>
              <a:t>ティッシュエンジニアリング研究室</a:t>
            </a:r>
            <a:endParaRPr lang="en-US" altLang="ja-JP" sz="2000">
              <a:latin typeface="Arial" panose="020B0604020202020204" pitchFamily="34" charset="0"/>
              <a:ea typeface="MS PGothic" panose="020B0600070205080204" pitchFamily="34" charset="-128"/>
              <a:cs typeface="Arial" panose="020B0604020202020204" pitchFamily="34" charset="0"/>
            </a:endParaRPr>
          </a:p>
          <a:p>
            <a:r>
              <a:rPr lang="en-US" altLang="ja-JP" sz="2000">
                <a:latin typeface="Arial" panose="020B0604020202020204" pitchFamily="34" charset="0"/>
                <a:ea typeface="MS PGothic" panose="020B0600070205080204" pitchFamily="34" charset="-128"/>
                <a:cs typeface="Arial" panose="020B0604020202020204" pitchFamily="34" charset="0"/>
              </a:rPr>
              <a:t>2024/07/10</a:t>
            </a:r>
            <a:r>
              <a:rPr lang="ja-JP" altLang="en-US" sz="2000">
                <a:latin typeface="Arial" panose="020B0604020202020204" pitchFamily="34" charset="0"/>
                <a:ea typeface="MS PGothic" panose="020B0600070205080204" pitchFamily="34" charset="-128"/>
                <a:cs typeface="Arial" panose="020B0604020202020204" pitchFamily="34" charset="0"/>
              </a:rPr>
              <a:t>　池口　晃太</a:t>
            </a:r>
          </a:p>
        </p:txBody>
      </p:sp>
      <p:pic>
        <p:nvPicPr>
          <p:cNvPr id="5" name="図 4">
            <a:extLst>
              <a:ext uri="{FF2B5EF4-FFF2-40B4-BE49-F238E27FC236}">
                <a16:creationId xmlns:a16="http://schemas.microsoft.com/office/drawing/2014/main" id="{80F2721C-E4B8-47C1-4481-9FE74135DD19}"/>
              </a:ext>
            </a:extLst>
          </p:cNvPr>
          <p:cNvPicPr>
            <a:picLocks noChangeAspect="1"/>
          </p:cNvPicPr>
          <p:nvPr/>
        </p:nvPicPr>
        <p:blipFill>
          <a:blip r:embed="rId4"/>
          <a:stretch>
            <a:fillRect/>
          </a:stretch>
        </p:blipFill>
        <p:spPr>
          <a:xfrm>
            <a:off x="362566" y="1392589"/>
            <a:ext cx="10682461" cy="2896939"/>
          </a:xfrm>
          <a:prstGeom prst="rect">
            <a:avLst/>
          </a:prstGeom>
        </p:spPr>
      </p:pic>
    </p:spTree>
    <p:extLst>
      <p:ext uri="{BB962C8B-B14F-4D97-AF65-F5344CB8AC3E}">
        <p14:creationId xmlns:p14="http://schemas.microsoft.com/office/powerpoint/2010/main" val="3329537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3CA40-D70F-E8F0-99C3-E10D84241F47}"/>
              </a:ext>
            </a:extLst>
          </p:cNvPr>
          <p:cNvSpPr txBox="1">
            <a:spLocks/>
          </p:cNvSpPr>
          <p:nvPr/>
        </p:nvSpPr>
        <p:spPr>
          <a:xfrm>
            <a:off x="277201" y="619989"/>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背景</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09C5065C-5326-1872-C35B-C272A11C31B5}"/>
              </a:ext>
            </a:extLst>
          </p:cNvPr>
          <p:cNvSpPr txBox="1">
            <a:spLocks/>
          </p:cNvSpPr>
          <p:nvPr/>
        </p:nvSpPr>
        <p:spPr>
          <a:xfrm>
            <a:off x="1762126" y="493282"/>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加齢黄斑変性（</a:t>
            </a:r>
            <a:r>
              <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Age-related Macular Degeneration, </a:t>
            </a:r>
            <a:r>
              <a:rPr kumimoji="1" lang="en-US" altLang="ja-JP" sz="2800" b="0" i="0" u="none" strike="noStrike" kern="1200" cap="none" spc="0" normalizeH="0" baseline="0" noProof="0">
                <a:ln>
                  <a:noFill/>
                </a:ln>
                <a:effectLst/>
                <a:uLnTx/>
                <a:uFillTx/>
                <a:latin typeface="Arial" panose="020B0604020202020204" pitchFamily="34" charset="0"/>
                <a:ea typeface="MS PGothic" panose="020B0600070205080204" pitchFamily="34" charset="-128"/>
                <a:cs typeface="Arial" panose="020B0604020202020204" pitchFamily="34" charset="0"/>
              </a:rPr>
              <a:t>AMD</a:t>
            </a: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テキスト ボックス 3">
            <a:extLst>
              <a:ext uri="{FF2B5EF4-FFF2-40B4-BE49-F238E27FC236}">
                <a16:creationId xmlns:a16="http://schemas.microsoft.com/office/drawing/2014/main" id="{99A538F7-65ED-48A3-DBF1-E0C89F359EF1}"/>
              </a:ext>
            </a:extLst>
          </p:cNvPr>
          <p:cNvSpPr txBox="1"/>
          <p:nvPr/>
        </p:nvSpPr>
        <p:spPr>
          <a:xfrm>
            <a:off x="555280" y="1949671"/>
            <a:ext cx="9000000" cy="2308324"/>
          </a:xfrm>
          <a:prstGeom prst="rect">
            <a:avLst/>
          </a:prstGeom>
          <a:noFill/>
        </p:spPr>
        <p:txBody>
          <a:bodyPr wrap="square" rtlCol="0" anchor="ctr">
            <a:spAutoFit/>
          </a:bodyPr>
          <a:lstStyle/>
          <a:p>
            <a:pPr marL="342900" indent="-342900">
              <a:buFont typeface="Arial" panose="020B0604020202020204" pitchFamily="34" charset="0"/>
              <a:buChar char="•"/>
            </a:pPr>
            <a:r>
              <a:rPr lang="ja-JP" altLang="en-US" sz="2400">
                <a:latin typeface="Arial" panose="020B0604020202020204" pitchFamily="34" charset="0"/>
                <a:ea typeface="MS PGothic" panose="020B0600070205080204" pitchFamily="34" charset="-128"/>
                <a:cs typeface="Arial" panose="020B0604020202020204" pitchFamily="34" charset="0"/>
              </a:rPr>
              <a:t>高齢者に見られる視覚障害</a:t>
            </a:r>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r>
              <a:rPr kumimoji="1" lang="ja-JP" altLang="en-US" sz="2400">
                <a:latin typeface="Arial" panose="020B0604020202020204" pitchFamily="34" charset="0"/>
                <a:ea typeface="MS PGothic" panose="020B0600070205080204" pitchFamily="34" charset="-128"/>
                <a:cs typeface="Arial" panose="020B0604020202020204" pitchFamily="34" charset="0"/>
              </a:rPr>
              <a:t>網膜の中心部（黄斑）が徐々に損傷し、視力が低下する病気</a:t>
            </a:r>
            <a:endParaRPr kumimoji="1" lang="en-US" altLang="ja-JP" sz="2400">
              <a:latin typeface="Arial" panose="020B0604020202020204" pitchFamily="34" charset="0"/>
              <a:ea typeface="MS PGothic" panose="020B0600070205080204" pitchFamily="34" charset="-128"/>
              <a:cs typeface="Arial" panose="020B0604020202020204" pitchFamily="34" charset="0"/>
            </a:endParaRPr>
          </a:p>
          <a:p>
            <a:endParaRPr kumimoji="1" lang="en-US" altLang="ja-JP" sz="240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r>
              <a:rPr lang="ja-JP" altLang="en-US" sz="2400">
                <a:latin typeface="Arial" panose="020B0604020202020204" pitchFamily="34" charset="0"/>
                <a:ea typeface="MS PGothic" panose="020B0600070205080204" pitchFamily="34" charset="-128"/>
                <a:cs typeface="Arial" panose="020B0604020202020204" pitchFamily="34" charset="0"/>
              </a:rPr>
              <a:t>診断には視力検査、網膜検査、</a:t>
            </a:r>
            <a:endParaRPr lang="en-US" altLang="ja-JP" sz="2400">
              <a:latin typeface="Arial" panose="020B0604020202020204" pitchFamily="34" charset="0"/>
              <a:ea typeface="MS PGothic" panose="020B0600070205080204" pitchFamily="34" charset="-128"/>
              <a:cs typeface="Arial" panose="020B0604020202020204" pitchFamily="34" charset="0"/>
            </a:endParaRPr>
          </a:p>
          <a:p>
            <a:r>
              <a:rPr lang="ja-JP" altLang="en-US" sz="2400">
                <a:latin typeface="Arial" panose="020B0604020202020204" pitchFamily="34" charset="0"/>
                <a:ea typeface="MS PGothic" panose="020B0600070205080204" pitchFamily="34" charset="-128"/>
                <a:cs typeface="Arial" panose="020B0604020202020204" pitchFamily="34" charset="0"/>
              </a:rPr>
              <a:t>　  蛍光眼底造影、光干渉断層撮影（</a:t>
            </a:r>
            <a:r>
              <a:rPr lang="en-US" altLang="ja-JP" sz="2400">
                <a:latin typeface="Arial" panose="020B0604020202020204" pitchFamily="34" charset="0"/>
                <a:ea typeface="MS PGothic" panose="020B0600070205080204" pitchFamily="34" charset="-128"/>
                <a:cs typeface="Arial" panose="020B0604020202020204" pitchFamily="34" charset="0"/>
              </a:rPr>
              <a:t>OCT</a:t>
            </a:r>
            <a:r>
              <a:rPr lang="ja-JP" altLang="en-US" sz="2400">
                <a:latin typeface="Arial" panose="020B0604020202020204" pitchFamily="34" charset="0"/>
                <a:ea typeface="MS PGothic" panose="020B0600070205080204" pitchFamily="34" charset="-128"/>
                <a:cs typeface="Arial" panose="020B0604020202020204" pitchFamily="34" charset="0"/>
              </a:rPr>
              <a:t>）画像を利用</a:t>
            </a:r>
            <a:endParaRPr kumimoji="1" lang="en-US" altLang="ja-JP" sz="2400">
              <a:latin typeface="Arial" panose="020B0604020202020204" pitchFamily="34" charset="0"/>
              <a:ea typeface="MS PGothic" panose="020B0600070205080204" pitchFamily="34" charset="-128"/>
              <a:cs typeface="Arial" panose="020B0604020202020204" pitchFamily="34" charset="0"/>
            </a:endParaRPr>
          </a:p>
        </p:txBody>
      </p:sp>
      <p:pic>
        <p:nvPicPr>
          <p:cNvPr id="6" name="図 5">
            <a:extLst>
              <a:ext uri="{FF2B5EF4-FFF2-40B4-BE49-F238E27FC236}">
                <a16:creationId xmlns:a16="http://schemas.microsoft.com/office/drawing/2014/main" id="{A7AC2DA7-586E-66DE-AD66-4A9D86FFD106}"/>
              </a:ext>
            </a:extLst>
          </p:cNvPr>
          <p:cNvPicPr>
            <a:picLocks noChangeAspect="1"/>
          </p:cNvPicPr>
          <p:nvPr/>
        </p:nvPicPr>
        <p:blipFill>
          <a:blip r:embed="rId3"/>
          <a:stretch>
            <a:fillRect/>
          </a:stretch>
        </p:blipFill>
        <p:spPr>
          <a:xfrm>
            <a:off x="7764173" y="3877734"/>
            <a:ext cx="3977631" cy="2757499"/>
          </a:xfrm>
          <a:prstGeom prst="rect">
            <a:avLst/>
          </a:prstGeom>
        </p:spPr>
      </p:pic>
      <p:sp>
        <p:nvSpPr>
          <p:cNvPr id="7" name="正方形/長方形 6">
            <a:extLst>
              <a:ext uri="{FF2B5EF4-FFF2-40B4-BE49-F238E27FC236}">
                <a16:creationId xmlns:a16="http://schemas.microsoft.com/office/drawing/2014/main" id="{6C2C25FA-BD9D-920F-D3E4-37593A893F16}"/>
              </a:ext>
            </a:extLst>
          </p:cNvPr>
          <p:cNvSpPr/>
          <p:nvPr/>
        </p:nvSpPr>
        <p:spPr>
          <a:xfrm>
            <a:off x="9752987" y="3744098"/>
            <a:ext cx="1207455" cy="132313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12628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背景</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 OCT（</a:t>
            </a: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光干渉断層撮影）について</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9" name="図 8">
            <a:extLst>
              <a:ext uri="{FF2B5EF4-FFF2-40B4-BE49-F238E27FC236}">
                <a16:creationId xmlns:a16="http://schemas.microsoft.com/office/drawing/2014/main" id="{C3E362C7-1DBD-2AFE-07B1-11558E9D8507}"/>
              </a:ext>
            </a:extLst>
          </p:cNvPr>
          <p:cNvPicPr>
            <a:picLocks noChangeAspect="1"/>
          </p:cNvPicPr>
          <p:nvPr/>
        </p:nvPicPr>
        <p:blipFill>
          <a:blip r:embed="rId3"/>
          <a:stretch>
            <a:fillRect/>
          </a:stretch>
        </p:blipFill>
        <p:spPr>
          <a:xfrm>
            <a:off x="390144" y="3552394"/>
            <a:ext cx="4427827" cy="3069598"/>
          </a:xfrm>
          <a:prstGeom prst="rect">
            <a:avLst/>
          </a:prstGeom>
        </p:spPr>
      </p:pic>
      <p:sp>
        <p:nvSpPr>
          <p:cNvPr id="10" name="正方形/長方形 9">
            <a:extLst>
              <a:ext uri="{FF2B5EF4-FFF2-40B4-BE49-F238E27FC236}">
                <a16:creationId xmlns:a16="http://schemas.microsoft.com/office/drawing/2014/main" id="{2AE73B3E-E0D4-C796-929C-45353BD414CA}"/>
              </a:ext>
            </a:extLst>
          </p:cNvPr>
          <p:cNvSpPr/>
          <p:nvPr/>
        </p:nvSpPr>
        <p:spPr>
          <a:xfrm>
            <a:off x="2730366" y="3354490"/>
            <a:ext cx="1189786" cy="131695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6BAB3D64-837B-624D-4A99-1557E21FC387}"/>
              </a:ext>
            </a:extLst>
          </p:cNvPr>
          <p:cNvSpPr txBox="1"/>
          <p:nvPr/>
        </p:nvSpPr>
        <p:spPr>
          <a:xfrm>
            <a:off x="399121" y="1566523"/>
            <a:ext cx="11402735" cy="2308324"/>
          </a:xfrm>
          <a:prstGeom prst="rect">
            <a:avLst/>
          </a:prstGeom>
          <a:noFill/>
        </p:spPr>
        <p:txBody>
          <a:bodyPr wrap="square" rtlCol="0" anchor="ctr">
            <a:spAutoFit/>
          </a:bodyPr>
          <a:lstStyle/>
          <a:p>
            <a:pPr marL="342900" indent="-342900">
              <a:buFont typeface="Arial" panose="020B0604020202020204" pitchFamily="34" charset="0"/>
              <a:buChar char="•"/>
            </a:pPr>
            <a:r>
              <a:rPr lang="ja-JP" altLang="en-US" sz="2400" dirty="0">
                <a:latin typeface="Arial" panose="020B0604020202020204" pitchFamily="34" charset="0"/>
                <a:ea typeface="MS PGothic" panose="020B0600070205080204" pitchFamily="34" charset="-128"/>
                <a:cs typeface="Arial" panose="020B0604020202020204" pitchFamily="34" charset="0"/>
              </a:rPr>
              <a:t>光の干渉性を利用して測定する対象内部の微細な構造を画像化する技術</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800100" lvl="1" indent="-342900">
              <a:buFont typeface="Wingdings" panose="05000000000000000000" pitchFamily="2" charset="2"/>
              <a:buChar char="Ø"/>
            </a:pPr>
            <a:r>
              <a:rPr lang="en-US" altLang="ja-JP" sz="2400" dirty="0" err="1">
                <a:latin typeface="Arial" panose="020B0604020202020204" pitchFamily="34" charset="0"/>
                <a:ea typeface="MS PGothic" panose="020B0600070205080204" pitchFamily="34" charset="-128"/>
                <a:cs typeface="Arial" panose="020B0604020202020204" pitchFamily="34" charset="0"/>
              </a:rPr>
              <a:t>Ascan</a:t>
            </a:r>
            <a:r>
              <a:rPr lang="en-US" altLang="ja-JP" sz="2400" dirty="0">
                <a:latin typeface="Arial" panose="020B0604020202020204" pitchFamily="34" charset="0"/>
                <a:ea typeface="MS PGothic" panose="020B0600070205080204" pitchFamily="34" charset="-128"/>
                <a:cs typeface="Arial" panose="020B0604020202020204" pitchFamily="34" charset="0"/>
              </a:rPr>
              <a:t>:</a:t>
            </a:r>
            <a:r>
              <a:rPr lang="ja-JP" altLang="en-US" sz="2400" dirty="0">
                <a:latin typeface="Arial" panose="020B0604020202020204" pitchFamily="34" charset="0"/>
                <a:ea typeface="MS PGothic" panose="020B0600070205080204" pitchFamily="34" charset="-128"/>
                <a:cs typeface="Arial" panose="020B0604020202020204" pitchFamily="34" charset="0"/>
              </a:rPr>
              <a:t>深さ方向を調べる</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800100" lvl="1" indent="-342900">
              <a:buFont typeface="Wingdings" panose="05000000000000000000" pitchFamily="2" charset="2"/>
              <a:buChar char="Ø"/>
            </a:pPr>
            <a:r>
              <a:rPr lang="en-US" altLang="ja-JP" sz="2400" dirty="0" err="1">
                <a:latin typeface="Arial" panose="020B0604020202020204" pitchFamily="34" charset="0"/>
                <a:ea typeface="MS PGothic" panose="020B0600070205080204" pitchFamily="34" charset="-128"/>
                <a:cs typeface="Arial" panose="020B0604020202020204" pitchFamily="34" charset="0"/>
              </a:rPr>
              <a:t>Bscan</a:t>
            </a:r>
            <a:r>
              <a:rPr lang="ja-JP" altLang="en-US" sz="2400" dirty="0">
                <a:latin typeface="Arial" panose="020B0604020202020204" pitchFamily="34" charset="0"/>
                <a:ea typeface="MS PGothic" panose="020B0600070205080204" pitchFamily="34" charset="-128"/>
                <a:cs typeface="Arial" panose="020B0604020202020204" pitchFamily="34" charset="0"/>
              </a:rPr>
              <a:t>：連続的に</a:t>
            </a:r>
            <a:r>
              <a:rPr lang="en-US" altLang="ja-JP" sz="2400" dirty="0" err="1">
                <a:latin typeface="Arial" panose="020B0604020202020204" pitchFamily="34" charset="0"/>
                <a:ea typeface="MS PGothic" panose="020B0600070205080204" pitchFamily="34" charset="-128"/>
                <a:cs typeface="Arial" panose="020B0604020202020204" pitchFamily="34" charset="0"/>
              </a:rPr>
              <a:t>Ascan</a:t>
            </a:r>
            <a:r>
              <a:rPr lang="ja-JP" altLang="en-US" sz="2400" dirty="0">
                <a:latin typeface="Arial" panose="020B0604020202020204" pitchFamily="34" charset="0"/>
                <a:ea typeface="MS PGothic" panose="020B0600070205080204" pitchFamily="34" charset="-128"/>
                <a:cs typeface="Arial" panose="020B0604020202020204" pitchFamily="34" charset="0"/>
              </a:rPr>
              <a:t>を走査して断面画像を生成</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800100" lvl="1" indent="-342900">
              <a:buFont typeface="Wingdings" panose="05000000000000000000" pitchFamily="2" charset="2"/>
              <a:buChar char="Ø"/>
            </a:pPr>
            <a:r>
              <a:rPr lang="en-US" altLang="ja-JP" sz="2400" dirty="0">
                <a:latin typeface="Arial" panose="020B0604020202020204" pitchFamily="34" charset="0"/>
                <a:ea typeface="MS PGothic" panose="020B0600070205080204" pitchFamily="34" charset="-128"/>
                <a:cs typeface="Arial" panose="020B0604020202020204" pitchFamily="34" charset="0"/>
              </a:rPr>
              <a:t>3D-OCT volume:</a:t>
            </a:r>
            <a:r>
              <a:rPr lang="ja-JP" altLang="en-US" sz="2400" dirty="0">
                <a:latin typeface="Arial" panose="020B0604020202020204" pitchFamily="34" charset="0"/>
                <a:ea typeface="MS PGothic" panose="020B0600070205080204" pitchFamily="34" charset="-128"/>
                <a:cs typeface="Arial" panose="020B0604020202020204" pitchFamily="34" charset="0"/>
              </a:rPr>
              <a:t>連続的に</a:t>
            </a:r>
            <a:r>
              <a:rPr lang="en-US" altLang="ja-JP" sz="2400" dirty="0" err="1">
                <a:latin typeface="Arial" panose="020B0604020202020204" pitchFamily="34" charset="0"/>
                <a:ea typeface="MS PGothic" panose="020B0600070205080204" pitchFamily="34" charset="-128"/>
                <a:cs typeface="Arial" panose="020B0604020202020204" pitchFamily="34" charset="0"/>
              </a:rPr>
              <a:t>Bscan</a:t>
            </a:r>
            <a:r>
              <a:rPr lang="ja-JP" altLang="en-US" sz="2400" dirty="0">
                <a:latin typeface="Arial" panose="020B0604020202020204" pitchFamily="34" charset="0"/>
                <a:ea typeface="MS PGothic" panose="020B0600070205080204" pitchFamily="34" charset="-128"/>
                <a:cs typeface="Arial" panose="020B0604020202020204" pitchFamily="34" charset="0"/>
              </a:rPr>
              <a:t>を走査して</a:t>
            </a:r>
            <a:r>
              <a:rPr lang="en-US" altLang="ja-JP" sz="2400" dirty="0">
                <a:latin typeface="Arial" panose="020B0604020202020204" pitchFamily="34" charset="0"/>
                <a:ea typeface="MS PGothic" panose="020B0600070205080204" pitchFamily="34" charset="-128"/>
                <a:cs typeface="Arial" panose="020B0604020202020204" pitchFamily="34" charset="0"/>
              </a:rPr>
              <a:t>3</a:t>
            </a:r>
            <a:r>
              <a:rPr lang="ja-JP" altLang="en-US" sz="2400" dirty="0">
                <a:latin typeface="Arial" panose="020B0604020202020204" pitchFamily="34" charset="0"/>
                <a:ea typeface="MS PGothic" panose="020B0600070205080204" pitchFamily="34" charset="-128"/>
                <a:cs typeface="Arial" panose="020B0604020202020204" pitchFamily="34" charset="0"/>
              </a:rPr>
              <a:t>次元のボリューム画像を生成</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800100" lvl="1" indent="-342900">
              <a:buFont typeface="Wingdings" panose="05000000000000000000" pitchFamily="2" charset="2"/>
              <a:buChar char="Ø"/>
            </a:pP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endParaRPr lang="en-US" altLang="ja-JP" sz="2400" dirty="0">
              <a:latin typeface="Arial" panose="020B0604020202020204" pitchFamily="34" charset="0"/>
              <a:ea typeface="MS PGothic" panose="020B0600070205080204" pitchFamily="34" charset="-128"/>
              <a:cs typeface="Arial" panose="020B0604020202020204" pitchFamily="34" charset="0"/>
            </a:endParaRPr>
          </a:p>
        </p:txBody>
      </p:sp>
      <p:pic>
        <p:nvPicPr>
          <p:cNvPr id="12" name="グラフィックス 11" descr="戻る 単色塗りつぶし">
            <a:extLst>
              <a:ext uri="{FF2B5EF4-FFF2-40B4-BE49-F238E27FC236}">
                <a16:creationId xmlns:a16="http://schemas.microsoft.com/office/drawing/2014/main" id="{DFD9F49F-1107-C3DA-998D-5BF7260FEB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919390">
            <a:off x="3777245" y="3000775"/>
            <a:ext cx="1516714" cy="1516714"/>
          </a:xfrm>
          <a:prstGeom prst="rect">
            <a:avLst/>
          </a:prstGeom>
        </p:spPr>
      </p:pic>
      <p:pic>
        <p:nvPicPr>
          <p:cNvPr id="16" name="図 15">
            <a:extLst>
              <a:ext uri="{FF2B5EF4-FFF2-40B4-BE49-F238E27FC236}">
                <a16:creationId xmlns:a16="http://schemas.microsoft.com/office/drawing/2014/main" id="{FA0CDE5D-2623-039D-63A8-C219B7E6744D}"/>
              </a:ext>
            </a:extLst>
          </p:cNvPr>
          <p:cNvPicPr>
            <a:picLocks noChangeAspect="1"/>
          </p:cNvPicPr>
          <p:nvPr/>
        </p:nvPicPr>
        <p:blipFill>
          <a:blip r:embed="rId6"/>
          <a:stretch>
            <a:fillRect/>
          </a:stretch>
        </p:blipFill>
        <p:spPr>
          <a:xfrm>
            <a:off x="5856056" y="3644918"/>
            <a:ext cx="1017183" cy="459857"/>
          </a:xfrm>
          <a:prstGeom prst="rect">
            <a:avLst/>
          </a:prstGeom>
        </p:spPr>
      </p:pic>
      <p:pic>
        <p:nvPicPr>
          <p:cNvPr id="17" name="グラフィックス 16" descr="右矢印 単色塗りつぶし">
            <a:extLst>
              <a:ext uri="{FF2B5EF4-FFF2-40B4-BE49-F238E27FC236}">
                <a16:creationId xmlns:a16="http://schemas.microsoft.com/office/drawing/2014/main" id="{AD66FAD5-6C46-2F17-8E6E-9875FECF90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218621">
            <a:off x="7332265" y="3960260"/>
            <a:ext cx="914400" cy="914400"/>
          </a:xfrm>
          <a:prstGeom prst="rect">
            <a:avLst/>
          </a:prstGeom>
        </p:spPr>
      </p:pic>
      <p:pic>
        <p:nvPicPr>
          <p:cNvPr id="24" name="図 23">
            <a:extLst>
              <a:ext uri="{FF2B5EF4-FFF2-40B4-BE49-F238E27FC236}">
                <a16:creationId xmlns:a16="http://schemas.microsoft.com/office/drawing/2014/main" id="{5DA85A05-422B-16BA-4100-5C5C8C34927E}"/>
              </a:ext>
            </a:extLst>
          </p:cNvPr>
          <p:cNvPicPr>
            <a:picLocks noChangeAspect="1"/>
          </p:cNvPicPr>
          <p:nvPr/>
        </p:nvPicPr>
        <p:blipFill>
          <a:blip r:embed="rId6"/>
          <a:stretch>
            <a:fillRect/>
          </a:stretch>
        </p:blipFill>
        <p:spPr>
          <a:xfrm>
            <a:off x="8810712" y="4671447"/>
            <a:ext cx="1169583" cy="528755"/>
          </a:xfrm>
          <a:prstGeom prst="rect">
            <a:avLst/>
          </a:prstGeom>
        </p:spPr>
      </p:pic>
      <p:pic>
        <p:nvPicPr>
          <p:cNvPr id="30" name="図 29">
            <a:extLst>
              <a:ext uri="{FF2B5EF4-FFF2-40B4-BE49-F238E27FC236}">
                <a16:creationId xmlns:a16="http://schemas.microsoft.com/office/drawing/2014/main" id="{A92A66C8-9B95-03D4-E49A-6236E0CE36B7}"/>
              </a:ext>
            </a:extLst>
          </p:cNvPr>
          <p:cNvPicPr>
            <a:picLocks noChangeAspect="1"/>
          </p:cNvPicPr>
          <p:nvPr/>
        </p:nvPicPr>
        <p:blipFill>
          <a:blip r:embed="rId6"/>
          <a:stretch>
            <a:fillRect/>
          </a:stretch>
        </p:blipFill>
        <p:spPr>
          <a:xfrm>
            <a:off x="8963112" y="4874351"/>
            <a:ext cx="1169583" cy="528755"/>
          </a:xfrm>
          <a:prstGeom prst="rect">
            <a:avLst/>
          </a:prstGeom>
        </p:spPr>
      </p:pic>
      <p:pic>
        <p:nvPicPr>
          <p:cNvPr id="31" name="図 30">
            <a:extLst>
              <a:ext uri="{FF2B5EF4-FFF2-40B4-BE49-F238E27FC236}">
                <a16:creationId xmlns:a16="http://schemas.microsoft.com/office/drawing/2014/main" id="{B94E5351-1A0F-2D56-8497-6A396C99B903}"/>
              </a:ext>
            </a:extLst>
          </p:cNvPr>
          <p:cNvPicPr>
            <a:picLocks noChangeAspect="1"/>
          </p:cNvPicPr>
          <p:nvPr/>
        </p:nvPicPr>
        <p:blipFill>
          <a:blip r:embed="rId6"/>
          <a:stretch>
            <a:fillRect/>
          </a:stretch>
        </p:blipFill>
        <p:spPr>
          <a:xfrm>
            <a:off x="9115512" y="5026751"/>
            <a:ext cx="1169583" cy="528755"/>
          </a:xfrm>
          <a:prstGeom prst="rect">
            <a:avLst/>
          </a:prstGeom>
        </p:spPr>
      </p:pic>
      <p:pic>
        <p:nvPicPr>
          <p:cNvPr id="32" name="図 31">
            <a:extLst>
              <a:ext uri="{FF2B5EF4-FFF2-40B4-BE49-F238E27FC236}">
                <a16:creationId xmlns:a16="http://schemas.microsoft.com/office/drawing/2014/main" id="{CC9A5FF8-E5A1-B1C4-9519-E715DD199BDE}"/>
              </a:ext>
            </a:extLst>
          </p:cNvPr>
          <p:cNvPicPr>
            <a:picLocks noChangeAspect="1"/>
          </p:cNvPicPr>
          <p:nvPr/>
        </p:nvPicPr>
        <p:blipFill>
          <a:blip r:embed="rId6"/>
          <a:stretch>
            <a:fillRect/>
          </a:stretch>
        </p:blipFill>
        <p:spPr>
          <a:xfrm>
            <a:off x="9267912" y="5179151"/>
            <a:ext cx="1169583" cy="528755"/>
          </a:xfrm>
          <a:prstGeom prst="rect">
            <a:avLst/>
          </a:prstGeom>
        </p:spPr>
      </p:pic>
      <p:pic>
        <p:nvPicPr>
          <p:cNvPr id="33" name="図 32">
            <a:extLst>
              <a:ext uri="{FF2B5EF4-FFF2-40B4-BE49-F238E27FC236}">
                <a16:creationId xmlns:a16="http://schemas.microsoft.com/office/drawing/2014/main" id="{D53581E8-DD97-B968-A775-38A898B067B8}"/>
              </a:ext>
            </a:extLst>
          </p:cNvPr>
          <p:cNvPicPr>
            <a:picLocks noChangeAspect="1"/>
          </p:cNvPicPr>
          <p:nvPr/>
        </p:nvPicPr>
        <p:blipFill>
          <a:blip r:embed="rId6"/>
          <a:stretch>
            <a:fillRect/>
          </a:stretch>
        </p:blipFill>
        <p:spPr>
          <a:xfrm>
            <a:off x="9420312" y="5331551"/>
            <a:ext cx="1169583" cy="528755"/>
          </a:xfrm>
          <a:prstGeom prst="rect">
            <a:avLst/>
          </a:prstGeom>
        </p:spPr>
      </p:pic>
      <p:pic>
        <p:nvPicPr>
          <p:cNvPr id="34" name="図 33">
            <a:extLst>
              <a:ext uri="{FF2B5EF4-FFF2-40B4-BE49-F238E27FC236}">
                <a16:creationId xmlns:a16="http://schemas.microsoft.com/office/drawing/2014/main" id="{A83FDAC2-CE79-E043-244F-898A6CD614DF}"/>
              </a:ext>
            </a:extLst>
          </p:cNvPr>
          <p:cNvPicPr>
            <a:picLocks noChangeAspect="1"/>
          </p:cNvPicPr>
          <p:nvPr/>
        </p:nvPicPr>
        <p:blipFill>
          <a:blip r:embed="rId6"/>
          <a:stretch>
            <a:fillRect/>
          </a:stretch>
        </p:blipFill>
        <p:spPr>
          <a:xfrm>
            <a:off x="9572712" y="5483951"/>
            <a:ext cx="1169583" cy="528755"/>
          </a:xfrm>
          <a:prstGeom prst="rect">
            <a:avLst/>
          </a:prstGeom>
        </p:spPr>
      </p:pic>
      <p:pic>
        <p:nvPicPr>
          <p:cNvPr id="35" name="図 34">
            <a:extLst>
              <a:ext uri="{FF2B5EF4-FFF2-40B4-BE49-F238E27FC236}">
                <a16:creationId xmlns:a16="http://schemas.microsoft.com/office/drawing/2014/main" id="{03ECE469-0BA1-5EDD-D488-CDCB8C86455E}"/>
              </a:ext>
            </a:extLst>
          </p:cNvPr>
          <p:cNvPicPr>
            <a:picLocks noChangeAspect="1"/>
          </p:cNvPicPr>
          <p:nvPr/>
        </p:nvPicPr>
        <p:blipFill>
          <a:blip r:embed="rId6"/>
          <a:stretch>
            <a:fillRect/>
          </a:stretch>
        </p:blipFill>
        <p:spPr>
          <a:xfrm>
            <a:off x="9725112" y="5636351"/>
            <a:ext cx="1169583" cy="528755"/>
          </a:xfrm>
          <a:prstGeom prst="rect">
            <a:avLst/>
          </a:prstGeom>
        </p:spPr>
      </p:pic>
      <p:pic>
        <p:nvPicPr>
          <p:cNvPr id="36" name="図 35">
            <a:extLst>
              <a:ext uri="{FF2B5EF4-FFF2-40B4-BE49-F238E27FC236}">
                <a16:creationId xmlns:a16="http://schemas.microsoft.com/office/drawing/2014/main" id="{BB7FB678-8948-B8BF-20E4-1FED0EF38E2E}"/>
              </a:ext>
            </a:extLst>
          </p:cNvPr>
          <p:cNvPicPr>
            <a:picLocks noChangeAspect="1"/>
          </p:cNvPicPr>
          <p:nvPr/>
        </p:nvPicPr>
        <p:blipFill>
          <a:blip r:embed="rId6"/>
          <a:stretch>
            <a:fillRect/>
          </a:stretch>
        </p:blipFill>
        <p:spPr>
          <a:xfrm>
            <a:off x="9877512" y="5788751"/>
            <a:ext cx="1169583" cy="528755"/>
          </a:xfrm>
          <a:prstGeom prst="rect">
            <a:avLst/>
          </a:prstGeom>
        </p:spPr>
      </p:pic>
      <p:pic>
        <p:nvPicPr>
          <p:cNvPr id="37" name="図 36">
            <a:extLst>
              <a:ext uri="{FF2B5EF4-FFF2-40B4-BE49-F238E27FC236}">
                <a16:creationId xmlns:a16="http://schemas.microsoft.com/office/drawing/2014/main" id="{C0BEC10A-CDD4-C159-0C00-5C45219CC1FC}"/>
              </a:ext>
            </a:extLst>
          </p:cNvPr>
          <p:cNvPicPr>
            <a:picLocks noChangeAspect="1"/>
          </p:cNvPicPr>
          <p:nvPr/>
        </p:nvPicPr>
        <p:blipFill>
          <a:blip r:embed="rId6"/>
          <a:stretch>
            <a:fillRect/>
          </a:stretch>
        </p:blipFill>
        <p:spPr>
          <a:xfrm>
            <a:off x="10029912" y="5941151"/>
            <a:ext cx="1169583" cy="528755"/>
          </a:xfrm>
          <a:prstGeom prst="rect">
            <a:avLst/>
          </a:prstGeom>
        </p:spPr>
      </p:pic>
      <p:pic>
        <p:nvPicPr>
          <p:cNvPr id="38" name="図 37">
            <a:extLst>
              <a:ext uri="{FF2B5EF4-FFF2-40B4-BE49-F238E27FC236}">
                <a16:creationId xmlns:a16="http://schemas.microsoft.com/office/drawing/2014/main" id="{5F28C84B-3ACF-6BE9-0577-E643200C9E38}"/>
              </a:ext>
            </a:extLst>
          </p:cNvPr>
          <p:cNvPicPr>
            <a:picLocks noChangeAspect="1"/>
          </p:cNvPicPr>
          <p:nvPr/>
        </p:nvPicPr>
        <p:blipFill>
          <a:blip r:embed="rId6"/>
          <a:stretch>
            <a:fillRect/>
          </a:stretch>
        </p:blipFill>
        <p:spPr>
          <a:xfrm>
            <a:off x="10182312" y="6093551"/>
            <a:ext cx="1169583" cy="528755"/>
          </a:xfrm>
          <a:prstGeom prst="rect">
            <a:avLst/>
          </a:prstGeom>
        </p:spPr>
      </p:pic>
      <p:sp>
        <p:nvSpPr>
          <p:cNvPr id="6" name="テキスト ボックス 5">
            <a:extLst>
              <a:ext uri="{FF2B5EF4-FFF2-40B4-BE49-F238E27FC236}">
                <a16:creationId xmlns:a16="http://schemas.microsoft.com/office/drawing/2014/main" id="{2D55D623-84EC-BD86-30A5-6E3BB1C674A4}"/>
              </a:ext>
            </a:extLst>
          </p:cNvPr>
          <p:cNvSpPr txBox="1"/>
          <p:nvPr/>
        </p:nvSpPr>
        <p:spPr>
          <a:xfrm>
            <a:off x="5991041" y="4233725"/>
            <a:ext cx="1280500" cy="461665"/>
          </a:xfrm>
          <a:prstGeom prst="rect">
            <a:avLst/>
          </a:prstGeom>
          <a:noFill/>
        </p:spPr>
        <p:txBody>
          <a:bodyPr wrap="square" rtlCol="0">
            <a:spAutoFit/>
          </a:bodyPr>
          <a:lstStyle/>
          <a:p>
            <a:r>
              <a:rPr kumimoji="1" lang="en-US" altLang="ja-JP" sz="2400" err="1">
                <a:solidFill>
                  <a:srgbClr val="FF0000"/>
                </a:solidFill>
                <a:latin typeface="ＭＳ Ｐゴシック" panose="020B0600070205080204" pitchFamily="50" charset="-128"/>
                <a:ea typeface="ＭＳ Ｐゴシック" panose="020B0600070205080204" pitchFamily="50" charset="-128"/>
              </a:rPr>
              <a:t>Bscan</a:t>
            </a:r>
            <a:endParaRPr kumimoji="1" lang="ja-JP" altLang="en-US" sz="2400">
              <a:solidFill>
                <a:srgbClr val="FF0000"/>
              </a:solidFill>
              <a:latin typeface="ＭＳ Ｐゴシック" panose="020B0600070205080204" pitchFamily="50" charset="-128"/>
              <a:ea typeface="ＭＳ Ｐゴシック" panose="020B0600070205080204" pitchFamily="50" charset="-128"/>
            </a:endParaRPr>
          </a:p>
        </p:txBody>
      </p:sp>
      <p:sp>
        <p:nvSpPr>
          <p:cNvPr id="8" name="テキスト ボックス 7">
            <a:extLst>
              <a:ext uri="{FF2B5EF4-FFF2-40B4-BE49-F238E27FC236}">
                <a16:creationId xmlns:a16="http://schemas.microsoft.com/office/drawing/2014/main" id="{7432A911-4F80-16E9-A513-6495B294848A}"/>
              </a:ext>
            </a:extLst>
          </p:cNvPr>
          <p:cNvSpPr txBox="1"/>
          <p:nvPr/>
        </p:nvSpPr>
        <p:spPr>
          <a:xfrm>
            <a:off x="8916624" y="4105654"/>
            <a:ext cx="2663476" cy="461665"/>
          </a:xfrm>
          <a:prstGeom prst="rect">
            <a:avLst/>
          </a:prstGeom>
          <a:noFill/>
        </p:spPr>
        <p:txBody>
          <a:bodyPr wrap="square">
            <a:spAutoFit/>
          </a:bodyPr>
          <a:lstStyle/>
          <a:p>
            <a:r>
              <a:rPr lang="en-US" altLang="ja-JP" sz="2400">
                <a:solidFill>
                  <a:srgbClr val="FF0000"/>
                </a:solidFill>
                <a:latin typeface="ＭＳ Ｐゴシック" panose="020B0600070205080204" pitchFamily="50" charset="-128"/>
                <a:ea typeface="ＭＳ Ｐゴシック" panose="020B0600070205080204" pitchFamily="50" charset="-128"/>
              </a:rPr>
              <a:t>3D-OCT volume</a:t>
            </a:r>
            <a:endParaRPr kumimoji="1" lang="ja-JP" altLang="en-US" sz="2400">
              <a:solidFill>
                <a:srgbClr val="FF0000"/>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81452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背景</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635253"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ja-JP" sz="2800">
                <a:solidFill>
                  <a:prstClr val="black"/>
                </a:solidFill>
                <a:latin typeface="Arial" panose="020B0604020202020204" pitchFamily="34" charset="0"/>
                <a:ea typeface="MS PGothic" panose="020B0600070205080204" pitchFamily="34" charset="-128"/>
                <a:cs typeface="Arial" panose="020B0604020202020204" pitchFamily="34" charset="0"/>
              </a:rPr>
              <a:t>AMD</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診断におけるバイオマーカー</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 name="テキスト ボックス 4">
            <a:extLst>
              <a:ext uri="{FF2B5EF4-FFF2-40B4-BE49-F238E27FC236}">
                <a16:creationId xmlns:a16="http://schemas.microsoft.com/office/drawing/2014/main" id="{B291250F-1D31-1865-7156-56EC4AB2D687}"/>
              </a:ext>
            </a:extLst>
          </p:cNvPr>
          <p:cNvSpPr txBox="1"/>
          <p:nvPr/>
        </p:nvSpPr>
        <p:spPr>
          <a:xfrm>
            <a:off x="570897" y="1442466"/>
            <a:ext cx="11402735" cy="3416320"/>
          </a:xfrm>
          <a:prstGeom prst="rect">
            <a:avLst/>
          </a:prstGeom>
          <a:noFill/>
        </p:spPr>
        <p:txBody>
          <a:bodyPr wrap="square" rtlCol="0" anchor="ctr">
            <a:spAutoFit/>
          </a:bodyPr>
          <a:lstStyle/>
          <a:p>
            <a:pPr marL="342900" indent="-342900">
              <a:buFont typeface="Arial" panose="020B0604020202020204" pitchFamily="34" charset="0"/>
              <a:buChar char="•"/>
            </a:pPr>
            <a:r>
              <a:rPr lang="ja-JP" altLang="en-US" sz="2400" dirty="0">
                <a:latin typeface="Arial" panose="020B0604020202020204" pitchFamily="34" charset="0"/>
                <a:ea typeface="MS PGothic" panose="020B0600070205080204" pitchFamily="34" charset="-128"/>
                <a:cs typeface="Arial" panose="020B0604020202020204" pitchFamily="34" charset="0"/>
              </a:rPr>
              <a:t>ドルーゼン</a:t>
            </a:r>
            <a:r>
              <a:rPr lang="en-US" altLang="ja-JP" sz="2400" dirty="0">
                <a:latin typeface="Arial" panose="020B0604020202020204" pitchFamily="34" charset="0"/>
                <a:ea typeface="MS PGothic" panose="020B0600070205080204" pitchFamily="34" charset="-128"/>
                <a:cs typeface="Arial" panose="020B0604020202020204" pitchFamily="34" charset="0"/>
              </a:rPr>
              <a:t>(DRUSEN) </a:t>
            </a:r>
            <a:r>
              <a:rPr lang="ja-JP" altLang="en-US" sz="2400" dirty="0">
                <a:latin typeface="Arial" panose="020B0604020202020204" pitchFamily="34" charset="0"/>
                <a:ea typeface="MS PGothic" panose="020B0600070205080204" pitchFamily="34" charset="-128"/>
                <a:cs typeface="Arial" panose="020B0604020202020204" pitchFamily="34" charset="0"/>
              </a:rPr>
              <a:t>：網膜下に蓄積する黄色の沈着物</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1257300" lvl="2" indent="-342900">
              <a:buFont typeface="Wingdings" panose="05000000000000000000" pitchFamily="2" charset="2"/>
              <a:buChar char="Ø"/>
            </a:pPr>
            <a:r>
              <a:rPr lang="ja-JP" altLang="en-US" sz="2400" dirty="0">
                <a:latin typeface="Arial" panose="020B0604020202020204" pitchFamily="34" charset="0"/>
                <a:ea typeface="MS PGothic" panose="020B0600070205080204" pitchFamily="34" charset="-128"/>
                <a:cs typeface="Arial" panose="020B0604020202020204" pitchFamily="34" charset="0"/>
              </a:rPr>
              <a:t>　早期</a:t>
            </a:r>
            <a:r>
              <a:rPr lang="en-US" altLang="ja-JP" sz="2400" dirty="0">
                <a:latin typeface="Arial" panose="020B0604020202020204" pitchFamily="34" charset="0"/>
                <a:ea typeface="MS PGothic" panose="020B0600070205080204" pitchFamily="34" charset="-128"/>
                <a:cs typeface="Arial" panose="020B0604020202020204" pitchFamily="34" charset="0"/>
              </a:rPr>
              <a:t>/</a:t>
            </a:r>
            <a:r>
              <a:rPr lang="ja-JP" altLang="en-US" sz="2400" dirty="0">
                <a:latin typeface="Arial" panose="020B0604020202020204" pitchFamily="34" charset="0"/>
                <a:ea typeface="MS PGothic" panose="020B0600070205080204" pitchFamily="34" charset="-128"/>
                <a:cs typeface="Arial" panose="020B0604020202020204" pitchFamily="34" charset="0"/>
              </a:rPr>
              <a:t>中期</a:t>
            </a:r>
            <a:r>
              <a:rPr lang="en-US" altLang="ja-JP" sz="2400" dirty="0">
                <a:latin typeface="Arial" panose="020B0604020202020204" pitchFamily="34" charset="0"/>
                <a:ea typeface="MS PGothic" panose="020B0600070205080204" pitchFamily="34" charset="-128"/>
                <a:cs typeface="Arial" panose="020B0604020202020204" pitchFamily="34" charset="0"/>
              </a:rPr>
              <a:t>AMD</a:t>
            </a:r>
            <a:r>
              <a:rPr lang="ja-JP" altLang="en-US" sz="2400" dirty="0">
                <a:latin typeface="Arial" panose="020B0604020202020204" pitchFamily="34" charset="0"/>
                <a:ea typeface="MS PGothic" panose="020B0600070205080204" pitchFamily="34" charset="-128"/>
                <a:cs typeface="Arial" panose="020B0604020202020204" pitchFamily="34" charset="0"/>
              </a:rPr>
              <a:t>（</a:t>
            </a:r>
            <a:r>
              <a:rPr lang="en-US" altLang="ja-JP" sz="2400" dirty="0" err="1">
                <a:latin typeface="Arial" panose="020B0604020202020204" pitchFamily="34" charset="0"/>
                <a:ea typeface="MS PGothic" panose="020B0600070205080204" pitchFamily="34" charset="-128"/>
                <a:cs typeface="Arial" panose="020B0604020202020204" pitchFamily="34" charset="0"/>
              </a:rPr>
              <a:t>iAMD</a:t>
            </a:r>
            <a:r>
              <a:rPr lang="ja-JP" altLang="en-US" sz="2400" dirty="0">
                <a:latin typeface="Arial" panose="020B0604020202020204" pitchFamily="34" charset="0"/>
                <a:ea typeface="MS PGothic" panose="020B0600070205080204" pitchFamily="34" charset="-128"/>
                <a:cs typeface="Arial" panose="020B0604020202020204" pitchFamily="34" charset="0"/>
              </a:rPr>
              <a:t>）</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r>
              <a:rPr lang="zh-CN" altLang="en-US" sz="2400" dirty="0">
                <a:latin typeface="Arial" panose="020B0604020202020204" pitchFamily="34" charset="0"/>
                <a:ea typeface="MS PGothic" panose="020B0600070205080204" pitchFamily="34" charset="-128"/>
                <a:cs typeface="Arial" panose="020B0604020202020204" pitchFamily="34" charset="0"/>
              </a:rPr>
              <a:t>黄斑新生血管（</a:t>
            </a:r>
            <a:r>
              <a:rPr lang="en-US" altLang="zh-CN" sz="2400" dirty="0">
                <a:latin typeface="Arial" panose="020B0604020202020204" pitchFamily="34" charset="0"/>
                <a:ea typeface="MS PGothic" panose="020B0600070205080204" pitchFamily="34" charset="-128"/>
                <a:cs typeface="Arial" panose="020B0604020202020204" pitchFamily="34" charset="0"/>
              </a:rPr>
              <a:t>MNV</a:t>
            </a:r>
            <a:r>
              <a:rPr lang="zh-CN" altLang="en-US" sz="2400" dirty="0">
                <a:latin typeface="Arial" panose="020B0604020202020204" pitchFamily="34" charset="0"/>
                <a:ea typeface="MS PGothic" panose="020B0600070205080204" pitchFamily="34" charset="-128"/>
                <a:cs typeface="Arial" panose="020B0604020202020204" pitchFamily="34" charset="0"/>
              </a:rPr>
              <a:t>）</a:t>
            </a:r>
            <a:r>
              <a:rPr lang="ja-JP" altLang="en-US" sz="2400" dirty="0">
                <a:latin typeface="Arial" panose="020B0604020202020204" pitchFamily="34" charset="0"/>
                <a:ea typeface="MS PGothic" panose="020B0600070205080204" pitchFamily="34" charset="-128"/>
                <a:cs typeface="Arial" panose="020B0604020202020204" pitchFamily="34" charset="0"/>
              </a:rPr>
              <a:t>：脈絡膜から新生血管が網膜下に成長する病態で、出血や液体が漏出</a:t>
            </a:r>
            <a:endParaRPr lang="en-US" altLang="zh-CN" sz="2400" dirty="0">
              <a:latin typeface="Arial" panose="020B0604020202020204" pitchFamily="34" charset="0"/>
              <a:ea typeface="MS PGothic" panose="020B0600070205080204" pitchFamily="34" charset="-128"/>
              <a:cs typeface="Arial" panose="020B0604020202020204" pitchFamily="34" charset="0"/>
            </a:endParaRPr>
          </a:p>
          <a:p>
            <a:pPr marL="1257300" lvl="2" indent="-342900">
              <a:buFont typeface="Wingdings" panose="05000000000000000000" pitchFamily="2" charset="2"/>
              <a:buChar char="Ø"/>
            </a:pPr>
            <a:r>
              <a:rPr lang="ja-JP" altLang="en-US" sz="2400" dirty="0">
                <a:latin typeface="Arial" panose="020B0604020202020204" pitchFamily="34" charset="0"/>
                <a:ea typeface="MS PGothic" panose="020B0600070205080204" pitchFamily="34" charset="-128"/>
                <a:cs typeface="Arial" panose="020B0604020202020204" pitchFamily="34" charset="0"/>
              </a:rPr>
              <a:t>　湿性</a:t>
            </a:r>
            <a:r>
              <a:rPr lang="en-US" altLang="ja-JP" sz="2400" dirty="0">
                <a:latin typeface="Arial" panose="020B0604020202020204" pitchFamily="34" charset="0"/>
                <a:ea typeface="MS PGothic" panose="020B0600070205080204" pitchFamily="34" charset="-128"/>
                <a:cs typeface="Arial" panose="020B0604020202020204" pitchFamily="34" charset="0"/>
              </a:rPr>
              <a:t>AMD</a:t>
            </a:r>
            <a:r>
              <a:rPr lang="ja-JP" altLang="en-US" sz="2400" dirty="0">
                <a:latin typeface="Arial" panose="020B0604020202020204" pitchFamily="34" charset="0"/>
                <a:ea typeface="MS PGothic" panose="020B0600070205080204" pitchFamily="34" charset="-128"/>
                <a:cs typeface="Arial" panose="020B0604020202020204" pitchFamily="34" charset="0"/>
              </a:rPr>
              <a:t>（新生血管性</a:t>
            </a:r>
            <a:r>
              <a:rPr lang="en-US" altLang="ja-JP" sz="2400" dirty="0">
                <a:latin typeface="Arial" panose="020B0604020202020204" pitchFamily="34" charset="0"/>
                <a:ea typeface="MS PGothic" panose="020B0600070205080204" pitchFamily="34" charset="-128"/>
                <a:cs typeface="Arial" panose="020B0604020202020204" pitchFamily="34" charset="0"/>
              </a:rPr>
              <a:t>AMD, </a:t>
            </a:r>
            <a:r>
              <a:rPr lang="en-US" altLang="ja-JP" sz="2400" dirty="0" err="1">
                <a:latin typeface="Arial" panose="020B0604020202020204" pitchFamily="34" charset="0"/>
                <a:ea typeface="MS PGothic" panose="020B0600070205080204" pitchFamily="34" charset="-128"/>
                <a:cs typeface="Arial" panose="020B0604020202020204" pitchFamily="34" charset="0"/>
              </a:rPr>
              <a:t>nAMD</a:t>
            </a:r>
            <a:r>
              <a:rPr lang="ja-JP" altLang="en-US" sz="2400" dirty="0">
                <a:latin typeface="Arial" panose="020B0604020202020204" pitchFamily="34" charset="0"/>
                <a:ea typeface="MS PGothic" panose="020B0600070205080204" pitchFamily="34" charset="-128"/>
                <a:cs typeface="Arial" panose="020B0604020202020204" pitchFamily="34" charset="0"/>
              </a:rPr>
              <a:t>）</a:t>
            </a:r>
            <a:r>
              <a:rPr lang="en-US" altLang="ja-JP" sz="2400" dirty="0">
                <a:latin typeface="Arial" panose="020B0604020202020204" pitchFamily="34" charset="0"/>
                <a:ea typeface="MS PGothic" panose="020B0600070205080204" pitchFamily="34" charset="-128"/>
                <a:cs typeface="Arial" panose="020B0604020202020204" pitchFamily="34" charset="0"/>
              </a:rPr>
              <a:t>	</a:t>
            </a:r>
          </a:p>
          <a:p>
            <a:pPr marL="342900" indent="-342900">
              <a:buFont typeface="Arial" panose="020B0604020202020204" pitchFamily="34" charset="0"/>
              <a:buChar char="•"/>
            </a:pP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r>
              <a:rPr kumimoji="1" lang="ja-JP" altLang="en-US" sz="2400" dirty="0">
                <a:latin typeface="Arial" panose="020B0604020202020204" pitchFamily="34" charset="0"/>
                <a:ea typeface="MS PGothic" panose="020B0600070205080204" pitchFamily="34" charset="-128"/>
                <a:cs typeface="Arial" panose="020B0604020202020204" pitchFamily="34" charset="0"/>
              </a:rPr>
              <a:t>黄斑萎縮（</a:t>
            </a:r>
            <a:r>
              <a:rPr kumimoji="1" lang="en-US" altLang="ja-JP" sz="2400" dirty="0">
                <a:latin typeface="Arial" panose="020B0604020202020204" pitchFamily="34" charset="0"/>
                <a:ea typeface="MS PGothic" panose="020B0600070205080204" pitchFamily="34" charset="-128"/>
                <a:cs typeface="Arial" panose="020B0604020202020204" pitchFamily="34" charset="0"/>
              </a:rPr>
              <a:t>MA</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）：網膜の組織が徐々に薄くなり、萎縮する</a:t>
            </a:r>
            <a:endParaRPr kumimoji="1" lang="en-US" altLang="ja-JP" sz="2400" dirty="0">
              <a:latin typeface="Arial" panose="020B0604020202020204" pitchFamily="34" charset="0"/>
              <a:ea typeface="MS PGothic" panose="020B0600070205080204" pitchFamily="34" charset="-128"/>
              <a:cs typeface="Arial" panose="020B0604020202020204" pitchFamily="34" charset="0"/>
            </a:endParaRPr>
          </a:p>
          <a:p>
            <a:pPr marL="1257300" lvl="2" indent="-342900">
              <a:buFont typeface="Wingdings" panose="05000000000000000000" pitchFamily="2" charset="2"/>
              <a:buChar char="Ø"/>
            </a:pPr>
            <a:r>
              <a:rPr kumimoji="1" lang="ja-JP" altLang="en-US" sz="2400" dirty="0">
                <a:latin typeface="Arial" panose="020B0604020202020204" pitchFamily="34" charset="0"/>
                <a:ea typeface="MS PGothic" panose="020B0600070205080204" pitchFamily="34" charset="-128"/>
                <a:cs typeface="Arial" panose="020B0604020202020204" pitchFamily="34" charset="0"/>
              </a:rPr>
              <a:t>乾性</a:t>
            </a:r>
            <a:r>
              <a:rPr kumimoji="1" lang="en-US" altLang="ja-JP" sz="2400" dirty="0">
                <a:latin typeface="Arial" panose="020B0604020202020204" pitchFamily="34" charset="0"/>
                <a:ea typeface="MS PGothic" panose="020B0600070205080204" pitchFamily="34" charset="-128"/>
                <a:cs typeface="Arial" panose="020B0604020202020204" pitchFamily="34" charset="0"/>
              </a:rPr>
              <a:t>AMD</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（萎縮型</a:t>
            </a:r>
            <a:r>
              <a:rPr kumimoji="1" lang="en-US" altLang="ja-JP" sz="2400" dirty="0">
                <a:latin typeface="Arial" panose="020B0604020202020204" pitchFamily="34" charset="0"/>
                <a:ea typeface="MS PGothic" panose="020B0600070205080204" pitchFamily="34" charset="-128"/>
                <a:cs typeface="Arial" panose="020B0604020202020204" pitchFamily="34" charset="0"/>
              </a:rPr>
              <a:t>AMD, GA</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a:t>
            </a:r>
            <a:endParaRPr kumimoji="1" lang="en-US" altLang="ja-JP" sz="2400" dirty="0">
              <a:latin typeface="Arial" panose="020B0604020202020204" pitchFamily="34" charset="0"/>
              <a:ea typeface="MS PGothic" panose="020B0600070205080204" pitchFamily="34" charset="-128"/>
              <a:cs typeface="Arial" panose="020B0604020202020204" pitchFamily="34" charset="0"/>
            </a:endParaRPr>
          </a:p>
        </p:txBody>
      </p:sp>
      <p:sp>
        <p:nvSpPr>
          <p:cNvPr id="6" name="矢印: 上向き折線 5">
            <a:extLst>
              <a:ext uri="{FF2B5EF4-FFF2-40B4-BE49-F238E27FC236}">
                <a16:creationId xmlns:a16="http://schemas.microsoft.com/office/drawing/2014/main" id="{AEA70488-66F4-3BC6-6858-3FEF394D40D9}"/>
              </a:ext>
            </a:extLst>
          </p:cNvPr>
          <p:cNvSpPr/>
          <p:nvPr/>
        </p:nvSpPr>
        <p:spPr>
          <a:xfrm rot="5400000">
            <a:off x="1109262" y="5393239"/>
            <a:ext cx="848391" cy="1143334"/>
          </a:xfrm>
          <a:prstGeom prst="bentUpArrow">
            <a:avLst>
              <a:gd name="adj1" fmla="val 9961"/>
              <a:gd name="adj2" fmla="val 25000"/>
              <a:gd name="adj3" fmla="val 25000"/>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894DF64-79B4-8826-BE32-E2E455B05064}"/>
              </a:ext>
            </a:extLst>
          </p:cNvPr>
          <p:cNvSpPr txBox="1"/>
          <p:nvPr/>
        </p:nvSpPr>
        <p:spPr>
          <a:xfrm>
            <a:off x="5221354" y="4985493"/>
            <a:ext cx="6970646" cy="461665"/>
          </a:xfrm>
          <a:prstGeom prst="rect">
            <a:avLst/>
          </a:prstGeom>
          <a:noFill/>
        </p:spPr>
        <p:txBody>
          <a:bodyPr wrap="square" rtlCol="0">
            <a:spAutoFit/>
          </a:bodyPr>
          <a:lstStyle/>
          <a:p>
            <a:r>
              <a:rPr lang="ja-JP" altLang="en-US" sz="2400">
                <a:latin typeface="ＭＳ Ｐゴシック" panose="020B0600070205080204" pitchFamily="50" charset="-128"/>
                <a:ea typeface="ＭＳ Ｐゴシック" panose="020B0600070205080204" pitchFamily="50" charset="-128"/>
              </a:rPr>
              <a:t>＊これらのバイオマーカーが混在することも多々ある</a:t>
            </a:r>
            <a:endParaRPr kumimoji="1" lang="en-US" altLang="ja-JP" sz="2400">
              <a:latin typeface="ＭＳ Ｐゴシック" panose="020B0600070205080204" pitchFamily="50" charset="-128"/>
              <a:ea typeface="ＭＳ Ｐゴシック" panose="020B0600070205080204" pitchFamily="50" charset="-128"/>
            </a:endParaRPr>
          </a:p>
        </p:txBody>
      </p:sp>
      <p:sp>
        <p:nvSpPr>
          <p:cNvPr id="8" name="テキスト ボックス 7">
            <a:extLst>
              <a:ext uri="{FF2B5EF4-FFF2-40B4-BE49-F238E27FC236}">
                <a16:creationId xmlns:a16="http://schemas.microsoft.com/office/drawing/2014/main" id="{7DCACDDA-9125-07A5-F159-C7A319EF4F3F}"/>
              </a:ext>
            </a:extLst>
          </p:cNvPr>
          <p:cNvSpPr txBox="1"/>
          <p:nvPr/>
        </p:nvSpPr>
        <p:spPr>
          <a:xfrm>
            <a:off x="2640180" y="5909435"/>
            <a:ext cx="3608220" cy="830997"/>
          </a:xfrm>
          <a:prstGeom prst="rect">
            <a:avLst/>
          </a:prstGeom>
          <a:noFill/>
        </p:spPr>
        <p:txBody>
          <a:bodyPr wrap="square" rtlCol="0">
            <a:spAutoFit/>
          </a:bodyPr>
          <a:lstStyle/>
          <a:p>
            <a:r>
              <a:rPr kumimoji="1" lang="ja-JP" altLang="en-US" sz="2400">
                <a:latin typeface="ＭＳ Ｐゴシック" panose="020B0600070205080204" pitchFamily="50" charset="-128"/>
                <a:ea typeface="ＭＳ Ｐゴシック" panose="020B0600070205080204" pitchFamily="50" charset="-128"/>
              </a:rPr>
              <a:t>上述の</a:t>
            </a:r>
            <a:r>
              <a:rPr kumimoji="1" lang="en-US" altLang="ja-JP" sz="2400">
                <a:latin typeface="ＭＳ Ｐゴシック" panose="020B0600070205080204" pitchFamily="50" charset="-128"/>
                <a:ea typeface="ＭＳ Ｐゴシック" panose="020B0600070205080204" pitchFamily="50" charset="-128"/>
              </a:rPr>
              <a:t>3</a:t>
            </a:r>
            <a:r>
              <a:rPr kumimoji="1" lang="ja-JP" altLang="en-US" sz="2400">
                <a:latin typeface="ＭＳ Ｐゴシック" panose="020B0600070205080204" pitchFamily="50" charset="-128"/>
                <a:ea typeface="ＭＳ Ｐゴシック" panose="020B0600070205080204" pitchFamily="50" charset="-128"/>
              </a:rPr>
              <a:t>つがない</a:t>
            </a:r>
            <a:endParaRPr kumimoji="1" lang="en-US" altLang="ja-JP" sz="2400">
              <a:latin typeface="ＭＳ Ｐゴシック" panose="020B0600070205080204" pitchFamily="50" charset="-128"/>
              <a:ea typeface="ＭＳ Ｐゴシック" panose="020B0600070205080204" pitchFamily="50" charset="-128"/>
            </a:endParaRPr>
          </a:p>
          <a:p>
            <a:pPr marL="342900" indent="-342900">
              <a:buFont typeface="Wingdings" panose="05000000000000000000" pitchFamily="2" charset="2"/>
              <a:buChar char="Ø"/>
            </a:pPr>
            <a:r>
              <a:rPr kumimoji="1" lang="ja-JP" altLang="en-US" sz="2400">
                <a:latin typeface="ＭＳ Ｐゴシック" panose="020B0600070205080204" pitchFamily="50" charset="-128"/>
                <a:ea typeface="ＭＳ Ｐゴシック" panose="020B0600070205080204" pitchFamily="50" charset="-128"/>
              </a:rPr>
              <a:t>　正常</a:t>
            </a:r>
            <a:r>
              <a:rPr kumimoji="1" lang="en-US" altLang="ja-JP" sz="2400">
                <a:latin typeface="ＭＳ Ｐゴシック" panose="020B0600070205080204" pitchFamily="50" charset="-128"/>
                <a:ea typeface="ＭＳ Ｐゴシック" panose="020B0600070205080204" pitchFamily="50" charset="-128"/>
              </a:rPr>
              <a:t>(NORMAL)</a:t>
            </a:r>
          </a:p>
        </p:txBody>
      </p:sp>
    </p:spTree>
    <p:extLst>
      <p:ext uri="{BB962C8B-B14F-4D97-AF65-F5344CB8AC3E}">
        <p14:creationId xmlns:p14="http://schemas.microsoft.com/office/powerpoint/2010/main" val="1200261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背景</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 </a:t>
            </a:r>
          </a:p>
        </p:txBody>
      </p:sp>
      <p:sp>
        <p:nvSpPr>
          <p:cNvPr id="6" name="Title 1">
            <a:extLst>
              <a:ext uri="{FF2B5EF4-FFF2-40B4-BE49-F238E27FC236}">
                <a16:creationId xmlns:a16="http://schemas.microsoft.com/office/drawing/2014/main" id="{A7C41418-6D3E-A230-B34C-C799DEAB777B}"/>
              </a:ext>
            </a:extLst>
          </p:cNvPr>
          <p:cNvSpPr txBox="1">
            <a:spLocks/>
          </p:cNvSpPr>
          <p:nvPr/>
        </p:nvSpPr>
        <p:spPr>
          <a:xfrm>
            <a:off x="1684021" y="468897"/>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ja-JP" sz="2800">
                <a:solidFill>
                  <a:prstClr val="black"/>
                </a:solidFill>
                <a:latin typeface="Arial" panose="020B0604020202020204" pitchFamily="34" charset="0"/>
                <a:ea typeface="MS PGothic" panose="020B0600070205080204" pitchFamily="34" charset="-128"/>
                <a:cs typeface="Arial" panose="020B0604020202020204" pitchFamily="34" charset="0"/>
              </a:rPr>
              <a:t>AMD</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診断におけるバイオマーカー：</a:t>
            </a:r>
            <a:r>
              <a:rPr lang="en-US" altLang="ja-JP" sz="2800">
                <a:latin typeface="Arial" panose="020B0604020202020204" pitchFamily="34" charset="0"/>
                <a:ea typeface="MS PGothic" panose="020B0600070205080204" pitchFamily="34" charset="-128"/>
                <a:cs typeface="Arial" panose="020B0604020202020204" pitchFamily="34" charset="0"/>
              </a:rPr>
              <a:t>DRUSEN</a:t>
            </a:r>
            <a:endParaRPr kumimoji="1" lang="en-US" sz="2800" b="0" i="0" u="none" strike="noStrike" kern="1200" cap="none" spc="0" normalizeH="0" baseline="0" noProof="0">
              <a:ln>
                <a:noFill/>
              </a:ln>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7" name="テキスト ボックス 6">
            <a:extLst>
              <a:ext uri="{FF2B5EF4-FFF2-40B4-BE49-F238E27FC236}">
                <a16:creationId xmlns:a16="http://schemas.microsoft.com/office/drawing/2014/main" id="{2A1D9E80-1AF4-C01F-7054-903CF21165F8}"/>
              </a:ext>
            </a:extLst>
          </p:cNvPr>
          <p:cNvSpPr txBox="1"/>
          <p:nvPr/>
        </p:nvSpPr>
        <p:spPr>
          <a:xfrm>
            <a:off x="1480647" y="1442465"/>
            <a:ext cx="6323157" cy="830997"/>
          </a:xfrm>
          <a:prstGeom prst="rect">
            <a:avLst/>
          </a:prstGeom>
          <a:noFill/>
        </p:spPr>
        <p:txBody>
          <a:bodyPr wrap="square" rtlCol="0" anchor="ctr">
            <a:spAutoFit/>
          </a:bodyPr>
          <a:lstStyle/>
          <a:p>
            <a:pPr marL="342900" indent="-342900" algn="ctr">
              <a:buFont typeface="Arial" panose="020B0604020202020204" pitchFamily="34" charset="0"/>
              <a:buChar char="•"/>
            </a:pPr>
            <a:r>
              <a:rPr lang="en-US" altLang="ja-JP" sz="2400">
                <a:latin typeface="Arial" panose="020B0604020202020204" pitchFamily="34" charset="0"/>
                <a:ea typeface="MS PGothic" panose="020B0600070205080204" pitchFamily="34" charset="-128"/>
                <a:cs typeface="Arial" panose="020B0604020202020204" pitchFamily="34" charset="0"/>
              </a:rPr>
              <a:t>DRUSEN</a:t>
            </a:r>
            <a:r>
              <a:rPr lang="ja-JP" altLang="en-US" sz="2400">
                <a:latin typeface="Arial" panose="020B0604020202020204" pitchFamily="34" charset="0"/>
                <a:ea typeface="MS PGothic" panose="020B0600070205080204" pitchFamily="34" charset="-128"/>
                <a:cs typeface="Arial" panose="020B0604020202020204" pitchFamily="34" charset="0"/>
              </a:rPr>
              <a:t>：網膜下に蓄積する黄色の沈着物</a:t>
            </a:r>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1257300" lvl="2" indent="-342900" algn="ctr">
              <a:buFont typeface="Wingdings" panose="05000000000000000000" pitchFamily="2" charset="2"/>
              <a:buChar char="Ø"/>
            </a:pPr>
            <a:r>
              <a:rPr lang="ja-JP" altLang="en-US" sz="2400">
                <a:latin typeface="Arial" panose="020B0604020202020204" pitchFamily="34" charset="0"/>
                <a:ea typeface="MS PGothic" panose="020B0600070205080204" pitchFamily="34" charset="-128"/>
                <a:cs typeface="Arial" panose="020B0604020202020204" pitchFamily="34" charset="0"/>
              </a:rPr>
              <a:t>早期</a:t>
            </a:r>
            <a:r>
              <a:rPr lang="en-US" altLang="ja-JP" sz="2400">
                <a:latin typeface="Arial" panose="020B0604020202020204" pitchFamily="34" charset="0"/>
                <a:ea typeface="MS PGothic" panose="020B0600070205080204" pitchFamily="34" charset="-128"/>
                <a:cs typeface="Arial" panose="020B0604020202020204" pitchFamily="34" charset="0"/>
              </a:rPr>
              <a:t>/</a:t>
            </a:r>
            <a:r>
              <a:rPr lang="ja-JP" altLang="en-US" sz="2400">
                <a:latin typeface="Arial" panose="020B0604020202020204" pitchFamily="34" charset="0"/>
                <a:ea typeface="MS PGothic" panose="020B0600070205080204" pitchFamily="34" charset="-128"/>
                <a:cs typeface="Arial" panose="020B0604020202020204" pitchFamily="34" charset="0"/>
              </a:rPr>
              <a:t>中期</a:t>
            </a:r>
            <a:r>
              <a:rPr lang="en-US" altLang="ja-JP" sz="2400">
                <a:latin typeface="Arial" panose="020B0604020202020204" pitchFamily="34" charset="0"/>
                <a:ea typeface="MS PGothic" panose="020B0600070205080204" pitchFamily="34" charset="-128"/>
                <a:cs typeface="Arial" panose="020B0604020202020204" pitchFamily="34" charset="0"/>
              </a:rPr>
              <a:t>AMD</a:t>
            </a:r>
            <a:r>
              <a:rPr lang="ja-JP" altLang="en-US" sz="2400">
                <a:latin typeface="Arial" panose="020B0604020202020204" pitchFamily="34" charset="0"/>
                <a:ea typeface="MS PGothic" panose="020B0600070205080204" pitchFamily="34" charset="-128"/>
                <a:cs typeface="Arial" panose="020B0604020202020204" pitchFamily="34" charset="0"/>
              </a:rPr>
              <a:t>（</a:t>
            </a:r>
            <a:r>
              <a:rPr lang="en-US" altLang="ja-JP" sz="2400" err="1">
                <a:latin typeface="Arial" panose="020B0604020202020204" pitchFamily="34" charset="0"/>
                <a:ea typeface="MS PGothic" panose="020B0600070205080204" pitchFamily="34" charset="-128"/>
                <a:cs typeface="Arial" panose="020B0604020202020204" pitchFamily="34" charset="0"/>
              </a:rPr>
              <a:t>iAMD</a:t>
            </a:r>
            <a:r>
              <a:rPr lang="ja-JP" altLang="en-US" sz="2400">
                <a:latin typeface="Arial" panose="020B0604020202020204" pitchFamily="34" charset="0"/>
                <a:ea typeface="MS PGothic" panose="020B0600070205080204" pitchFamily="34" charset="-128"/>
                <a:cs typeface="Arial" panose="020B0604020202020204" pitchFamily="34" charset="0"/>
              </a:rPr>
              <a:t>）に見られる</a:t>
            </a:r>
            <a:endParaRPr lang="en-US" altLang="ja-JP" sz="2400">
              <a:latin typeface="Arial" panose="020B0604020202020204" pitchFamily="34" charset="0"/>
              <a:ea typeface="MS PGothic" panose="020B0600070205080204" pitchFamily="34" charset="-128"/>
              <a:cs typeface="Arial" panose="020B0604020202020204" pitchFamily="34" charset="0"/>
            </a:endParaRPr>
          </a:p>
        </p:txBody>
      </p:sp>
      <p:grpSp>
        <p:nvGrpSpPr>
          <p:cNvPr id="21" name="グループ化 20">
            <a:extLst>
              <a:ext uri="{FF2B5EF4-FFF2-40B4-BE49-F238E27FC236}">
                <a16:creationId xmlns:a16="http://schemas.microsoft.com/office/drawing/2014/main" id="{AC5B8FEA-0249-B4EC-C379-DB185D392B87}"/>
              </a:ext>
            </a:extLst>
          </p:cNvPr>
          <p:cNvGrpSpPr/>
          <p:nvPr/>
        </p:nvGrpSpPr>
        <p:grpSpPr>
          <a:xfrm>
            <a:off x="1684021" y="2926080"/>
            <a:ext cx="8062754" cy="3463022"/>
            <a:chOff x="595168" y="4861592"/>
            <a:chExt cx="8578917" cy="3878429"/>
          </a:xfrm>
        </p:grpSpPr>
        <p:grpSp>
          <p:nvGrpSpPr>
            <p:cNvPr id="9" name="グループ化 8">
              <a:extLst>
                <a:ext uri="{FF2B5EF4-FFF2-40B4-BE49-F238E27FC236}">
                  <a16:creationId xmlns:a16="http://schemas.microsoft.com/office/drawing/2014/main" id="{382A74AC-F7D5-8607-064D-9105398F8454}"/>
                </a:ext>
              </a:extLst>
            </p:cNvPr>
            <p:cNvGrpSpPr/>
            <p:nvPr/>
          </p:nvGrpSpPr>
          <p:grpSpPr>
            <a:xfrm>
              <a:off x="595168" y="4861592"/>
              <a:ext cx="8578917" cy="3878429"/>
              <a:chOff x="817748" y="5284219"/>
              <a:chExt cx="8578917" cy="3878429"/>
            </a:xfrm>
          </p:grpSpPr>
          <p:pic>
            <p:nvPicPr>
              <p:cNvPr id="5" name="図 4">
                <a:extLst>
                  <a:ext uri="{FF2B5EF4-FFF2-40B4-BE49-F238E27FC236}">
                    <a16:creationId xmlns:a16="http://schemas.microsoft.com/office/drawing/2014/main" id="{E91B7AB2-EB9C-BE22-1C7E-49CA378FA9C2}"/>
                  </a:ext>
                </a:extLst>
              </p:cNvPr>
              <p:cNvPicPr>
                <a:picLocks noChangeAspect="1"/>
              </p:cNvPicPr>
              <p:nvPr/>
            </p:nvPicPr>
            <p:blipFill>
              <a:blip r:embed="rId3"/>
              <a:stretch>
                <a:fillRect/>
              </a:stretch>
            </p:blipFill>
            <p:spPr>
              <a:xfrm>
                <a:off x="817748" y="5284219"/>
                <a:ext cx="8578917" cy="3878429"/>
              </a:xfrm>
              <a:prstGeom prst="rect">
                <a:avLst/>
              </a:prstGeom>
            </p:spPr>
          </p:pic>
          <p:sp>
            <p:nvSpPr>
              <p:cNvPr id="4" name="楕円 3">
                <a:extLst>
                  <a:ext uri="{FF2B5EF4-FFF2-40B4-BE49-F238E27FC236}">
                    <a16:creationId xmlns:a16="http://schemas.microsoft.com/office/drawing/2014/main" id="{63BCE924-6449-FB48-51E3-D419B7DABC26}"/>
                  </a:ext>
                </a:extLst>
              </p:cNvPr>
              <p:cNvSpPr/>
              <p:nvPr/>
            </p:nvSpPr>
            <p:spPr>
              <a:xfrm>
                <a:off x="3830310" y="6804249"/>
                <a:ext cx="438311" cy="419184"/>
              </a:xfrm>
              <a:prstGeom prst="ellipse">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grpSp>
        <p:sp>
          <p:nvSpPr>
            <p:cNvPr id="8" name="楕円 7">
              <a:extLst>
                <a:ext uri="{FF2B5EF4-FFF2-40B4-BE49-F238E27FC236}">
                  <a16:creationId xmlns:a16="http://schemas.microsoft.com/office/drawing/2014/main" id="{C1B31D98-E1FE-F103-8222-16E9212CCA9D}"/>
                </a:ext>
              </a:extLst>
            </p:cNvPr>
            <p:cNvSpPr/>
            <p:nvPr/>
          </p:nvSpPr>
          <p:spPr>
            <a:xfrm>
              <a:off x="5483225" y="6424010"/>
              <a:ext cx="438311" cy="419184"/>
            </a:xfrm>
            <a:prstGeom prst="ellipse">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5D76C744-B7A2-ED9C-C8FA-417989417791}"/>
                </a:ext>
              </a:extLst>
            </p:cNvPr>
            <p:cNvSpPr/>
            <p:nvPr/>
          </p:nvSpPr>
          <p:spPr>
            <a:xfrm>
              <a:off x="6668418" y="6438815"/>
              <a:ext cx="438311" cy="419184"/>
            </a:xfrm>
            <a:prstGeom prst="ellipse">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0ABB191C-5CDD-3C7E-219C-F2904D82F9C8}"/>
                </a:ext>
              </a:extLst>
            </p:cNvPr>
            <p:cNvSpPr/>
            <p:nvPr/>
          </p:nvSpPr>
          <p:spPr>
            <a:xfrm>
              <a:off x="7482940" y="6424010"/>
              <a:ext cx="438311" cy="419184"/>
            </a:xfrm>
            <a:prstGeom prst="ellipse">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grpSp>
    </p:spTree>
    <p:extLst>
      <p:ext uri="{BB962C8B-B14F-4D97-AF65-F5344CB8AC3E}">
        <p14:creationId xmlns:p14="http://schemas.microsoft.com/office/powerpoint/2010/main" val="1366325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背景</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635253" y="468898"/>
            <a:ext cx="10125602"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ja-JP" sz="2800">
                <a:solidFill>
                  <a:prstClr val="black"/>
                </a:solidFill>
                <a:latin typeface="Arial" panose="020B0604020202020204" pitchFamily="34" charset="0"/>
                <a:ea typeface="MS PGothic" panose="020B0600070205080204" pitchFamily="34" charset="-128"/>
                <a:cs typeface="Arial" panose="020B0604020202020204" pitchFamily="34" charset="0"/>
              </a:rPr>
              <a:t>AMD</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診断におけるバイオマーカー：</a:t>
            </a:r>
            <a:r>
              <a:rPr lang="en-US" altLang="zh-CN" sz="2800">
                <a:latin typeface="Arial" panose="020B0604020202020204" pitchFamily="34" charset="0"/>
                <a:ea typeface="MS PGothic" panose="020B0600070205080204" pitchFamily="34" charset="-128"/>
                <a:cs typeface="Arial" panose="020B0604020202020204" pitchFamily="34" charset="0"/>
              </a:rPr>
              <a:t>MNV</a:t>
            </a:r>
            <a:endParaRPr kumimoji="1" lang="en-US" sz="2800" b="0" i="0" u="none" strike="noStrike" kern="1200" cap="none" spc="0" normalizeH="0" baseline="0" noProof="0">
              <a:ln>
                <a:noFill/>
              </a:ln>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 name="テキスト ボックス 4">
            <a:extLst>
              <a:ext uri="{FF2B5EF4-FFF2-40B4-BE49-F238E27FC236}">
                <a16:creationId xmlns:a16="http://schemas.microsoft.com/office/drawing/2014/main" id="{B291250F-1D31-1865-7156-56EC4AB2D687}"/>
              </a:ext>
            </a:extLst>
          </p:cNvPr>
          <p:cNvSpPr txBox="1"/>
          <p:nvPr/>
        </p:nvSpPr>
        <p:spPr>
          <a:xfrm>
            <a:off x="2022298" y="1590149"/>
            <a:ext cx="8792272" cy="1200329"/>
          </a:xfrm>
          <a:prstGeom prst="rect">
            <a:avLst/>
          </a:prstGeom>
          <a:noFill/>
        </p:spPr>
        <p:txBody>
          <a:bodyPr wrap="square" rtlCol="0" anchor="ctr">
            <a:spAutoFit/>
          </a:bodyPr>
          <a:lstStyle/>
          <a:p>
            <a:pPr marL="342900" indent="-342900">
              <a:buFont typeface="Arial" panose="020B0604020202020204" pitchFamily="34" charset="0"/>
              <a:buChar char="•"/>
            </a:pPr>
            <a:r>
              <a:rPr lang="en-US" altLang="zh-CN" sz="2400">
                <a:latin typeface="Arial" panose="020B0604020202020204" pitchFamily="34" charset="0"/>
                <a:ea typeface="MS PGothic" panose="020B0600070205080204" pitchFamily="34" charset="-128"/>
                <a:cs typeface="Arial" panose="020B0604020202020204" pitchFamily="34" charset="0"/>
              </a:rPr>
              <a:t>MNV</a:t>
            </a:r>
            <a:r>
              <a:rPr lang="ja-JP" altLang="en-US" sz="2400">
                <a:latin typeface="Arial" panose="020B0604020202020204" pitchFamily="34" charset="0"/>
                <a:ea typeface="MS PGothic" panose="020B0600070205080204" pitchFamily="34" charset="-128"/>
                <a:cs typeface="Arial" panose="020B0604020202020204" pitchFamily="34" charset="0"/>
              </a:rPr>
              <a:t>：脈絡膜から新生血管が網膜下に成長する病態で、出血や</a:t>
            </a:r>
            <a:endParaRPr lang="en-US" altLang="ja-JP" sz="2400">
              <a:latin typeface="Arial" panose="020B0604020202020204" pitchFamily="34" charset="0"/>
              <a:ea typeface="MS PGothic" panose="020B0600070205080204" pitchFamily="34" charset="-128"/>
              <a:cs typeface="Arial" panose="020B0604020202020204" pitchFamily="34" charset="0"/>
            </a:endParaRPr>
          </a:p>
          <a:p>
            <a:r>
              <a:rPr lang="ja-JP" altLang="en-US" sz="2400">
                <a:latin typeface="Arial" panose="020B0604020202020204" pitchFamily="34" charset="0"/>
                <a:ea typeface="MS PGothic" panose="020B0600070205080204" pitchFamily="34" charset="-128"/>
                <a:cs typeface="Arial" panose="020B0604020202020204" pitchFamily="34" charset="0"/>
              </a:rPr>
              <a:t>　　　　　　　　　　　　　　　　液体が漏出　　　　　　　　</a:t>
            </a:r>
            <a:endParaRPr lang="en-US" altLang="zh-CN" sz="2400">
              <a:latin typeface="Arial" panose="020B0604020202020204" pitchFamily="34" charset="0"/>
              <a:ea typeface="MS PGothic" panose="020B0600070205080204" pitchFamily="34" charset="-128"/>
              <a:cs typeface="Arial" panose="020B0604020202020204" pitchFamily="34" charset="0"/>
            </a:endParaRPr>
          </a:p>
          <a:p>
            <a:pPr marL="1257300" lvl="2" indent="-342900">
              <a:buFont typeface="Wingdings" panose="05000000000000000000" pitchFamily="2" charset="2"/>
              <a:buChar char="Ø"/>
            </a:pPr>
            <a:r>
              <a:rPr lang="ja-JP" altLang="en-US" sz="2400">
                <a:latin typeface="Arial" panose="020B0604020202020204" pitchFamily="34" charset="0"/>
                <a:ea typeface="MS PGothic" panose="020B0600070205080204" pitchFamily="34" charset="-128"/>
                <a:cs typeface="Arial" panose="020B0604020202020204" pitchFamily="34" charset="0"/>
              </a:rPr>
              <a:t>湿性</a:t>
            </a:r>
            <a:r>
              <a:rPr lang="en-US" altLang="ja-JP" sz="2400">
                <a:latin typeface="Arial" panose="020B0604020202020204" pitchFamily="34" charset="0"/>
                <a:ea typeface="MS PGothic" panose="020B0600070205080204" pitchFamily="34" charset="-128"/>
                <a:cs typeface="Arial" panose="020B0604020202020204" pitchFamily="34" charset="0"/>
              </a:rPr>
              <a:t>AMD</a:t>
            </a:r>
            <a:r>
              <a:rPr lang="ja-JP" altLang="en-US" sz="2400">
                <a:latin typeface="Arial" panose="020B0604020202020204" pitchFamily="34" charset="0"/>
                <a:ea typeface="MS PGothic" panose="020B0600070205080204" pitchFamily="34" charset="-128"/>
                <a:cs typeface="Arial" panose="020B0604020202020204" pitchFamily="34" charset="0"/>
              </a:rPr>
              <a:t>（新生血管性</a:t>
            </a:r>
            <a:r>
              <a:rPr lang="en-US" altLang="ja-JP" sz="2400">
                <a:latin typeface="Arial" panose="020B0604020202020204" pitchFamily="34" charset="0"/>
                <a:ea typeface="MS PGothic" panose="020B0600070205080204" pitchFamily="34" charset="-128"/>
                <a:cs typeface="Arial" panose="020B0604020202020204" pitchFamily="34" charset="0"/>
              </a:rPr>
              <a:t>AMD, </a:t>
            </a:r>
            <a:r>
              <a:rPr lang="en-US" altLang="ja-JP" sz="2400" err="1">
                <a:latin typeface="Arial" panose="020B0604020202020204" pitchFamily="34" charset="0"/>
                <a:ea typeface="MS PGothic" panose="020B0600070205080204" pitchFamily="34" charset="-128"/>
                <a:cs typeface="Arial" panose="020B0604020202020204" pitchFamily="34" charset="0"/>
              </a:rPr>
              <a:t>nAMD</a:t>
            </a:r>
            <a:r>
              <a:rPr lang="ja-JP" altLang="en-US" sz="2400">
                <a:latin typeface="Arial" panose="020B0604020202020204" pitchFamily="34" charset="0"/>
                <a:ea typeface="MS PGothic" panose="020B0600070205080204" pitchFamily="34" charset="-128"/>
                <a:cs typeface="Arial" panose="020B0604020202020204" pitchFamily="34" charset="0"/>
              </a:rPr>
              <a:t>）</a:t>
            </a:r>
            <a:r>
              <a:rPr lang="en-US" altLang="ja-JP" sz="2400">
                <a:latin typeface="Arial" panose="020B0604020202020204" pitchFamily="34" charset="0"/>
                <a:ea typeface="MS PGothic" panose="020B0600070205080204" pitchFamily="34" charset="-128"/>
                <a:cs typeface="Arial" panose="020B0604020202020204" pitchFamily="34" charset="0"/>
              </a:rPr>
              <a:t>	</a:t>
            </a:r>
          </a:p>
        </p:txBody>
      </p:sp>
      <p:grpSp>
        <p:nvGrpSpPr>
          <p:cNvPr id="6" name="グループ化 5">
            <a:extLst>
              <a:ext uri="{FF2B5EF4-FFF2-40B4-BE49-F238E27FC236}">
                <a16:creationId xmlns:a16="http://schemas.microsoft.com/office/drawing/2014/main" id="{91B867DD-31AC-5EDB-24FD-034DE47B6676}"/>
              </a:ext>
            </a:extLst>
          </p:cNvPr>
          <p:cNvGrpSpPr/>
          <p:nvPr/>
        </p:nvGrpSpPr>
        <p:grpSpPr>
          <a:xfrm>
            <a:off x="2022298" y="3186383"/>
            <a:ext cx="7641466" cy="3447333"/>
            <a:chOff x="6059487" y="3465513"/>
            <a:chExt cx="5627453" cy="2493624"/>
          </a:xfrm>
        </p:grpSpPr>
        <p:pic>
          <p:nvPicPr>
            <p:cNvPr id="10" name="図 9">
              <a:extLst>
                <a:ext uri="{FF2B5EF4-FFF2-40B4-BE49-F238E27FC236}">
                  <a16:creationId xmlns:a16="http://schemas.microsoft.com/office/drawing/2014/main" id="{2E343D34-2949-B24A-9851-1415F122B393}"/>
                </a:ext>
              </a:extLst>
            </p:cNvPr>
            <p:cNvPicPr>
              <a:picLocks noChangeAspect="1"/>
            </p:cNvPicPr>
            <p:nvPr/>
          </p:nvPicPr>
          <p:blipFill rotWithShape="1">
            <a:blip r:embed="rId3"/>
            <a:srcRect b="17636"/>
            <a:stretch/>
          </p:blipFill>
          <p:spPr>
            <a:xfrm>
              <a:off x="6059487" y="3465513"/>
              <a:ext cx="5627453" cy="2493624"/>
            </a:xfrm>
            <a:prstGeom prst="rect">
              <a:avLst/>
            </a:prstGeom>
          </p:spPr>
        </p:pic>
        <p:sp>
          <p:nvSpPr>
            <p:cNvPr id="11" name="楕円 10">
              <a:extLst>
                <a:ext uri="{FF2B5EF4-FFF2-40B4-BE49-F238E27FC236}">
                  <a16:creationId xmlns:a16="http://schemas.microsoft.com/office/drawing/2014/main" id="{157A5441-2EE8-5D7B-C452-31BE464CB41A}"/>
                </a:ext>
              </a:extLst>
            </p:cNvPr>
            <p:cNvSpPr/>
            <p:nvPr/>
          </p:nvSpPr>
          <p:spPr>
            <a:xfrm>
              <a:off x="8083296" y="3816096"/>
              <a:ext cx="1731264" cy="877824"/>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560814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背景</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635253" y="42952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ja-JP" sz="2800">
                <a:solidFill>
                  <a:prstClr val="black"/>
                </a:solidFill>
                <a:latin typeface="Arial" panose="020B0604020202020204" pitchFamily="34" charset="0"/>
                <a:ea typeface="MS PGothic" panose="020B0600070205080204" pitchFamily="34" charset="-128"/>
                <a:cs typeface="Arial" panose="020B0604020202020204" pitchFamily="34" charset="0"/>
              </a:rPr>
              <a:t>AMD</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診断におけるバイオマーカー：</a:t>
            </a:r>
            <a:r>
              <a:rPr kumimoji="1" lang="en-US" altLang="ja-JP" sz="2800">
                <a:latin typeface="Arial" panose="020B0604020202020204" pitchFamily="34" charset="0"/>
                <a:ea typeface="MS PGothic" panose="020B0600070205080204" pitchFamily="34" charset="-128"/>
                <a:cs typeface="Arial" panose="020B0604020202020204" pitchFamily="34" charset="0"/>
              </a:rPr>
              <a:t>MA</a:t>
            </a:r>
            <a:endParaRPr kumimoji="1" lang="en-US" sz="2800" b="0" i="0" u="none" strike="noStrike" kern="1200" cap="none" spc="0" normalizeH="0" baseline="0" noProof="0">
              <a:ln>
                <a:noFill/>
              </a:ln>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 name="テキスト ボックス 4">
            <a:extLst>
              <a:ext uri="{FF2B5EF4-FFF2-40B4-BE49-F238E27FC236}">
                <a16:creationId xmlns:a16="http://schemas.microsoft.com/office/drawing/2014/main" id="{B291250F-1D31-1865-7156-56EC4AB2D687}"/>
              </a:ext>
            </a:extLst>
          </p:cNvPr>
          <p:cNvSpPr txBox="1"/>
          <p:nvPr/>
        </p:nvSpPr>
        <p:spPr>
          <a:xfrm>
            <a:off x="2049802" y="1615460"/>
            <a:ext cx="6352793" cy="830997"/>
          </a:xfrm>
          <a:prstGeom prst="rect">
            <a:avLst/>
          </a:prstGeom>
          <a:noFill/>
        </p:spPr>
        <p:txBody>
          <a:bodyPr wrap="square" rtlCol="0" anchor="ctr">
            <a:spAutoFit/>
          </a:bodyPr>
          <a:lstStyle/>
          <a:p>
            <a:pPr marL="342900" indent="-342900">
              <a:buFont typeface="Arial" panose="020B0604020202020204" pitchFamily="34" charset="0"/>
              <a:buChar char="•"/>
            </a:pPr>
            <a:r>
              <a:rPr kumimoji="1" lang="en-US" altLang="ja-JP" sz="2400">
                <a:latin typeface="Arial" panose="020B0604020202020204" pitchFamily="34" charset="0"/>
                <a:ea typeface="MS PGothic" panose="020B0600070205080204" pitchFamily="34" charset="-128"/>
                <a:cs typeface="Arial" panose="020B0604020202020204" pitchFamily="34" charset="0"/>
              </a:rPr>
              <a:t>MA</a:t>
            </a:r>
            <a:r>
              <a:rPr kumimoji="1" lang="ja-JP" altLang="en-US" sz="2400">
                <a:latin typeface="Arial" panose="020B0604020202020204" pitchFamily="34" charset="0"/>
                <a:ea typeface="MS PGothic" panose="020B0600070205080204" pitchFamily="34" charset="-128"/>
                <a:cs typeface="Arial" panose="020B0604020202020204" pitchFamily="34" charset="0"/>
              </a:rPr>
              <a:t>：網膜の組織が徐々に薄くなり、萎縮する</a:t>
            </a:r>
            <a:endParaRPr kumimoji="1" lang="en-US" altLang="ja-JP" sz="2400">
              <a:latin typeface="Arial" panose="020B0604020202020204" pitchFamily="34" charset="0"/>
              <a:ea typeface="MS PGothic" panose="020B0600070205080204" pitchFamily="34" charset="-128"/>
              <a:cs typeface="Arial" panose="020B0604020202020204" pitchFamily="34" charset="0"/>
            </a:endParaRPr>
          </a:p>
          <a:p>
            <a:pPr marL="1257300" lvl="2" indent="-342900">
              <a:buFont typeface="Wingdings" panose="05000000000000000000" pitchFamily="2" charset="2"/>
              <a:buChar char="Ø"/>
            </a:pPr>
            <a:r>
              <a:rPr kumimoji="1" lang="ja-JP" altLang="en-US" sz="2400">
                <a:latin typeface="Arial" panose="020B0604020202020204" pitchFamily="34" charset="0"/>
                <a:ea typeface="MS PGothic" panose="020B0600070205080204" pitchFamily="34" charset="-128"/>
                <a:cs typeface="Arial" panose="020B0604020202020204" pitchFamily="34" charset="0"/>
              </a:rPr>
              <a:t>乾性</a:t>
            </a:r>
            <a:r>
              <a:rPr kumimoji="1" lang="en-US" altLang="ja-JP" sz="2400">
                <a:latin typeface="Arial" panose="020B0604020202020204" pitchFamily="34" charset="0"/>
                <a:ea typeface="MS PGothic" panose="020B0600070205080204" pitchFamily="34" charset="-128"/>
                <a:cs typeface="Arial" panose="020B0604020202020204" pitchFamily="34" charset="0"/>
              </a:rPr>
              <a:t>AMD</a:t>
            </a:r>
            <a:r>
              <a:rPr kumimoji="1" lang="ja-JP" altLang="en-US" sz="2400">
                <a:latin typeface="Arial" panose="020B0604020202020204" pitchFamily="34" charset="0"/>
                <a:ea typeface="MS PGothic" panose="020B0600070205080204" pitchFamily="34" charset="-128"/>
                <a:cs typeface="Arial" panose="020B0604020202020204" pitchFamily="34" charset="0"/>
              </a:rPr>
              <a:t>（萎縮型</a:t>
            </a:r>
            <a:r>
              <a:rPr kumimoji="1" lang="en-US" altLang="ja-JP" sz="2400">
                <a:latin typeface="Arial" panose="020B0604020202020204" pitchFamily="34" charset="0"/>
                <a:ea typeface="MS PGothic" panose="020B0600070205080204" pitchFamily="34" charset="-128"/>
                <a:cs typeface="Arial" panose="020B0604020202020204" pitchFamily="34" charset="0"/>
              </a:rPr>
              <a:t>AMD, GA</a:t>
            </a:r>
            <a:r>
              <a:rPr kumimoji="1" lang="ja-JP" altLang="en-US" sz="2400">
                <a:latin typeface="Arial" panose="020B0604020202020204" pitchFamily="34" charset="0"/>
                <a:ea typeface="MS PGothic" panose="020B0600070205080204" pitchFamily="34" charset="-128"/>
                <a:cs typeface="Arial" panose="020B0604020202020204" pitchFamily="34" charset="0"/>
              </a:rPr>
              <a:t>）</a:t>
            </a:r>
            <a:endParaRPr kumimoji="1" lang="en-US" altLang="ja-JP" sz="2400">
              <a:latin typeface="Arial" panose="020B0604020202020204" pitchFamily="34" charset="0"/>
              <a:ea typeface="MS PGothic" panose="020B0600070205080204" pitchFamily="34" charset="-128"/>
              <a:cs typeface="Arial" panose="020B0604020202020204" pitchFamily="34" charset="0"/>
            </a:endParaRPr>
          </a:p>
        </p:txBody>
      </p:sp>
      <p:grpSp>
        <p:nvGrpSpPr>
          <p:cNvPr id="9" name="グループ化 8">
            <a:extLst>
              <a:ext uri="{FF2B5EF4-FFF2-40B4-BE49-F238E27FC236}">
                <a16:creationId xmlns:a16="http://schemas.microsoft.com/office/drawing/2014/main" id="{68DC5F24-37EB-C11E-0138-C2EADE93CF13}"/>
              </a:ext>
            </a:extLst>
          </p:cNvPr>
          <p:cNvGrpSpPr/>
          <p:nvPr/>
        </p:nvGrpSpPr>
        <p:grpSpPr>
          <a:xfrm>
            <a:off x="1635253" y="3041583"/>
            <a:ext cx="8466011" cy="3540024"/>
            <a:chOff x="1905211" y="3611245"/>
            <a:chExt cx="7784170" cy="2958815"/>
          </a:xfrm>
        </p:grpSpPr>
        <p:pic>
          <p:nvPicPr>
            <p:cNvPr id="7" name="図 6">
              <a:extLst>
                <a:ext uri="{FF2B5EF4-FFF2-40B4-BE49-F238E27FC236}">
                  <a16:creationId xmlns:a16="http://schemas.microsoft.com/office/drawing/2014/main" id="{CBB6DF92-0AC5-F259-A046-17EBE422094B}"/>
                </a:ext>
              </a:extLst>
            </p:cNvPr>
            <p:cNvPicPr>
              <a:picLocks noChangeAspect="1"/>
            </p:cNvPicPr>
            <p:nvPr/>
          </p:nvPicPr>
          <p:blipFill rotWithShape="1">
            <a:blip r:embed="rId3"/>
            <a:srcRect t="8104" b="43767"/>
            <a:stretch/>
          </p:blipFill>
          <p:spPr>
            <a:xfrm>
              <a:off x="1905211" y="3611245"/>
              <a:ext cx="7784170" cy="2958815"/>
            </a:xfrm>
            <a:prstGeom prst="rect">
              <a:avLst/>
            </a:prstGeom>
          </p:spPr>
        </p:pic>
        <p:sp>
          <p:nvSpPr>
            <p:cNvPr id="8" name="楕円 7">
              <a:extLst>
                <a:ext uri="{FF2B5EF4-FFF2-40B4-BE49-F238E27FC236}">
                  <a16:creationId xmlns:a16="http://schemas.microsoft.com/office/drawing/2014/main" id="{DD1B7670-0836-9D21-C091-621267DAB3BA}"/>
                </a:ext>
              </a:extLst>
            </p:cNvPr>
            <p:cNvSpPr/>
            <p:nvPr/>
          </p:nvSpPr>
          <p:spPr>
            <a:xfrm>
              <a:off x="5797296" y="4976622"/>
              <a:ext cx="1731264" cy="877824"/>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302438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DBE35-2848-ACCB-41FC-35AFFE61DE01}"/>
              </a:ext>
            </a:extLst>
          </p:cNvPr>
          <p:cNvSpPr txBox="1">
            <a:spLocks/>
          </p:cNvSpPr>
          <p:nvPr/>
        </p:nvSpPr>
        <p:spPr>
          <a:xfrm>
            <a:off x="377408" y="619989"/>
            <a:ext cx="9918315"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目的</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テキスト ボックス 2">
            <a:extLst>
              <a:ext uri="{FF2B5EF4-FFF2-40B4-BE49-F238E27FC236}">
                <a16:creationId xmlns:a16="http://schemas.microsoft.com/office/drawing/2014/main" id="{3489893A-F54C-D5D4-7DDC-1E35718BE666}"/>
              </a:ext>
            </a:extLst>
          </p:cNvPr>
          <p:cNvSpPr txBox="1"/>
          <p:nvPr/>
        </p:nvSpPr>
        <p:spPr>
          <a:xfrm>
            <a:off x="1047298" y="2521059"/>
            <a:ext cx="9602117" cy="2554545"/>
          </a:xfrm>
          <a:prstGeom prst="rect">
            <a:avLst/>
          </a:prstGeom>
          <a:noFill/>
        </p:spPr>
        <p:txBody>
          <a:bodyPr wrap="square" rtlCol="0">
            <a:spAutoFit/>
          </a:bodyPr>
          <a:lstStyle/>
          <a:p>
            <a:r>
              <a:rPr kumimoji="1" lang="ja-JP" altLang="en-US" sz="3200">
                <a:latin typeface="ＭＳ Ｐゴシック" panose="020B0600070205080204" pitchFamily="50" charset="-128"/>
                <a:ea typeface="ＭＳ Ｐゴシック" panose="020B0600070205080204" pitchFamily="50" charset="-128"/>
                <a:cs typeface="Arial" panose="020B0604020202020204" pitchFamily="34" charset="0"/>
              </a:rPr>
              <a:t>実世界の</a:t>
            </a:r>
            <a:r>
              <a:rPr kumimoji="1" lang="en-US" altLang="ja-JP" sz="3200">
                <a:latin typeface="ＭＳ Ｐゴシック" panose="020B0600070205080204" pitchFamily="50" charset="-128"/>
                <a:ea typeface="ＭＳ Ｐゴシック" panose="020B0600070205080204" pitchFamily="50" charset="-128"/>
                <a:cs typeface="Arial" panose="020B0604020202020204" pitchFamily="34" charset="0"/>
              </a:rPr>
              <a:t>OCT</a:t>
            </a:r>
            <a:r>
              <a:rPr kumimoji="1" lang="ja-JP" altLang="en-US" sz="3200">
                <a:latin typeface="ＭＳ Ｐゴシック" panose="020B0600070205080204" pitchFamily="50" charset="-128"/>
                <a:ea typeface="ＭＳ Ｐゴシック" panose="020B0600070205080204" pitchFamily="50" charset="-128"/>
                <a:cs typeface="Arial" panose="020B0604020202020204" pitchFamily="34" charset="0"/>
              </a:rPr>
              <a:t>データセットから</a:t>
            </a:r>
            <a:r>
              <a:rPr lang="ja-JP" altLang="en-US" sz="3200">
                <a:latin typeface="ＭＳ Ｐゴシック" panose="020B0600070205080204" pitchFamily="50" charset="-128"/>
                <a:ea typeface="ＭＳ Ｐゴシック" panose="020B0600070205080204" pitchFamily="50" charset="-128"/>
                <a:cs typeface="Arial" panose="020B0604020202020204" pitchFamily="34" charset="0"/>
              </a:rPr>
              <a:t>、</a:t>
            </a:r>
            <a:r>
              <a:rPr lang="en-US" altLang="ja-JP" sz="3200">
                <a:latin typeface="ＭＳ Ｐゴシック" panose="020B0600070205080204" pitchFamily="50" charset="-128"/>
                <a:ea typeface="ＭＳ Ｐゴシック" panose="020B0600070205080204" pitchFamily="50" charset="-128"/>
                <a:cs typeface="Arial" panose="020B0604020202020204" pitchFamily="34" charset="0"/>
              </a:rPr>
              <a:t>AMD</a:t>
            </a:r>
            <a:r>
              <a:rPr lang="ja-JP" altLang="en-US" sz="3200">
                <a:latin typeface="ＭＳ Ｐゴシック" panose="020B0600070205080204" pitchFamily="50" charset="-128"/>
                <a:ea typeface="ＭＳ Ｐゴシック" panose="020B0600070205080204" pitchFamily="50" charset="-128"/>
                <a:cs typeface="Arial" panose="020B0604020202020204" pitchFamily="34" charset="0"/>
              </a:rPr>
              <a:t>患者の</a:t>
            </a:r>
            <a:r>
              <a:rPr lang="en-US" altLang="ja-JP" sz="3200">
                <a:latin typeface="ＭＳ Ｐゴシック" panose="020B0600070205080204" pitchFamily="50" charset="-128"/>
                <a:ea typeface="ＭＳ Ｐゴシック" panose="020B0600070205080204" pitchFamily="50" charset="-128"/>
                <a:cs typeface="Arial" panose="020B0604020202020204" pitchFamily="34" charset="0"/>
              </a:rPr>
              <a:t>3D-OCT</a:t>
            </a:r>
            <a:r>
              <a:rPr lang="ja-JP" altLang="en-US" sz="3200">
                <a:latin typeface="ＭＳ Ｐゴシック" panose="020B0600070205080204" pitchFamily="50" charset="-128"/>
                <a:ea typeface="ＭＳ Ｐゴシック" panose="020B0600070205080204" pitchFamily="50" charset="-128"/>
                <a:cs typeface="Arial" panose="020B0604020202020204" pitchFamily="34" charset="0"/>
              </a:rPr>
              <a:t> </a:t>
            </a:r>
            <a:r>
              <a:rPr lang="en-US" altLang="ja-JP" sz="3200">
                <a:latin typeface="ＭＳ Ｐゴシック" panose="020B0600070205080204" pitchFamily="50" charset="-128"/>
                <a:ea typeface="ＭＳ Ｐゴシック" panose="020B0600070205080204" pitchFamily="50" charset="-128"/>
                <a:cs typeface="Arial" panose="020B0604020202020204" pitchFamily="34" charset="0"/>
              </a:rPr>
              <a:t>volume</a:t>
            </a:r>
            <a:r>
              <a:rPr lang="ja-JP" altLang="en-US" sz="3200">
                <a:latin typeface="ＭＳ Ｐゴシック" panose="020B0600070205080204" pitchFamily="50" charset="-128"/>
                <a:ea typeface="ＭＳ Ｐゴシック" panose="020B0600070205080204" pitchFamily="50" charset="-128"/>
                <a:cs typeface="Arial" panose="020B0604020202020204" pitchFamily="34" charset="0"/>
              </a:rPr>
              <a:t>を正常（</a:t>
            </a:r>
            <a:r>
              <a:rPr lang="en-US" altLang="ja-JP" sz="3200">
                <a:latin typeface="ＭＳ Ｐゴシック" panose="020B0600070205080204" pitchFamily="50" charset="-128"/>
                <a:ea typeface="ＭＳ Ｐゴシック" panose="020B0600070205080204" pitchFamily="50" charset="-128"/>
                <a:cs typeface="Arial" panose="020B0604020202020204" pitchFamily="34" charset="0"/>
              </a:rPr>
              <a:t>NORMAL</a:t>
            </a:r>
            <a:r>
              <a:rPr lang="ja-JP" altLang="en-US" sz="3200">
                <a:latin typeface="ＭＳ Ｐゴシック" panose="020B0600070205080204" pitchFamily="50" charset="-128"/>
                <a:ea typeface="ＭＳ Ｐゴシック" panose="020B0600070205080204" pitchFamily="50" charset="-128"/>
                <a:cs typeface="Arial" panose="020B0604020202020204" pitchFamily="34" charset="0"/>
              </a:rPr>
              <a:t>）、ドルーゼン（</a:t>
            </a:r>
            <a:r>
              <a:rPr lang="en-US" altLang="ja-JP" sz="3200">
                <a:latin typeface="ＭＳ Ｐゴシック" panose="020B0600070205080204" pitchFamily="50" charset="-128"/>
                <a:ea typeface="ＭＳ Ｐゴシック" panose="020B0600070205080204" pitchFamily="50" charset="-128"/>
                <a:cs typeface="Arial" panose="020B0604020202020204" pitchFamily="34" charset="0"/>
              </a:rPr>
              <a:t>DORUSEN</a:t>
            </a:r>
            <a:r>
              <a:rPr lang="ja-JP" altLang="en-US" sz="3200">
                <a:latin typeface="ＭＳ Ｐゴシック" panose="020B0600070205080204" pitchFamily="50" charset="-128"/>
                <a:ea typeface="ＭＳ Ｐゴシック" panose="020B0600070205080204" pitchFamily="50" charset="-128"/>
                <a:cs typeface="Arial" panose="020B0604020202020204" pitchFamily="34" charset="0"/>
              </a:rPr>
              <a:t>）、</a:t>
            </a:r>
            <a:r>
              <a:rPr lang="zh-CN" altLang="en-US" sz="3200">
                <a:latin typeface="ＭＳ Ｐゴシック" panose="020B0600070205080204" pitchFamily="50" charset="-128"/>
                <a:ea typeface="ＭＳ Ｐゴシック" panose="020B0600070205080204" pitchFamily="50" charset="-128"/>
                <a:cs typeface="Arial" panose="020B0604020202020204" pitchFamily="34" charset="0"/>
              </a:rPr>
              <a:t>黄斑新生血管（</a:t>
            </a:r>
            <a:r>
              <a:rPr lang="en-US" altLang="zh-CN" sz="3200">
                <a:latin typeface="ＭＳ Ｐゴシック" panose="020B0600070205080204" pitchFamily="50" charset="-128"/>
                <a:ea typeface="ＭＳ Ｐゴシック" panose="020B0600070205080204" pitchFamily="50" charset="-128"/>
                <a:cs typeface="Arial" panose="020B0604020202020204" pitchFamily="34" charset="0"/>
              </a:rPr>
              <a:t>MNV</a:t>
            </a:r>
            <a:r>
              <a:rPr lang="zh-CN" altLang="en-US" sz="3200">
                <a:latin typeface="ＭＳ Ｐゴシック" panose="020B0600070205080204" pitchFamily="50" charset="-128"/>
                <a:ea typeface="ＭＳ Ｐゴシック" panose="020B0600070205080204" pitchFamily="50" charset="-128"/>
                <a:cs typeface="Arial" panose="020B0604020202020204" pitchFamily="34" charset="0"/>
              </a:rPr>
              <a:t>）、黄斑萎縮（</a:t>
            </a:r>
            <a:r>
              <a:rPr lang="en-US" altLang="zh-CN" sz="3200">
                <a:latin typeface="ＭＳ Ｐゴシック" panose="020B0600070205080204" pitchFamily="50" charset="-128"/>
                <a:ea typeface="ＭＳ Ｐゴシック" panose="020B0600070205080204" pitchFamily="50" charset="-128"/>
                <a:cs typeface="Arial" panose="020B0604020202020204" pitchFamily="34" charset="0"/>
              </a:rPr>
              <a:t>MA</a:t>
            </a:r>
            <a:r>
              <a:rPr lang="ja-JP" altLang="en-US" sz="3200">
                <a:latin typeface="ＭＳ Ｐゴシック" panose="020B0600070205080204" pitchFamily="50" charset="-128"/>
                <a:ea typeface="ＭＳ Ｐゴシック" panose="020B0600070205080204" pitchFamily="50" charset="-128"/>
                <a:cs typeface="Arial" panose="020B0604020202020204" pitchFamily="34" charset="0"/>
              </a:rPr>
              <a:t>）を含む網膜の存在を予測する二段階のディープラーニングアプローチの構築と評価すること</a:t>
            </a:r>
            <a:endParaRPr lang="en-US" altLang="ja-JP" sz="3200"/>
          </a:p>
        </p:txBody>
      </p:sp>
    </p:spTree>
    <p:extLst>
      <p:ext uri="{BB962C8B-B14F-4D97-AF65-F5344CB8AC3E}">
        <p14:creationId xmlns:p14="http://schemas.microsoft.com/office/powerpoint/2010/main" val="1059438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DBE35-2848-ACCB-41FC-35AFFE61DE01}"/>
              </a:ext>
            </a:extLst>
          </p:cNvPr>
          <p:cNvSpPr txBox="1">
            <a:spLocks/>
          </p:cNvSpPr>
          <p:nvPr/>
        </p:nvSpPr>
        <p:spPr>
          <a:xfrm>
            <a:off x="377408" y="619989"/>
            <a:ext cx="125888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目次</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6" name="テキスト ボックス 5">
            <a:extLst>
              <a:ext uri="{FF2B5EF4-FFF2-40B4-BE49-F238E27FC236}">
                <a16:creationId xmlns:a16="http://schemas.microsoft.com/office/drawing/2014/main" id="{7A520933-353C-8F0F-99F7-9A7314CB4844}"/>
              </a:ext>
            </a:extLst>
          </p:cNvPr>
          <p:cNvSpPr txBox="1"/>
          <p:nvPr/>
        </p:nvSpPr>
        <p:spPr>
          <a:xfrm>
            <a:off x="879409" y="1213438"/>
            <a:ext cx="10163675" cy="954107"/>
          </a:xfrm>
          <a:prstGeom prst="rect">
            <a:avLst/>
          </a:prstGeom>
          <a:noFill/>
        </p:spPr>
        <p:txBody>
          <a:bodyPr wrap="square">
            <a:spAutoFit/>
          </a:bodyPr>
          <a:lstStyle/>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7" name="テキスト ボックス 6">
            <a:extLst>
              <a:ext uri="{FF2B5EF4-FFF2-40B4-BE49-F238E27FC236}">
                <a16:creationId xmlns:a16="http://schemas.microsoft.com/office/drawing/2014/main" id="{0B57D940-6EED-99AC-0129-790C6E0F41D9}"/>
              </a:ext>
            </a:extLst>
          </p:cNvPr>
          <p:cNvSpPr txBox="1"/>
          <p:nvPr/>
        </p:nvSpPr>
        <p:spPr>
          <a:xfrm>
            <a:off x="879409" y="1479518"/>
            <a:ext cx="10163675" cy="5262979"/>
          </a:xfrm>
          <a:prstGeom prst="rect">
            <a:avLst/>
          </a:prstGeom>
          <a:noFill/>
        </p:spPr>
        <p:txBody>
          <a:bodyPr wrap="square">
            <a:spAutoFit/>
          </a:bodyPr>
          <a:lstStyle/>
          <a:p>
            <a:pPr marL="514350" indent="-514350">
              <a:buFont typeface="+mj-lt"/>
              <a:buAutoNum type="arabicPeriod"/>
            </a:pPr>
            <a:r>
              <a:rPr lang="ja-JP" altLang="en-US" sz="280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二段階のディープラーニングアプローチの構築</a:t>
            </a: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r>
              <a:rPr lang="ja-JP" altLang="en-US" sz="280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二段階のディープラーニングアプローチの評価</a:t>
            </a: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r>
              <a:rPr lang="ja-JP" altLang="en-US" sz="2800">
                <a:latin typeface="ＭＳ Ｐゴシック" panose="020B0600070205080204" pitchFamily="50" charset="-128"/>
                <a:ea typeface="ＭＳ Ｐゴシック" panose="020B0600070205080204" pitchFamily="50" charset="-128"/>
                <a:cs typeface="Arial" panose="020B0604020202020204" pitchFamily="34" charset="0"/>
              </a:rPr>
              <a:t>その他のモデルの比較</a:t>
            </a: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1428750" lvl="2" indent="-514350">
              <a:buFont typeface="+mj-lt"/>
              <a:buAutoNum type="arabicPeriod"/>
            </a:pPr>
            <a:r>
              <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3D-CNN</a:t>
            </a: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モデルとの比較</a:t>
            </a:r>
            <a:endPar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428750" lvl="2" indent="-514350">
              <a:buFont typeface="+mj-lt"/>
              <a:buAutoNum type="arabicPeriod"/>
            </a:pPr>
            <a:endPar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428750" lvl="2" indent="-514350">
              <a:buFont typeface="+mj-lt"/>
              <a:buAutoNum type="arabicPeriod"/>
            </a:pPr>
            <a:r>
              <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2D-CNN</a:t>
            </a: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モデルとの比較</a:t>
            </a:r>
            <a:endPar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971550" lvl="1"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971550" lvl="1"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p:txBody>
      </p:sp>
    </p:spTree>
    <p:extLst>
      <p:ext uri="{BB962C8B-B14F-4D97-AF65-F5344CB8AC3E}">
        <p14:creationId xmlns:p14="http://schemas.microsoft.com/office/powerpoint/2010/main" val="2284297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DBE35-2848-ACCB-41FC-35AFFE61DE01}"/>
              </a:ext>
            </a:extLst>
          </p:cNvPr>
          <p:cNvSpPr txBox="1">
            <a:spLocks/>
          </p:cNvSpPr>
          <p:nvPr/>
        </p:nvSpPr>
        <p:spPr>
          <a:xfrm>
            <a:off x="377408" y="619989"/>
            <a:ext cx="125888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目次</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6" name="テキスト ボックス 5">
            <a:extLst>
              <a:ext uri="{FF2B5EF4-FFF2-40B4-BE49-F238E27FC236}">
                <a16:creationId xmlns:a16="http://schemas.microsoft.com/office/drawing/2014/main" id="{7A520933-353C-8F0F-99F7-9A7314CB4844}"/>
              </a:ext>
            </a:extLst>
          </p:cNvPr>
          <p:cNvSpPr txBox="1"/>
          <p:nvPr/>
        </p:nvSpPr>
        <p:spPr>
          <a:xfrm>
            <a:off x="879409" y="1213438"/>
            <a:ext cx="10163675" cy="954107"/>
          </a:xfrm>
          <a:prstGeom prst="rect">
            <a:avLst/>
          </a:prstGeom>
          <a:noFill/>
        </p:spPr>
        <p:txBody>
          <a:bodyPr wrap="square">
            <a:spAutoFit/>
          </a:bodyPr>
          <a:lstStyle/>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7" name="テキスト ボックス 6">
            <a:extLst>
              <a:ext uri="{FF2B5EF4-FFF2-40B4-BE49-F238E27FC236}">
                <a16:creationId xmlns:a16="http://schemas.microsoft.com/office/drawing/2014/main" id="{0B57D940-6EED-99AC-0129-790C6E0F41D9}"/>
              </a:ext>
            </a:extLst>
          </p:cNvPr>
          <p:cNvSpPr txBox="1"/>
          <p:nvPr/>
        </p:nvSpPr>
        <p:spPr>
          <a:xfrm>
            <a:off x="879409" y="1479518"/>
            <a:ext cx="10163675" cy="5262979"/>
          </a:xfrm>
          <a:prstGeom prst="rect">
            <a:avLst/>
          </a:prstGeom>
          <a:noFill/>
        </p:spPr>
        <p:txBody>
          <a:bodyPr wrap="square">
            <a:spAutoFit/>
          </a:bodyPr>
          <a:lstStyle/>
          <a:p>
            <a:pPr marL="514350" indent="-514350">
              <a:buFont typeface="+mj-lt"/>
              <a:buAutoNum type="arabicPeriod"/>
            </a:pPr>
            <a:r>
              <a:rPr lang="ja-JP" altLang="en-US" sz="280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二段階のディープラーニングアプローチの構築</a:t>
            </a: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r>
              <a:rPr lang="ja-JP" altLang="en-US"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二段階のディープラーニングアプローチの評価</a:t>
            </a: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r>
              <a:rPr lang="ja-JP" altLang="en-US"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rPr>
              <a:t>その他のモデルの比較</a:t>
            </a: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1428750" lvl="2" indent="-514350">
              <a:buFont typeface="+mj-lt"/>
              <a:buAutoNum type="arabicPeriod"/>
            </a:pPr>
            <a:r>
              <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3D-CNN</a:t>
            </a:r>
            <a:r>
              <a:rPr kumimoji="1" lang="ja-JP" altLang="en-US"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モデルとの比較</a:t>
            </a:r>
            <a:endPar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428750" lvl="2" indent="-514350">
              <a:buFont typeface="+mj-lt"/>
              <a:buAutoNum type="arabicPeriod"/>
            </a:pPr>
            <a:endPar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428750" lvl="2" indent="-514350">
              <a:buFont typeface="+mj-lt"/>
              <a:buAutoNum type="arabicPeriod"/>
            </a:pPr>
            <a:r>
              <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2D-CNN</a:t>
            </a:r>
            <a:r>
              <a:rPr kumimoji="1" lang="ja-JP" altLang="en-US"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モデルとの比較</a:t>
            </a:r>
            <a:endPar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971550" lvl="1"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971550" lvl="1"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p:txBody>
      </p:sp>
    </p:spTree>
    <p:extLst>
      <p:ext uri="{BB962C8B-B14F-4D97-AF65-F5344CB8AC3E}">
        <p14:creationId xmlns:p14="http://schemas.microsoft.com/office/powerpoint/2010/main" val="1461216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41581"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方法</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3" name="グラフィックス 2" descr="病院 枠線">
            <a:extLst>
              <a:ext uri="{FF2B5EF4-FFF2-40B4-BE49-F238E27FC236}">
                <a16:creationId xmlns:a16="http://schemas.microsoft.com/office/drawing/2014/main" id="{D77B029A-ABF2-E6B9-B965-7EF29CAFB2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1741" y="3822032"/>
            <a:ext cx="1891233" cy="1891233"/>
          </a:xfrm>
          <a:prstGeom prst="rect">
            <a:avLst/>
          </a:prstGeom>
        </p:spPr>
      </p:pic>
      <p:pic>
        <p:nvPicPr>
          <p:cNvPr id="5" name="グラフィックス 4" descr="病院 枠線">
            <a:extLst>
              <a:ext uri="{FF2B5EF4-FFF2-40B4-BE49-F238E27FC236}">
                <a16:creationId xmlns:a16="http://schemas.microsoft.com/office/drawing/2014/main" id="{FA05773D-4444-0563-E976-72A287963C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1741" y="1451793"/>
            <a:ext cx="1889463" cy="1889463"/>
          </a:xfrm>
          <a:prstGeom prst="rect">
            <a:avLst/>
          </a:prstGeom>
        </p:spPr>
      </p:pic>
      <p:pic>
        <p:nvPicPr>
          <p:cNvPr id="7" name="グラフィックス 6" descr="チェックリスト 枠線">
            <a:extLst>
              <a:ext uri="{FF2B5EF4-FFF2-40B4-BE49-F238E27FC236}">
                <a16:creationId xmlns:a16="http://schemas.microsoft.com/office/drawing/2014/main" id="{227D02F3-886D-132E-C79A-7A3EDEB9AF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56989" y="3858648"/>
            <a:ext cx="1828800" cy="1828800"/>
          </a:xfrm>
          <a:prstGeom prst="rect">
            <a:avLst/>
          </a:prstGeom>
        </p:spPr>
      </p:pic>
      <p:grpSp>
        <p:nvGrpSpPr>
          <p:cNvPr id="2" name="グループ化 1">
            <a:extLst>
              <a:ext uri="{FF2B5EF4-FFF2-40B4-BE49-F238E27FC236}">
                <a16:creationId xmlns:a16="http://schemas.microsoft.com/office/drawing/2014/main" id="{93F29ABC-9222-40D6-0413-590E3FB26D84}"/>
              </a:ext>
            </a:extLst>
          </p:cNvPr>
          <p:cNvGrpSpPr/>
          <p:nvPr/>
        </p:nvGrpSpPr>
        <p:grpSpPr>
          <a:xfrm>
            <a:off x="5116013" y="3587374"/>
            <a:ext cx="3301566" cy="2148200"/>
            <a:chOff x="5116013" y="3587374"/>
            <a:chExt cx="3301566" cy="2148200"/>
          </a:xfrm>
        </p:grpSpPr>
        <p:pic>
          <p:nvPicPr>
            <p:cNvPr id="19" name="図 18">
              <a:extLst>
                <a:ext uri="{FF2B5EF4-FFF2-40B4-BE49-F238E27FC236}">
                  <a16:creationId xmlns:a16="http://schemas.microsoft.com/office/drawing/2014/main" id="{120E053A-CCAB-3291-AEFB-CA2C653079C0}"/>
                </a:ext>
              </a:extLst>
            </p:cNvPr>
            <p:cNvPicPr>
              <a:picLocks noChangeAspect="1"/>
            </p:cNvPicPr>
            <p:nvPr/>
          </p:nvPicPr>
          <p:blipFill>
            <a:blip r:embed="rId7"/>
            <a:stretch>
              <a:fillRect/>
            </a:stretch>
          </p:blipFill>
          <p:spPr>
            <a:xfrm>
              <a:off x="5116013" y="3587374"/>
              <a:ext cx="1929966" cy="776600"/>
            </a:xfrm>
            <a:prstGeom prst="rect">
              <a:avLst/>
            </a:prstGeom>
          </p:spPr>
        </p:pic>
        <p:pic>
          <p:nvPicPr>
            <p:cNvPr id="20" name="図 19">
              <a:extLst>
                <a:ext uri="{FF2B5EF4-FFF2-40B4-BE49-F238E27FC236}">
                  <a16:creationId xmlns:a16="http://schemas.microsoft.com/office/drawing/2014/main" id="{C2691BB2-5B82-17AA-7473-6CC84FC23A37}"/>
                </a:ext>
              </a:extLst>
            </p:cNvPr>
            <p:cNvPicPr>
              <a:picLocks noChangeAspect="1"/>
            </p:cNvPicPr>
            <p:nvPr/>
          </p:nvPicPr>
          <p:blipFill>
            <a:blip r:embed="rId7"/>
            <a:stretch>
              <a:fillRect/>
            </a:stretch>
          </p:blipFill>
          <p:spPr>
            <a:xfrm>
              <a:off x="5268413" y="3739774"/>
              <a:ext cx="1929966" cy="776600"/>
            </a:xfrm>
            <a:prstGeom prst="rect">
              <a:avLst/>
            </a:prstGeom>
          </p:spPr>
        </p:pic>
        <p:pic>
          <p:nvPicPr>
            <p:cNvPr id="21" name="図 20">
              <a:extLst>
                <a:ext uri="{FF2B5EF4-FFF2-40B4-BE49-F238E27FC236}">
                  <a16:creationId xmlns:a16="http://schemas.microsoft.com/office/drawing/2014/main" id="{73EF341C-3562-06F8-A10E-70772458E8F1}"/>
                </a:ext>
              </a:extLst>
            </p:cNvPr>
            <p:cNvPicPr>
              <a:picLocks noChangeAspect="1"/>
            </p:cNvPicPr>
            <p:nvPr/>
          </p:nvPicPr>
          <p:blipFill>
            <a:blip r:embed="rId7"/>
            <a:stretch>
              <a:fillRect/>
            </a:stretch>
          </p:blipFill>
          <p:spPr>
            <a:xfrm>
              <a:off x="5420813" y="3892174"/>
              <a:ext cx="1929966" cy="776600"/>
            </a:xfrm>
            <a:prstGeom prst="rect">
              <a:avLst/>
            </a:prstGeom>
          </p:spPr>
        </p:pic>
        <p:pic>
          <p:nvPicPr>
            <p:cNvPr id="22" name="図 21">
              <a:extLst>
                <a:ext uri="{FF2B5EF4-FFF2-40B4-BE49-F238E27FC236}">
                  <a16:creationId xmlns:a16="http://schemas.microsoft.com/office/drawing/2014/main" id="{2BBF19FB-FDAA-A174-FC18-E75608F4B0F5}"/>
                </a:ext>
              </a:extLst>
            </p:cNvPr>
            <p:cNvPicPr>
              <a:picLocks noChangeAspect="1"/>
            </p:cNvPicPr>
            <p:nvPr/>
          </p:nvPicPr>
          <p:blipFill>
            <a:blip r:embed="rId7"/>
            <a:stretch>
              <a:fillRect/>
            </a:stretch>
          </p:blipFill>
          <p:spPr>
            <a:xfrm>
              <a:off x="5573213" y="4044574"/>
              <a:ext cx="1929966" cy="776600"/>
            </a:xfrm>
            <a:prstGeom prst="rect">
              <a:avLst/>
            </a:prstGeom>
          </p:spPr>
        </p:pic>
        <p:pic>
          <p:nvPicPr>
            <p:cNvPr id="23" name="図 22">
              <a:extLst>
                <a:ext uri="{FF2B5EF4-FFF2-40B4-BE49-F238E27FC236}">
                  <a16:creationId xmlns:a16="http://schemas.microsoft.com/office/drawing/2014/main" id="{5B1EC83A-BDAE-80A9-EDB8-99184B800839}"/>
                </a:ext>
              </a:extLst>
            </p:cNvPr>
            <p:cNvPicPr>
              <a:picLocks noChangeAspect="1"/>
            </p:cNvPicPr>
            <p:nvPr/>
          </p:nvPicPr>
          <p:blipFill>
            <a:blip r:embed="rId7"/>
            <a:stretch>
              <a:fillRect/>
            </a:stretch>
          </p:blipFill>
          <p:spPr>
            <a:xfrm>
              <a:off x="5725613" y="4196974"/>
              <a:ext cx="1929966" cy="776600"/>
            </a:xfrm>
            <a:prstGeom prst="rect">
              <a:avLst/>
            </a:prstGeom>
          </p:spPr>
        </p:pic>
        <p:pic>
          <p:nvPicPr>
            <p:cNvPr id="24" name="図 23">
              <a:extLst>
                <a:ext uri="{FF2B5EF4-FFF2-40B4-BE49-F238E27FC236}">
                  <a16:creationId xmlns:a16="http://schemas.microsoft.com/office/drawing/2014/main" id="{10FD1581-733C-B59C-077D-04E1E858412B}"/>
                </a:ext>
              </a:extLst>
            </p:cNvPr>
            <p:cNvPicPr>
              <a:picLocks noChangeAspect="1"/>
            </p:cNvPicPr>
            <p:nvPr/>
          </p:nvPicPr>
          <p:blipFill>
            <a:blip r:embed="rId7"/>
            <a:stretch>
              <a:fillRect/>
            </a:stretch>
          </p:blipFill>
          <p:spPr>
            <a:xfrm>
              <a:off x="5878013" y="4349374"/>
              <a:ext cx="1929966" cy="776600"/>
            </a:xfrm>
            <a:prstGeom prst="rect">
              <a:avLst/>
            </a:prstGeom>
          </p:spPr>
        </p:pic>
        <p:pic>
          <p:nvPicPr>
            <p:cNvPr id="25" name="図 24">
              <a:extLst>
                <a:ext uri="{FF2B5EF4-FFF2-40B4-BE49-F238E27FC236}">
                  <a16:creationId xmlns:a16="http://schemas.microsoft.com/office/drawing/2014/main" id="{401FBF88-29B2-4576-2E74-BCE0F0023E18}"/>
                </a:ext>
              </a:extLst>
            </p:cNvPr>
            <p:cNvPicPr>
              <a:picLocks noChangeAspect="1"/>
            </p:cNvPicPr>
            <p:nvPr/>
          </p:nvPicPr>
          <p:blipFill>
            <a:blip r:embed="rId7"/>
            <a:stretch>
              <a:fillRect/>
            </a:stretch>
          </p:blipFill>
          <p:spPr>
            <a:xfrm>
              <a:off x="6030413" y="4501774"/>
              <a:ext cx="1929966" cy="776600"/>
            </a:xfrm>
            <a:prstGeom prst="rect">
              <a:avLst/>
            </a:prstGeom>
          </p:spPr>
        </p:pic>
        <p:pic>
          <p:nvPicPr>
            <p:cNvPr id="26" name="図 25">
              <a:extLst>
                <a:ext uri="{FF2B5EF4-FFF2-40B4-BE49-F238E27FC236}">
                  <a16:creationId xmlns:a16="http://schemas.microsoft.com/office/drawing/2014/main" id="{A013B290-6DB7-E6F0-82A3-A131D6447391}"/>
                </a:ext>
              </a:extLst>
            </p:cNvPr>
            <p:cNvPicPr>
              <a:picLocks noChangeAspect="1"/>
            </p:cNvPicPr>
            <p:nvPr/>
          </p:nvPicPr>
          <p:blipFill>
            <a:blip r:embed="rId7"/>
            <a:stretch>
              <a:fillRect/>
            </a:stretch>
          </p:blipFill>
          <p:spPr>
            <a:xfrm>
              <a:off x="6182813" y="4654174"/>
              <a:ext cx="1929966" cy="776600"/>
            </a:xfrm>
            <a:prstGeom prst="rect">
              <a:avLst/>
            </a:prstGeom>
          </p:spPr>
        </p:pic>
        <p:pic>
          <p:nvPicPr>
            <p:cNvPr id="27" name="図 26">
              <a:extLst>
                <a:ext uri="{FF2B5EF4-FFF2-40B4-BE49-F238E27FC236}">
                  <a16:creationId xmlns:a16="http://schemas.microsoft.com/office/drawing/2014/main" id="{CCDE2D21-E19F-FB68-6DB6-F0A2FEE0965C}"/>
                </a:ext>
              </a:extLst>
            </p:cNvPr>
            <p:cNvPicPr>
              <a:picLocks noChangeAspect="1"/>
            </p:cNvPicPr>
            <p:nvPr/>
          </p:nvPicPr>
          <p:blipFill>
            <a:blip r:embed="rId7"/>
            <a:stretch>
              <a:fillRect/>
            </a:stretch>
          </p:blipFill>
          <p:spPr>
            <a:xfrm>
              <a:off x="6335213" y="4806574"/>
              <a:ext cx="1929966" cy="776600"/>
            </a:xfrm>
            <a:prstGeom prst="rect">
              <a:avLst/>
            </a:prstGeom>
          </p:spPr>
        </p:pic>
        <p:pic>
          <p:nvPicPr>
            <p:cNvPr id="28" name="図 27">
              <a:extLst>
                <a:ext uri="{FF2B5EF4-FFF2-40B4-BE49-F238E27FC236}">
                  <a16:creationId xmlns:a16="http://schemas.microsoft.com/office/drawing/2014/main" id="{D26E8D57-4084-F4EF-29D5-0CF699C2FD10}"/>
                </a:ext>
              </a:extLst>
            </p:cNvPr>
            <p:cNvPicPr>
              <a:picLocks noChangeAspect="1"/>
            </p:cNvPicPr>
            <p:nvPr/>
          </p:nvPicPr>
          <p:blipFill>
            <a:blip r:embed="rId7"/>
            <a:stretch>
              <a:fillRect/>
            </a:stretch>
          </p:blipFill>
          <p:spPr>
            <a:xfrm>
              <a:off x="6487613" y="4958974"/>
              <a:ext cx="1929966" cy="776600"/>
            </a:xfrm>
            <a:prstGeom prst="rect">
              <a:avLst/>
            </a:prstGeom>
          </p:spPr>
        </p:pic>
      </p:grpSp>
      <p:sp>
        <p:nvSpPr>
          <p:cNvPr id="29" name="Title 1">
            <a:extLst>
              <a:ext uri="{FF2B5EF4-FFF2-40B4-BE49-F238E27FC236}">
                <a16:creationId xmlns:a16="http://schemas.microsoft.com/office/drawing/2014/main" id="{9DD95700-5171-AE60-9446-63816B7B978E}"/>
              </a:ext>
            </a:extLst>
          </p:cNvPr>
          <p:cNvSpPr txBox="1">
            <a:spLocks/>
          </p:cNvSpPr>
          <p:nvPr/>
        </p:nvSpPr>
        <p:spPr>
          <a:xfrm>
            <a:off x="1910764" y="528732"/>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使用データについて</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0" name="正方形/長方形 29">
            <a:extLst>
              <a:ext uri="{FF2B5EF4-FFF2-40B4-BE49-F238E27FC236}">
                <a16:creationId xmlns:a16="http://schemas.microsoft.com/office/drawing/2014/main" id="{C3275A44-F483-6DCA-14C8-00C86151880E}"/>
              </a:ext>
            </a:extLst>
          </p:cNvPr>
          <p:cNvSpPr/>
          <p:nvPr/>
        </p:nvSpPr>
        <p:spPr>
          <a:xfrm>
            <a:off x="3826042" y="1997242"/>
            <a:ext cx="8061158" cy="4656221"/>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32" name="Title 1">
            <a:extLst>
              <a:ext uri="{FF2B5EF4-FFF2-40B4-BE49-F238E27FC236}">
                <a16:creationId xmlns:a16="http://schemas.microsoft.com/office/drawing/2014/main" id="{D724AE32-8CBF-9246-32B5-99D932B2B40D}"/>
              </a:ext>
            </a:extLst>
          </p:cNvPr>
          <p:cNvSpPr txBox="1">
            <a:spLocks/>
          </p:cNvSpPr>
          <p:nvPr/>
        </p:nvSpPr>
        <p:spPr>
          <a:xfrm>
            <a:off x="6981323" y="2502722"/>
            <a:ext cx="2078600" cy="628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ja-JP" sz="2400">
                <a:solidFill>
                  <a:prstClr val="black"/>
                </a:solidFill>
                <a:latin typeface="Arial" panose="020B0604020202020204" pitchFamily="34" charset="0"/>
                <a:ea typeface="MS PGothic" panose="020B0600070205080204" pitchFamily="34" charset="-128"/>
                <a:cs typeface="Arial" panose="020B0604020202020204" pitchFamily="34" charset="0"/>
              </a:rPr>
              <a:t>PINNACLE</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34" name="グラフィックス 33" descr="グループ 枠線">
            <a:extLst>
              <a:ext uri="{FF2B5EF4-FFF2-40B4-BE49-F238E27FC236}">
                <a16:creationId xmlns:a16="http://schemas.microsoft.com/office/drawing/2014/main" id="{EBA49059-7497-62EA-581E-6B8537E8922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820901" y="581461"/>
            <a:ext cx="2384264" cy="2384264"/>
          </a:xfrm>
          <a:prstGeom prst="rect">
            <a:avLst/>
          </a:prstGeom>
        </p:spPr>
      </p:pic>
      <p:pic>
        <p:nvPicPr>
          <p:cNvPr id="38" name="グラフィックス 37" descr="戻る 単色塗りつぶし">
            <a:extLst>
              <a:ext uri="{FF2B5EF4-FFF2-40B4-BE49-F238E27FC236}">
                <a16:creationId xmlns:a16="http://schemas.microsoft.com/office/drawing/2014/main" id="{774D79BB-A45E-F5E8-55B3-791D579EF3D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3054945">
            <a:off x="3011090" y="2117157"/>
            <a:ext cx="1613838" cy="1613838"/>
          </a:xfrm>
          <a:prstGeom prst="rect">
            <a:avLst/>
          </a:prstGeom>
        </p:spPr>
      </p:pic>
      <p:pic>
        <p:nvPicPr>
          <p:cNvPr id="39" name="グラフィックス 38" descr="戻る 単色塗りつぶし">
            <a:extLst>
              <a:ext uri="{FF2B5EF4-FFF2-40B4-BE49-F238E27FC236}">
                <a16:creationId xmlns:a16="http://schemas.microsoft.com/office/drawing/2014/main" id="{BF4DBE0C-8F5A-3557-3562-6D56CBBB766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9178958" flipH="1">
            <a:off x="2861087" y="4226902"/>
            <a:ext cx="1434780" cy="1434780"/>
          </a:xfrm>
          <a:prstGeom prst="rect">
            <a:avLst/>
          </a:prstGeom>
        </p:spPr>
      </p:pic>
      <p:sp>
        <p:nvSpPr>
          <p:cNvPr id="40" name="Title 1">
            <a:extLst>
              <a:ext uri="{FF2B5EF4-FFF2-40B4-BE49-F238E27FC236}">
                <a16:creationId xmlns:a16="http://schemas.microsoft.com/office/drawing/2014/main" id="{7214EF73-A57C-F118-7E3A-5219AC44842D}"/>
              </a:ext>
            </a:extLst>
          </p:cNvPr>
          <p:cNvSpPr txBox="1">
            <a:spLocks/>
          </p:cNvSpPr>
          <p:nvPr/>
        </p:nvSpPr>
        <p:spPr>
          <a:xfrm>
            <a:off x="8851076" y="5785940"/>
            <a:ext cx="2885732" cy="628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0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電子健康</a:t>
            </a:r>
            <a:r>
              <a:rPr kumimoji="1" lang="ja-JP"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記録</a:t>
            </a:r>
            <a:r>
              <a:rPr kumimoji="1" lang="ja-JP" altLang="en-US" sz="20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a:t>
            </a:r>
            <a:r>
              <a:rPr kumimoji="1" lang="en-US" altLang="ja-JP" sz="20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EHR</a:t>
            </a:r>
            <a:r>
              <a:rPr kumimoji="1" lang="ja-JP" altLang="en-US" sz="20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a:t>
            </a:r>
            <a:endParaRPr kumimoji="1" lang="en-US" sz="20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 name="Title 1">
            <a:extLst>
              <a:ext uri="{FF2B5EF4-FFF2-40B4-BE49-F238E27FC236}">
                <a16:creationId xmlns:a16="http://schemas.microsoft.com/office/drawing/2014/main" id="{FCF89B8A-519B-633E-7031-C7BD05DBC239}"/>
              </a:ext>
            </a:extLst>
          </p:cNvPr>
          <p:cNvSpPr txBox="1">
            <a:spLocks/>
          </p:cNvSpPr>
          <p:nvPr/>
        </p:nvSpPr>
        <p:spPr>
          <a:xfrm>
            <a:off x="5910798" y="5803960"/>
            <a:ext cx="2575162" cy="628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ja-JP" sz="2400">
                <a:solidFill>
                  <a:prstClr val="black"/>
                </a:solidFill>
                <a:latin typeface="Arial" panose="020B0604020202020204" pitchFamily="34" charset="0"/>
                <a:ea typeface="MS PGothic" panose="020B0600070205080204" pitchFamily="34" charset="-128"/>
                <a:cs typeface="Arial" panose="020B0604020202020204" pitchFamily="34" charset="0"/>
              </a:rPr>
              <a:t>OCT</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データセット</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 name="Title 1">
            <a:extLst>
              <a:ext uri="{FF2B5EF4-FFF2-40B4-BE49-F238E27FC236}">
                <a16:creationId xmlns:a16="http://schemas.microsoft.com/office/drawing/2014/main" id="{16F5036D-2543-A912-FAFD-93B50381444E}"/>
              </a:ext>
            </a:extLst>
          </p:cNvPr>
          <p:cNvSpPr txBox="1">
            <a:spLocks/>
          </p:cNvSpPr>
          <p:nvPr/>
        </p:nvSpPr>
        <p:spPr>
          <a:xfrm>
            <a:off x="527674" y="5803960"/>
            <a:ext cx="2575162" cy="628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0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 name="Title 1">
            <a:extLst>
              <a:ext uri="{FF2B5EF4-FFF2-40B4-BE49-F238E27FC236}">
                <a16:creationId xmlns:a16="http://schemas.microsoft.com/office/drawing/2014/main" id="{EF5ABFC0-3F66-FA3C-EA0C-905735CDE073}"/>
              </a:ext>
            </a:extLst>
          </p:cNvPr>
          <p:cNvSpPr txBox="1">
            <a:spLocks/>
          </p:cNvSpPr>
          <p:nvPr/>
        </p:nvSpPr>
        <p:spPr>
          <a:xfrm>
            <a:off x="542347" y="5713265"/>
            <a:ext cx="2575162" cy="628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0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5" name="Title 1">
            <a:extLst>
              <a:ext uri="{FF2B5EF4-FFF2-40B4-BE49-F238E27FC236}">
                <a16:creationId xmlns:a16="http://schemas.microsoft.com/office/drawing/2014/main" id="{47C462F0-876F-DC7B-1B0B-9F1A02AA406B}"/>
              </a:ext>
            </a:extLst>
          </p:cNvPr>
          <p:cNvSpPr txBox="1">
            <a:spLocks/>
          </p:cNvSpPr>
          <p:nvPr/>
        </p:nvSpPr>
        <p:spPr>
          <a:xfrm>
            <a:off x="181059" y="3057945"/>
            <a:ext cx="3459410" cy="7589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サウサンプトン大学病院</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 name="Title 1">
            <a:extLst>
              <a:ext uri="{FF2B5EF4-FFF2-40B4-BE49-F238E27FC236}">
                <a16:creationId xmlns:a16="http://schemas.microsoft.com/office/drawing/2014/main" id="{23FCDB31-A2B7-2B64-1188-F0CC79550084}"/>
              </a:ext>
            </a:extLst>
          </p:cNvPr>
          <p:cNvSpPr txBox="1">
            <a:spLocks/>
          </p:cNvSpPr>
          <p:nvPr/>
        </p:nvSpPr>
        <p:spPr>
          <a:xfrm>
            <a:off x="183115" y="5622570"/>
            <a:ext cx="3634894" cy="628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ムーアフィールズ眼科病院</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1475090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方法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617106" y="540644"/>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訓練データとテストデータの作成方法</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64" name="テキスト ボックス 63">
            <a:extLst>
              <a:ext uri="{FF2B5EF4-FFF2-40B4-BE49-F238E27FC236}">
                <a16:creationId xmlns:a16="http://schemas.microsoft.com/office/drawing/2014/main" id="{AA8712E4-D2B4-5E8F-8D20-25205715A679}"/>
              </a:ext>
            </a:extLst>
          </p:cNvPr>
          <p:cNvSpPr txBox="1"/>
          <p:nvPr/>
        </p:nvSpPr>
        <p:spPr>
          <a:xfrm>
            <a:off x="577857" y="1829035"/>
            <a:ext cx="10616672" cy="2308324"/>
          </a:xfrm>
          <a:prstGeom prst="rect">
            <a:avLst/>
          </a:prstGeom>
          <a:noFill/>
        </p:spPr>
        <p:txBody>
          <a:bodyPr wrap="square" rtlCol="0" anchor="ctr">
            <a:spAutoFit/>
          </a:bodyPr>
          <a:lstStyle/>
          <a:p>
            <a:pPr marL="342900" indent="-342900">
              <a:buFont typeface="Arial" panose="020B0604020202020204" pitchFamily="34" charset="0"/>
              <a:buChar char="•"/>
            </a:pPr>
            <a:r>
              <a:rPr lang="ja-JP" altLang="en-US" sz="2400" dirty="0">
                <a:latin typeface="Arial" panose="020B0604020202020204" pitchFamily="34" charset="0"/>
                <a:ea typeface="MS PGothic" panose="020B0600070205080204" pitchFamily="34" charset="-128"/>
                <a:cs typeface="Arial" panose="020B0604020202020204" pitchFamily="34" charset="0"/>
              </a:rPr>
              <a:t>訓練データと</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テストデータを以下に従ってラベルを付ける</a:t>
            </a:r>
            <a:endParaRPr kumimoji="1"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endParaRPr kumimoji="1" lang="en-US" altLang="ja-JP" sz="2400" dirty="0">
              <a:latin typeface="Arial" panose="020B0604020202020204" pitchFamily="34" charset="0"/>
              <a:ea typeface="MS PGothic" panose="020B0600070205080204" pitchFamily="34" charset="-128"/>
              <a:cs typeface="Arial" panose="020B0604020202020204" pitchFamily="34" charset="0"/>
            </a:endParaRPr>
          </a:p>
          <a:p>
            <a:pPr marL="800100" lvl="1" indent="-342900">
              <a:buFont typeface="Wingdings" panose="05000000000000000000" pitchFamily="2" charset="2"/>
              <a:buChar char="Ø"/>
            </a:pPr>
            <a:r>
              <a:rPr lang="en-US" altLang="ja-JP" sz="2400" dirty="0">
                <a:latin typeface="Arial" panose="020B0604020202020204" pitchFamily="34" charset="0"/>
                <a:ea typeface="MS PGothic" panose="020B0600070205080204" pitchFamily="34" charset="-128"/>
                <a:cs typeface="Arial" panose="020B0604020202020204" pitchFamily="34" charset="0"/>
              </a:rPr>
              <a:t>DRUSEN</a:t>
            </a:r>
            <a:r>
              <a:rPr lang="ja-JP" altLang="en-US" sz="2400" dirty="0">
                <a:latin typeface="Arial" panose="020B0604020202020204" pitchFamily="34" charset="0"/>
                <a:ea typeface="MS PGothic" panose="020B0600070205080204" pitchFamily="34" charset="-128"/>
                <a:cs typeface="Arial" panose="020B0604020202020204" pitchFamily="34" charset="0"/>
              </a:rPr>
              <a:t>の存在</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800100" lvl="1" indent="-342900">
              <a:buFont typeface="Wingdings" panose="05000000000000000000" pitchFamily="2" charset="2"/>
              <a:buChar char="Ø"/>
            </a:pPr>
            <a:r>
              <a:rPr lang="en-US" altLang="zh-CN" sz="2400" dirty="0">
                <a:latin typeface="Arial" panose="020B0604020202020204" pitchFamily="34" charset="0"/>
                <a:ea typeface="MS PGothic" panose="020B0600070205080204" pitchFamily="34" charset="-128"/>
                <a:cs typeface="Arial" panose="020B0604020202020204" pitchFamily="34" charset="0"/>
              </a:rPr>
              <a:t>MNV</a:t>
            </a:r>
            <a:r>
              <a:rPr lang="ja-JP" altLang="en-US" sz="2400" dirty="0">
                <a:latin typeface="Arial" panose="020B0604020202020204" pitchFamily="34" charset="0"/>
                <a:ea typeface="MS PGothic" panose="020B0600070205080204" pitchFamily="34" charset="-128"/>
                <a:cs typeface="Arial" panose="020B0604020202020204" pitchFamily="34" charset="0"/>
              </a:rPr>
              <a:t>の存在</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800100" lvl="1" indent="-342900">
              <a:buFont typeface="Wingdings" panose="05000000000000000000" pitchFamily="2" charset="2"/>
              <a:buChar char="Ø"/>
            </a:pPr>
            <a:r>
              <a:rPr lang="en-US" altLang="zh-CN" sz="2400" dirty="0">
                <a:latin typeface="ＭＳ Ｐゴシック" panose="020B0600070205080204" pitchFamily="50" charset="-128"/>
                <a:ea typeface="ＭＳ Ｐゴシック" panose="020B0600070205080204" pitchFamily="50" charset="-128"/>
                <a:cs typeface="Arial" panose="020B0604020202020204" pitchFamily="34" charset="0"/>
              </a:rPr>
              <a:t>MA</a:t>
            </a:r>
            <a:r>
              <a:rPr lang="ja-JP" altLang="en-US" sz="2400" dirty="0">
                <a:latin typeface="ＭＳ Ｐゴシック" panose="020B0600070205080204" pitchFamily="50" charset="-128"/>
                <a:ea typeface="ＭＳ Ｐゴシック" panose="020B0600070205080204" pitchFamily="50" charset="-128"/>
                <a:cs typeface="Arial" panose="020B0604020202020204" pitchFamily="34" charset="0"/>
              </a:rPr>
              <a:t>の存在</a:t>
            </a:r>
            <a:endParaRPr lang="en-US" altLang="ja-JP" sz="2400" dirty="0">
              <a:latin typeface="ＭＳ Ｐゴシック" panose="020B0600070205080204" pitchFamily="50" charset="-128"/>
              <a:ea typeface="ＭＳ Ｐゴシック" panose="020B0600070205080204" pitchFamily="50" charset="-128"/>
              <a:cs typeface="Arial" panose="020B0604020202020204" pitchFamily="34" charset="0"/>
            </a:endParaRPr>
          </a:p>
          <a:p>
            <a:pPr marL="1257300" lvl="2" indent="-342900">
              <a:buFont typeface="Wingdings" panose="05000000000000000000" pitchFamily="2" charset="2"/>
              <a:buChar char="Ø"/>
            </a:pPr>
            <a:r>
              <a:rPr kumimoji="1" lang="en-US" altLang="ja-JP" sz="2400" dirty="0">
                <a:latin typeface="Arial" panose="020B0604020202020204" pitchFamily="34" charset="0"/>
                <a:ea typeface="MS PGothic" panose="020B0600070205080204" pitchFamily="34" charset="-128"/>
                <a:cs typeface="Arial" panose="020B0604020202020204" pitchFamily="34" charset="0"/>
              </a:rPr>
              <a:t>3</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つの</a:t>
            </a:r>
            <a:r>
              <a:rPr lang="ja-JP" altLang="en-US" sz="2400" dirty="0">
                <a:latin typeface="Arial" panose="020B0604020202020204" pitchFamily="34" charset="0"/>
                <a:ea typeface="MS PGothic" panose="020B0600070205080204" pitchFamily="34" charset="-128"/>
                <a:cs typeface="Arial" panose="020B0604020202020204" pitchFamily="34" charset="0"/>
              </a:rPr>
              <a:t>バイオマーカー</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がないのも</a:t>
            </a:r>
            <a:r>
              <a:rPr lang="ja-JP" altLang="en-US" sz="2400" dirty="0">
                <a:latin typeface="Arial" panose="020B0604020202020204" pitchFamily="34" charset="0"/>
                <a:ea typeface="MS PGothic" panose="020B0600070205080204" pitchFamily="34" charset="-128"/>
                <a:cs typeface="Arial" panose="020B0604020202020204" pitchFamily="34" charset="0"/>
              </a:rPr>
              <a:t>のを</a:t>
            </a:r>
            <a:r>
              <a:rPr kumimoji="1" lang="en-US" altLang="ja-JP" sz="2400" dirty="0">
                <a:latin typeface="Arial" panose="020B0604020202020204" pitchFamily="34" charset="0"/>
                <a:ea typeface="MS PGothic" panose="020B0600070205080204" pitchFamily="34" charset="-128"/>
                <a:cs typeface="Arial" panose="020B0604020202020204" pitchFamily="34" charset="0"/>
              </a:rPr>
              <a:t>NORMAL</a:t>
            </a:r>
          </a:p>
        </p:txBody>
      </p:sp>
      <p:pic>
        <p:nvPicPr>
          <p:cNvPr id="84" name="グラフィックス 83" descr="右矢印 単色塗りつぶし">
            <a:extLst>
              <a:ext uri="{FF2B5EF4-FFF2-40B4-BE49-F238E27FC236}">
                <a16:creationId xmlns:a16="http://schemas.microsoft.com/office/drawing/2014/main" id="{155258C6-2CB8-30BA-C5CB-AF9070AFB1D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12594" y="5158968"/>
            <a:ext cx="914400" cy="914400"/>
          </a:xfrm>
          <a:prstGeom prst="rect">
            <a:avLst/>
          </a:prstGeom>
        </p:spPr>
      </p:pic>
      <p:sp>
        <p:nvSpPr>
          <p:cNvPr id="86" name="テキスト ボックス 85">
            <a:extLst>
              <a:ext uri="{FF2B5EF4-FFF2-40B4-BE49-F238E27FC236}">
                <a16:creationId xmlns:a16="http://schemas.microsoft.com/office/drawing/2014/main" id="{3D105EEE-7ECC-4130-DF3C-A1AFEBC195C4}"/>
              </a:ext>
            </a:extLst>
          </p:cNvPr>
          <p:cNvSpPr txBox="1"/>
          <p:nvPr/>
        </p:nvSpPr>
        <p:spPr>
          <a:xfrm>
            <a:off x="8234915" y="5067158"/>
            <a:ext cx="1526608" cy="461665"/>
          </a:xfrm>
          <a:prstGeom prst="rect">
            <a:avLst/>
          </a:prstGeom>
          <a:noFill/>
        </p:spPr>
        <p:txBody>
          <a:bodyPr wrap="square">
            <a:spAutoFit/>
          </a:bodyPr>
          <a:lstStyle/>
          <a:p>
            <a:r>
              <a:rPr lang="en-US" altLang="ja-JP" sz="2400">
                <a:solidFill>
                  <a:srgbClr val="FF0000"/>
                </a:solidFill>
                <a:latin typeface="Arial" panose="020B0604020202020204" pitchFamily="34" charset="0"/>
                <a:ea typeface="MS PGothic" panose="020B0600070205080204" pitchFamily="34" charset="-128"/>
                <a:cs typeface="Arial" panose="020B0604020202020204" pitchFamily="34" charset="0"/>
              </a:rPr>
              <a:t>DRUSEN</a:t>
            </a:r>
            <a:endParaRPr lang="ja-JP" altLang="en-US" sz="2400"/>
          </a:p>
        </p:txBody>
      </p:sp>
      <p:pic>
        <p:nvPicPr>
          <p:cNvPr id="87" name="図 86">
            <a:extLst>
              <a:ext uri="{FF2B5EF4-FFF2-40B4-BE49-F238E27FC236}">
                <a16:creationId xmlns:a16="http://schemas.microsoft.com/office/drawing/2014/main" id="{A12428B1-86E7-AF57-538F-24835A4CC7CF}"/>
              </a:ext>
            </a:extLst>
          </p:cNvPr>
          <p:cNvPicPr>
            <a:picLocks noChangeAspect="1"/>
          </p:cNvPicPr>
          <p:nvPr/>
        </p:nvPicPr>
        <p:blipFill>
          <a:blip r:embed="rId5"/>
          <a:stretch>
            <a:fillRect/>
          </a:stretch>
        </p:blipFill>
        <p:spPr>
          <a:xfrm>
            <a:off x="8256813" y="5827329"/>
            <a:ext cx="1401563" cy="633631"/>
          </a:xfrm>
          <a:prstGeom prst="rect">
            <a:avLst/>
          </a:prstGeom>
        </p:spPr>
      </p:pic>
      <p:sp>
        <p:nvSpPr>
          <p:cNvPr id="88" name="テキスト ボックス 87">
            <a:extLst>
              <a:ext uri="{FF2B5EF4-FFF2-40B4-BE49-F238E27FC236}">
                <a16:creationId xmlns:a16="http://schemas.microsoft.com/office/drawing/2014/main" id="{CA79E2B5-2969-FE90-22F8-CF35E06878E3}"/>
              </a:ext>
            </a:extLst>
          </p:cNvPr>
          <p:cNvSpPr txBox="1"/>
          <p:nvPr/>
        </p:nvSpPr>
        <p:spPr>
          <a:xfrm>
            <a:off x="6726247" y="5062292"/>
            <a:ext cx="946204" cy="461665"/>
          </a:xfrm>
          <a:prstGeom prst="rect">
            <a:avLst/>
          </a:prstGeom>
          <a:noFill/>
        </p:spPr>
        <p:txBody>
          <a:bodyPr wrap="square">
            <a:spAutoFit/>
          </a:bodyPr>
          <a:lstStyle/>
          <a:p>
            <a:r>
              <a:rPr lang="en-US" altLang="ja-JP" sz="2400">
                <a:solidFill>
                  <a:srgbClr val="FF0000"/>
                </a:solidFill>
                <a:latin typeface="Arial" panose="020B0604020202020204" pitchFamily="34" charset="0"/>
                <a:ea typeface="MS PGothic" panose="020B0600070205080204" pitchFamily="34" charset="-128"/>
                <a:cs typeface="Arial" panose="020B0604020202020204" pitchFamily="34" charset="0"/>
              </a:rPr>
              <a:t>MNV</a:t>
            </a:r>
            <a:endParaRPr lang="ja-JP" altLang="en-US" sz="2400"/>
          </a:p>
        </p:txBody>
      </p:sp>
      <p:sp>
        <p:nvSpPr>
          <p:cNvPr id="89" name="テキスト ボックス 88">
            <a:extLst>
              <a:ext uri="{FF2B5EF4-FFF2-40B4-BE49-F238E27FC236}">
                <a16:creationId xmlns:a16="http://schemas.microsoft.com/office/drawing/2014/main" id="{A1DAEBA3-51BA-F909-9486-075183AC845A}"/>
              </a:ext>
            </a:extLst>
          </p:cNvPr>
          <p:cNvSpPr txBox="1"/>
          <p:nvPr/>
        </p:nvSpPr>
        <p:spPr>
          <a:xfrm>
            <a:off x="4704015" y="5062292"/>
            <a:ext cx="914400" cy="461665"/>
          </a:xfrm>
          <a:prstGeom prst="rect">
            <a:avLst/>
          </a:prstGeom>
          <a:noFill/>
        </p:spPr>
        <p:txBody>
          <a:bodyPr wrap="square">
            <a:spAutoFit/>
          </a:bodyPr>
          <a:lstStyle/>
          <a:p>
            <a:r>
              <a:rPr lang="en-US" altLang="ja-JP" sz="2400">
                <a:solidFill>
                  <a:srgbClr val="FF0000"/>
                </a:solidFill>
                <a:latin typeface="Arial" panose="020B0604020202020204" pitchFamily="34" charset="0"/>
                <a:ea typeface="MS PGothic" panose="020B0600070205080204" pitchFamily="34" charset="-128"/>
                <a:cs typeface="Arial" panose="020B0604020202020204" pitchFamily="34" charset="0"/>
              </a:rPr>
              <a:t>MA</a:t>
            </a:r>
            <a:endParaRPr lang="ja-JP" altLang="en-US" sz="2400"/>
          </a:p>
        </p:txBody>
      </p:sp>
      <p:sp>
        <p:nvSpPr>
          <p:cNvPr id="92" name="テキスト ボックス 91">
            <a:extLst>
              <a:ext uri="{FF2B5EF4-FFF2-40B4-BE49-F238E27FC236}">
                <a16:creationId xmlns:a16="http://schemas.microsoft.com/office/drawing/2014/main" id="{51E3949F-1BFD-34E2-66FA-30CF42C6E0BD}"/>
              </a:ext>
            </a:extLst>
          </p:cNvPr>
          <p:cNvSpPr txBox="1"/>
          <p:nvPr/>
        </p:nvSpPr>
        <p:spPr>
          <a:xfrm>
            <a:off x="10065437" y="5062291"/>
            <a:ext cx="2206752" cy="461665"/>
          </a:xfrm>
          <a:prstGeom prst="rect">
            <a:avLst/>
          </a:prstGeom>
          <a:noFill/>
        </p:spPr>
        <p:txBody>
          <a:bodyPr wrap="square">
            <a:spAutoFit/>
          </a:bodyPr>
          <a:lstStyle/>
          <a:p>
            <a:r>
              <a:rPr lang="en-US" altLang="ja-JP" sz="2400">
                <a:solidFill>
                  <a:srgbClr val="FF0000"/>
                </a:solidFill>
                <a:latin typeface="Arial" panose="020B0604020202020204" pitchFamily="34" charset="0"/>
                <a:ea typeface="MS PGothic" panose="020B0600070205080204" pitchFamily="34" charset="-128"/>
                <a:cs typeface="Arial" panose="020B0604020202020204" pitchFamily="34" charset="0"/>
              </a:rPr>
              <a:t>NORMAL</a:t>
            </a:r>
          </a:p>
        </p:txBody>
      </p:sp>
      <p:pic>
        <p:nvPicPr>
          <p:cNvPr id="94" name="図 93">
            <a:extLst>
              <a:ext uri="{FF2B5EF4-FFF2-40B4-BE49-F238E27FC236}">
                <a16:creationId xmlns:a16="http://schemas.microsoft.com/office/drawing/2014/main" id="{B3E9FA5E-6DC3-214A-D0BA-67B2B2C0D551}"/>
              </a:ext>
            </a:extLst>
          </p:cNvPr>
          <p:cNvPicPr>
            <a:picLocks noChangeAspect="1"/>
          </p:cNvPicPr>
          <p:nvPr/>
        </p:nvPicPr>
        <p:blipFill>
          <a:blip r:embed="rId6"/>
          <a:stretch>
            <a:fillRect/>
          </a:stretch>
        </p:blipFill>
        <p:spPr>
          <a:xfrm>
            <a:off x="6339916" y="5827780"/>
            <a:ext cx="1515031" cy="602569"/>
          </a:xfrm>
          <a:prstGeom prst="rect">
            <a:avLst/>
          </a:prstGeom>
        </p:spPr>
      </p:pic>
      <p:pic>
        <p:nvPicPr>
          <p:cNvPr id="95" name="図 94">
            <a:extLst>
              <a:ext uri="{FF2B5EF4-FFF2-40B4-BE49-F238E27FC236}">
                <a16:creationId xmlns:a16="http://schemas.microsoft.com/office/drawing/2014/main" id="{77E29959-E6E5-A7CB-836D-AED21632EC68}"/>
              </a:ext>
            </a:extLst>
          </p:cNvPr>
          <p:cNvPicPr>
            <a:picLocks noChangeAspect="1"/>
          </p:cNvPicPr>
          <p:nvPr/>
        </p:nvPicPr>
        <p:blipFill>
          <a:blip r:embed="rId7"/>
          <a:stretch>
            <a:fillRect/>
          </a:stretch>
        </p:blipFill>
        <p:spPr>
          <a:xfrm>
            <a:off x="10060242" y="5839345"/>
            <a:ext cx="1574666" cy="633631"/>
          </a:xfrm>
          <a:prstGeom prst="rect">
            <a:avLst/>
          </a:prstGeom>
        </p:spPr>
      </p:pic>
      <p:pic>
        <p:nvPicPr>
          <p:cNvPr id="97" name="図 96">
            <a:extLst>
              <a:ext uri="{FF2B5EF4-FFF2-40B4-BE49-F238E27FC236}">
                <a16:creationId xmlns:a16="http://schemas.microsoft.com/office/drawing/2014/main" id="{1359452E-6E11-ED48-07A5-054010B34178}"/>
              </a:ext>
            </a:extLst>
          </p:cNvPr>
          <p:cNvPicPr>
            <a:picLocks noChangeAspect="1"/>
          </p:cNvPicPr>
          <p:nvPr/>
        </p:nvPicPr>
        <p:blipFill>
          <a:blip r:embed="rId8"/>
          <a:stretch>
            <a:fillRect/>
          </a:stretch>
        </p:blipFill>
        <p:spPr>
          <a:xfrm>
            <a:off x="4377240" y="5827329"/>
            <a:ext cx="1508953" cy="602569"/>
          </a:xfrm>
          <a:prstGeom prst="rect">
            <a:avLst/>
          </a:prstGeom>
        </p:spPr>
      </p:pic>
      <p:grpSp>
        <p:nvGrpSpPr>
          <p:cNvPr id="51" name="グループ化 50">
            <a:extLst>
              <a:ext uri="{FF2B5EF4-FFF2-40B4-BE49-F238E27FC236}">
                <a16:creationId xmlns:a16="http://schemas.microsoft.com/office/drawing/2014/main" id="{C4553B65-0838-D935-E5F3-FF6FFC046F69}"/>
              </a:ext>
            </a:extLst>
          </p:cNvPr>
          <p:cNvGrpSpPr/>
          <p:nvPr/>
        </p:nvGrpSpPr>
        <p:grpSpPr>
          <a:xfrm>
            <a:off x="657951" y="4995832"/>
            <a:ext cx="2399154" cy="1662993"/>
            <a:chOff x="657103" y="4981169"/>
            <a:chExt cx="2399154" cy="1662993"/>
          </a:xfrm>
        </p:grpSpPr>
        <p:grpSp>
          <p:nvGrpSpPr>
            <p:cNvPr id="3" name="グループ化 2">
              <a:extLst>
                <a:ext uri="{FF2B5EF4-FFF2-40B4-BE49-F238E27FC236}">
                  <a16:creationId xmlns:a16="http://schemas.microsoft.com/office/drawing/2014/main" id="{B1AF5D5B-FB7C-CBD6-43EE-EF44ECD223D6}"/>
                </a:ext>
              </a:extLst>
            </p:cNvPr>
            <p:cNvGrpSpPr/>
            <p:nvPr/>
          </p:nvGrpSpPr>
          <p:grpSpPr>
            <a:xfrm>
              <a:off x="657103" y="4981169"/>
              <a:ext cx="728302" cy="664771"/>
              <a:chOff x="1081247" y="5034190"/>
              <a:chExt cx="2038766" cy="1457910"/>
            </a:xfrm>
          </p:grpSpPr>
          <p:pic>
            <p:nvPicPr>
              <p:cNvPr id="74" name="図 73">
                <a:extLst>
                  <a:ext uri="{FF2B5EF4-FFF2-40B4-BE49-F238E27FC236}">
                    <a16:creationId xmlns:a16="http://schemas.microsoft.com/office/drawing/2014/main" id="{DAAAE269-02E9-7949-C97D-A16E0B201946}"/>
                  </a:ext>
                </a:extLst>
              </p:cNvPr>
              <p:cNvPicPr>
                <a:picLocks noChangeAspect="1"/>
              </p:cNvPicPr>
              <p:nvPr/>
            </p:nvPicPr>
            <p:blipFill>
              <a:blip r:embed="rId7"/>
              <a:stretch>
                <a:fillRect/>
              </a:stretch>
            </p:blipFill>
            <p:spPr>
              <a:xfrm>
                <a:off x="1081247" y="5034190"/>
                <a:ext cx="971966" cy="391110"/>
              </a:xfrm>
              <a:prstGeom prst="rect">
                <a:avLst/>
              </a:prstGeom>
            </p:spPr>
          </p:pic>
          <p:pic>
            <p:nvPicPr>
              <p:cNvPr id="75" name="図 74">
                <a:extLst>
                  <a:ext uri="{FF2B5EF4-FFF2-40B4-BE49-F238E27FC236}">
                    <a16:creationId xmlns:a16="http://schemas.microsoft.com/office/drawing/2014/main" id="{BD568947-9C27-D1DB-CFF2-75CE9412EB29}"/>
                  </a:ext>
                </a:extLst>
              </p:cNvPr>
              <p:cNvPicPr>
                <a:picLocks noChangeAspect="1"/>
              </p:cNvPicPr>
              <p:nvPr/>
            </p:nvPicPr>
            <p:blipFill>
              <a:blip r:embed="rId7"/>
              <a:stretch>
                <a:fillRect/>
              </a:stretch>
            </p:blipFill>
            <p:spPr>
              <a:xfrm>
                <a:off x="1233647" y="5186590"/>
                <a:ext cx="971966" cy="391110"/>
              </a:xfrm>
              <a:prstGeom prst="rect">
                <a:avLst/>
              </a:prstGeom>
            </p:spPr>
          </p:pic>
          <p:pic>
            <p:nvPicPr>
              <p:cNvPr id="76" name="図 75">
                <a:extLst>
                  <a:ext uri="{FF2B5EF4-FFF2-40B4-BE49-F238E27FC236}">
                    <a16:creationId xmlns:a16="http://schemas.microsoft.com/office/drawing/2014/main" id="{D6668B30-90E3-E9A2-C2D3-55E48201BE9B}"/>
                  </a:ext>
                </a:extLst>
              </p:cNvPr>
              <p:cNvPicPr>
                <a:picLocks noChangeAspect="1"/>
              </p:cNvPicPr>
              <p:nvPr/>
            </p:nvPicPr>
            <p:blipFill>
              <a:blip r:embed="rId7"/>
              <a:stretch>
                <a:fillRect/>
              </a:stretch>
            </p:blipFill>
            <p:spPr>
              <a:xfrm>
                <a:off x="1386047" y="5338990"/>
                <a:ext cx="971966" cy="391110"/>
              </a:xfrm>
              <a:prstGeom prst="rect">
                <a:avLst/>
              </a:prstGeom>
            </p:spPr>
          </p:pic>
          <p:pic>
            <p:nvPicPr>
              <p:cNvPr id="77" name="図 76">
                <a:extLst>
                  <a:ext uri="{FF2B5EF4-FFF2-40B4-BE49-F238E27FC236}">
                    <a16:creationId xmlns:a16="http://schemas.microsoft.com/office/drawing/2014/main" id="{8188CE0A-67A8-FE8B-DD73-155A311589DF}"/>
                  </a:ext>
                </a:extLst>
              </p:cNvPr>
              <p:cNvPicPr>
                <a:picLocks noChangeAspect="1"/>
              </p:cNvPicPr>
              <p:nvPr/>
            </p:nvPicPr>
            <p:blipFill>
              <a:blip r:embed="rId7"/>
              <a:stretch>
                <a:fillRect/>
              </a:stretch>
            </p:blipFill>
            <p:spPr>
              <a:xfrm>
                <a:off x="1538447" y="5491390"/>
                <a:ext cx="971966" cy="391110"/>
              </a:xfrm>
              <a:prstGeom prst="rect">
                <a:avLst/>
              </a:prstGeom>
            </p:spPr>
          </p:pic>
          <p:pic>
            <p:nvPicPr>
              <p:cNvPr id="78" name="図 77">
                <a:extLst>
                  <a:ext uri="{FF2B5EF4-FFF2-40B4-BE49-F238E27FC236}">
                    <a16:creationId xmlns:a16="http://schemas.microsoft.com/office/drawing/2014/main" id="{7C743220-135A-2645-402E-18BD42FFFC99}"/>
                  </a:ext>
                </a:extLst>
              </p:cNvPr>
              <p:cNvPicPr>
                <a:picLocks noChangeAspect="1"/>
              </p:cNvPicPr>
              <p:nvPr/>
            </p:nvPicPr>
            <p:blipFill>
              <a:blip r:embed="rId7"/>
              <a:stretch>
                <a:fillRect/>
              </a:stretch>
            </p:blipFill>
            <p:spPr>
              <a:xfrm>
                <a:off x="1690847" y="5643790"/>
                <a:ext cx="971966" cy="391110"/>
              </a:xfrm>
              <a:prstGeom prst="rect">
                <a:avLst/>
              </a:prstGeom>
            </p:spPr>
          </p:pic>
          <p:pic>
            <p:nvPicPr>
              <p:cNvPr id="79" name="図 78">
                <a:extLst>
                  <a:ext uri="{FF2B5EF4-FFF2-40B4-BE49-F238E27FC236}">
                    <a16:creationId xmlns:a16="http://schemas.microsoft.com/office/drawing/2014/main" id="{DDB9D0BC-F420-FF0A-C3B5-67FA100C112F}"/>
                  </a:ext>
                </a:extLst>
              </p:cNvPr>
              <p:cNvPicPr>
                <a:picLocks noChangeAspect="1"/>
              </p:cNvPicPr>
              <p:nvPr/>
            </p:nvPicPr>
            <p:blipFill>
              <a:blip r:embed="rId7"/>
              <a:stretch>
                <a:fillRect/>
              </a:stretch>
            </p:blipFill>
            <p:spPr>
              <a:xfrm>
                <a:off x="1843247" y="5796190"/>
                <a:ext cx="971966" cy="391110"/>
              </a:xfrm>
              <a:prstGeom prst="rect">
                <a:avLst/>
              </a:prstGeom>
            </p:spPr>
          </p:pic>
          <p:pic>
            <p:nvPicPr>
              <p:cNvPr id="80" name="図 79">
                <a:extLst>
                  <a:ext uri="{FF2B5EF4-FFF2-40B4-BE49-F238E27FC236}">
                    <a16:creationId xmlns:a16="http://schemas.microsoft.com/office/drawing/2014/main" id="{F042010D-D583-C174-2664-59B41E6F1D73}"/>
                  </a:ext>
                </a:extLst>
              </p:cNvPr>
              <p:cNvPicPr>
                <a:picLocks noChangeAspect="1"/>
              </p:cNvPicPr>
              <p:nvPr/>
            </p:nvPicPr>
            <p:blipFill>
              <a:blip r:embed="rId7"/>
              <a:stretch>
                <a:fillRect/>
              </a:stretch>
            </p:blipFill>
            <p:spPr>
              <a:xfrm>
                <a:off x="1995647" y="5948590"/>
                <a:ext cx="971966" cy="391110"/>
              </a:xfrm>
              <a:prstGeom prst="rect">
                <a:avLst/>
              </a:prstGeom>
            </p:spPr>
          </p:pic>
          <p:pic>
            <p:nvPicPr>
              <p:cNvPr id="81" name="図 80">
                <a:extLst>
                  <a:ext uri="{FF2B5EF4-FFF2-40B4-BE49-F238E27FC236}">
                    <a16:creationId xmlns:a16="http://schemas.microsoft.com/office/drawing/2014/main" id="{6AB7B0AB-C00A-82D8-CC4A-BBB1DBA871DA}"/>
                  </a:ext>
                </a:extLst>
              </p:cNvPr>
              <p:cNvPicPr>
                <a:picLocks noChangeAspect="1"/>
              </p:cNvPicPr>
              <p:nvPr/>
            </p:nvPicPr>
            <p:blipFill>
              <a:blip r:embed="rId7"/>
              <a:stretch>
                <a:fillRect/>
              </a:stretch>
            </p:blipFill>
            <p:spPr>
              <a:xfrm>
                <a:off x="2148047" y="6100990"/>
                <a:ext cx="971966" cy="391110"/>
              </a:xfrm>
              <a:prstGeom prst="rect">
                <a:avLst/>
              </a:prstGeom>
            </p:spPr>
          </p:pic>
        </p:grpSp>
        <p:grpSp>
          <p:nvGrpSpPr>
            <p:cNvPr id="5" name="グループ化 4">
              <a:extLst>
                <a:ext uri="{FF2B5EF4-FFF2-40B4-BE49-F238E27FC236}">
                  <a16:creationId xmlns:a16="http://schemas.microsoft.com/office/drawing/2014/main" id="{E2D89C37-D29E-7821-34DD-32A48C2ECD74}"/>
                </a:ext>
              </a:extLst>
            </p:cNvPr>
            <p:cNvGrpSpPr/>
            <p:nvPr/>
          </p:nvGrpSpPr>
          <p:grpSpPr>
            <a:xfrm>
              <a:off x="1290776" y="4981169"/>
              <a:ext cx="728302" cy="664771"/>
              <a:chOff x="1081247" y="5034190"/>
              <a:chExt cx="2038766" cy="1457910"/>
            </a:xfrm>
          </p:grpSpPr>
          <p:pic>
            <p:nvPicPr>
              <p:cNvPr id="6" name="図 5">
                <a:extLst>
                  <a:ext uri="{FF2B5EF4-FFF2-40B4-BE49-F238E27FC236}">
                    <a16:creationId xmlns:a16="http://schemas.microsoft.com/office/drawing/2014/main" id="{2D74875F-80AB-18FA-9EC9-FFC31245867D}"/>
                  </a:ext>
                </a:extLst>
              </p:cNvPr>
              <p:cNvPicPr>
                <a:picLocks noChangeAspect="1"/>
              </p:cNvPicPr>
              <p:nvPr/>
            </p:nvPicPr>
            <p:blipFill>
              <a:blip r:embed="rId7"/>
              <a:stretch>
                <a:fillRect/>
              </a:stretch>
            </p:blipFill>
            <p:spPr>
              <a:xfrm>
                <a:off x="1081247" y="5034190"/>
                <a:ext cx="971966" cy="391110"/>
              </a:xfrm>
              <a:prstGeom prst="rect">
                <a:avLst/>
              </a:prstGeom>
            </p:spPr>
          </p:pic>
          <p:pic>
            <p:nvPicPr>
              <p:cNvPr id="7" name="図 6">
                <a:extLst>
                  <a:ext uri="{FF2B5EF4-FFF2-40B4-BE49-F238E27FC236}">
                    <a16:creationId xmlns:a16="http://schemas.microsoft.com/office/drawing/2014/main" id="{0B2837D6-BEDD-35DA-D938-22FD09D46BE4}"/>
                  </a:ext>
                </a:extLst>
              </p:cNvPr>
              <p:cNvPicPr>
                <a:picLocks noChangeAspect="1"/>
              </p:cNvPicPr>
              <p:nvPr/>
            </p:nvPicPr>
            <p:blipFill>
              <a:blip r:embed="rId7"/>
              <a:stretch>
                <a:fillRect/>
              </a:stretch>
            </p:blipFill>
            <p:spPr>
              <a:xfrm>
                <a:off x="1233647" y="5186590"/>
                <a:ext cx="971966" cy="391110"/>
              </a:xfrm>
              <a:prstGeom prst="rect">
                <a:avLst/>
              </a:prstGeom>
            </p:spPr>
          </p:pic>
          <p:pic>
            <p:nvPicPr>
              <p:cNvPr id="8" name="図 7">
                <a:extLst>
                  <a:ext uri="{FF2B5EF4-FFF2-40B4-BE49-F238E27FC236}">
                    <a16:creationId xmlns:a16="http://schemas.microsoft.com/office/drawing/2014/main" id="{AE7DE35E-89FC-3635-D3E4-21E90721C079}"/>
                  </a:ext>
                </a:extLst>
              </p:cNvPr>
              <p:cNvPicPr>
                <a:picLocks noChangeAspect="1"/>
              </p:cNvPicPr>
              <p:nvPr/>
            </p:nvPicPr>
            <p:blipFill>
              <a:blip r:embed="rId7"/>
              <a:stretch>
                <a:fillRect/>
              </a:stretch>
            </p:blipFill>
            <p:spPr>
              <a:xfrm>
                <a:off x="1386047" y="5338990"/>
                <a:ext cx="971966" cy="391110"/>
              </a:xfrm>
              <a:prstGeom prst="rect">
                <a:avLst/>
              </a:prstGeom>
            </p:spPr>
          </p:pic>
          <p:pic>
            <p:nvPicPr>
              <p:cNvPr id="9" name="図 8">
                <a:extLst>
                  <a:ext uri="{FF2B5EF4-FFF2-40B4-BE49-F238E27FC236}">
                    <a16:creationId xmlns:a16="http://schemas.microsoft.com/office/drawing/2014/main" id="{196F5E79-0121-8A60-599E-23574CF843C8}"/>
                  </a:ext>
                </a:extLst>
              </p:cNvPr>
              <p:cNvPicPr>
                <a:picLocks noChangeAspect="1"/>
              </p:cNvPicPr>
              <p:nvPr/>
            </p:nvPicPr>
            <p:blipFill>
              <a:blip r:embed="rId7"/>
              <a:stretch>
                <a:fillRect/>
              </a:stretch>
            </p:blipFill>
            <p:spPr>
              <a:xfrm>
                <a:off x="1538447" y="5491390"/>
                <a:ext cx="971966" cy="391110"/>
              </a:xfrm>
              <a:prstGeom prst="rect">
                <a:avLst/>
              </a:prstGeom>
            </p:spPr>
          </p:pic>
          <p:pic>
            <p:nvPicPr>
              <p:cNvPr id="10" name="図 9">
                <a:extLst>
                  <a:ext uri="{FF2B5EF4-FFF2-40B4-BE49-F238E27FC236}">
                    <a16:creationId xmlns:a16="http://schemas.microsoft.com/office/drawing/2014/main" id="{1BFBE309-B581-4882-2ACB-1F1A82A86E1F}"/>
                  </a:ext>
                </a:extLst>
              </p:cNvPr>
              <p:cNvPicPr>
                <a:picLocks noChangeAspect="1"/>
              </p:cNvPicPr>
              <p:nvPr/>
            </p:nvPicPr>
            <p:blipFill>
              <a:blip r:embed="rId7"/>
              <a:stretch>
                <a:fillRect/>
              </a:stretch>
            </p:blipFill>
            <p:spPr>
              <a:xfrm>
                <a:off x="1690847" y="5643790"/>
                <a:ext cx="971966" cy="391110"/>
              </a:xfrm>
              <a:prstGeom prst="rect">
                <a:avLst/>
              </a:prstGeom>
            </p:spPr>
          </p:pic>
          <p:pic>
            <p:nvPicPr>
              <p:cNvPr id="11" name="図 10">
                <a:extLst>
                  <a:ext uri="{FF2B5EF4-FFF2-40B4-BE49-F238E27FC236}">
                    <a16:creationId xmlns:a16="http://schemas.microsoft.com/office/drawing/2014/main" id="{C9C9DBE8-8EB8-A419-A3BB-F4BDB0582364}"/>
                  </a:ext>
                </a:extLst>
              </p:cNvPr>
              <p:cNvPicPr>
                <a:picLocks noChangeAspect="1"/>
              </p:cNvPicPr>
              <p:nvPr/>
            </p:nvPicPr>
            <p:blipFill>
              <a:blip r:embed="rId7"/>
              <a:stretch>
                <a:fillRect/>
              </a:stretch>
            </p:blipFill>
            <p:spPr>
              <a:xfrm>
                <a:off x="1843247" y="5796190"/>
                <a:ext cx="971966" cy="391110"/>
              </a:xfrm>
              <a:prstGeom prst="rect">
                <a:avLst/>
              </a:prstGeom>
            </p:spPr>
          </p:pic>
          <p:pic>
            <p:nvPicPr>
              <p:cNvPr id="12" name="図 11">
                <a:extLst>
                  <a:ext uri="{FF2B5EF4-FFF2-40B4-BE49-F238E27FC236}">
                    <a16:creationId xmlns:a16="http://schemas.microsoft.com/office/drawing/2014/main" id="{21A869AA-F1A8-E0CB-1CAD-5BB22B350B69}"/>
                  </a:ext>
                </a:extLst>
              </p:cNvPr>
              <p:cNvPicPr>
                <a:picLocks noChangeAspect="1"/>
              </p:cNvPicPr>
              <p:nvPr/>
            </p:nvPicPr>
            <p:blipFill>
              <a:blip r:embed="rId7"/>
              <a:stretch>
                <a:fillRect/>
              </a:stretch>
            </p:blipFill>
            <p:spPr>
              <a:xfrm>
                <a:off x="1995647" y="5948590"/>
                <a:ext cx="971966" cy="391110"/>
              </a:xfrm>
              <a:prstGeom prst="rect">
                <a:avLst/>
              </a:prstGeom>
            </p:spPr>
          </p:pic>
          <p:pic>
            <p:nvPicPr>
              <p:cNvPr id="13" name="図 12">
                <a:extLst>
                  <a:ext uri="{FF2B5EF4-FFF2-40B4-BE49-F238E27FC236}">
                    <a16:creationId xmlns:a16="http://schemas.microsoft.com/office/drawing/2014/main" id="{8D99ACC0-F4BC-B2E7-AA12-F152FE3AD216}"/>
                  </a:ext>
                </a:extLst>
              </p:cNvPr>
              <p:cNvPicPr>
                <a:picLocks noChangeAspect="1"/>
              </p:cNvPicPr>
              <p:nvPr/>
            </p:nvPicPr>
            <p:blipFill>
              <a:blip r:embed="rId7"/>
              <a:stretch>
                <a:fillRect/>
              </a:stretch>
            </p:blipFill>
            <p:spPr>
              <a:xfrm>
                <a:off x="2148047" y="6100990"/>
                <a:ext cx="971966" cy="391110"/>
              </a:xfrm>
              <a:prstGeom prst="rect">
                <a:avLst/>
              </a:prstGeom>
            </p:spPr>
          </p:pic>
        </p:grpSp>
        <p:grpSp>
          <p:nvGrpSpPr>
            <p:cNvPr id="14" name="グループ化 13">
              <a:extLst>
                <a:ext uri="{FF2B5EF4-FFF2-40B4-BE49-F238E27FC236}">
                  <a16:creationId xmlns:a16="http://schemas.microsoft.com/office/drawing/2014/main" id="{4A80CA44-5632-B6F5-7676-FCF0ED046A6B}"/>
                </a:ext>
              </a:extLst>
            </p:cNvPr>
            <p:cNvGrpSpPr/>
            <p:nvPr/>
          </p:nvGrpSpPr>
          <p:grpSpPr>
            <a:xfrm>
              <a:off x="1924448" y="5041981"/>
              <a:ext cx="728302" cy="664771"/>
              <a:chOff x="1081247" y="5034190"/>
              <a:chExt cx="2038766" cy="1457910"/>
            </a:xfrm>
          </p:grpSpPr>
          <p:pic>
            <p:nvPicPr>
              <p:cNvPr id="15" name="図 14">
                <a:extLst>
                  <a:ext uri="{FF2B5EF4-FFF2-40B4-BE49-F238E27FC236}">
                    <a16:creationId xmlns:a16="http://schemas.microsoft.com/office/drawing/2014/main" id="{567A1CF3-8CC6-B375-BB5B-7CBE4447173D}"/>
                  </a:ext>
                </a:extLst>
              </p:cNvPr>
              <p:cNvPicPr>
                <a:picLocks noChangeAspect="1"/>
              </p:cNvPicPr>
              <p:nvPr/>
            </p:nvPicPr>
            <p:blipFill>
              <a:blip r:embed="rId7"/>
              <a:stretch>
                <a:fillRect/>
              </a:stretch>
            </p:blipFill>
            <p:spPr>
              <a:xfrm>
                <a:off x="1081247" y="5034190"/>
                <a:ext cx="971966" cy="391110"/>
              </a:xfrm>
              <a:prstGeom prst="rect">
                <a:avLst/>
              </a:prstGeom>
            </p:spPr>
          </p:pic>
          <p:pic>
            <p:nvPicPr>
              <p:cNvPr id="16" name="図 15">
                <a:extLst>
                  <a:ext uri="{FF2B5EF4-FFF2-40B4-BE49-F238E27FC236}">
                    <a16:creationId xmlns:a16="http://schemas.microsoft.com/office/drawing/2014/main" id="{65C6CFCF-2197-062A-BBA8-8EB61D8CE245}"/>
                  </a:ext>
                </a:extLst>
              </p:cNvPr>
              <p:cNvPicPr>
                <a:picLocks noChangeAspect="1"/>
              </p:cNvPicPr>
              <p:nvPr/>
            </p:nvPicPr>
            <p:blipFill>
              <a:blip r:embed="rId7"/>
              <a:stretch>
                <a:fillRect/>
              </a:stretch>
            </p:blipFill>
            <p:spPr>
              <a:xfrm>
                <a:off x="1233647" y="5186590"/>
                <a:ext cx="971966" cy="391110"/>
              </a:xfrm>
              <a:prstGeom prst="rect">
                <a:avLst/>
              </a:prstGeom>
            </p:spPr>
          </p:pic>
          <p:pic>
            <p:nvPicPr>
              <p:cNvPr id="17" name="図 16">
                <a:extLst>
                  <a:ext uri="{FF2B5EF4-FFF2-40B4-BE49-F238E27FC236}">
                    <a16:creationId xmlns:a16="http://schemas.microsoft.com/office/drawing/2014/main" id="{BA238631-C615-AB61-6FC3-E6619E2E84CE}"/>
                  </a:ext>
                </a:extLst>
              </p:cNvPr>
              <p:cNvPicPr>
                <a:picLocks noChangeAspect="1"/>
              </p:cNvPicPr>
              <p:nvPr/>
            </p:nvPicPr>
            <p:blipFill>
              <a:blip r:embed="rId7"/>
              <a:stretch>
                <a:fillRect/>
              </a:stretch>
            </p:blipFill>
            <p:spPr>
              <a:xfrm>
                <a:off x="1386047" y="5338990"/>
                <a:ext cx="971966" cy="391110"/>
              </a:xfrm>
              <a:prstGeom prst="rect">
                <a:avLst/>
              </a:prstGeom>
            </p:spPr>
          </p:pic>
          <p:pic>
            <p:nvPicPr>
              <p:cNvPr id="18" name="図 17">
                <a:extLst>
                  <a:ext uri="{FF2B5EF4-FFF2-40B4-BE49-F238E27FC236}">
                    <a16:creationId xmlns:a16="http://schemas.microsoft.com/office/drawing/2014/main" id="{05521F7F-1C54-D7ED-70AF-DF64F12D9171}"/>
                  </a:ext>
                </a:extLst>
              </p:cNvPr>
              <p:cNvPicPr>
                <a:picLocks noChangeAspect="1"/>
              </p:cNvPicPr>
              <p:nvPr/>
            </p:nvPicPr>
            <p:blipFill>
              <a:blip r:embed="rId7"/>
              <a:stretch>
                <a:fillRect/>
              </a:stretch>
            </p:blipFill>
            <p:spPr>
              <a:xfrm>
                <a:off x="1538447" y="5491390"/>
                <a:ext cx="971966" cy="391110"/>
              </a:xfrm>
              <a:prstGeom prst="rect">
                <a:avLst/>
              </a:prstGeom>
            </p:spPr>
          </p:pic>
          <p:pic>
            <p:nvPicPr>
              <p:cNvPr id="19" name="図 18">
                <a:extLst>
                  <a:ext uri="{FF2B5EF4-FFF2-40B4-BE49-F238E27FC236}">
                    <a16:creationId xmlns:a16="http://schemas.microsoft.com/office/drawing/2014/main" id="{C0ECD5F0-CA12-4E81-2E72-AFC135254EC9}"/>
                  </a:ext>
                </a:extLst>
              </p:cNvPr>
              <p:cNvPicPr>
                <a:picLocks noChangeAspect="1"/>
              </p:cNvPicPr>
              <p:nvPr/>
            </p:nvPicPr>
            <p:blipFill>
              <a:blip r:embed="rId7"/>
              <a:stretch>
                <a:fillRect/>
              </a:stretch>
            </p:blipFill>
            <p:spPr>
              <a:xfrm>
                <a:off x="1690847" y="5643790"/>
                <a:ext cx="971966" cy="391110"/>
              </a:xfrm>
              <a:prstGeom prst="rect">
                <a:avLst/>
              </a:prstGeom>
            </p:spPr>
          </p:pic>
          <p:pic>
            <p:nvPicPr>
              <p:cNvPr id="20" name="図 19">
                <a:extLst>
                  <a:ext uri="{FF2B5EF4-FFF2-40B4-BE49-F238E27FC236}">
                    <a16:creationId xmlns:a16="http://schemas.microsoft.com/office/drawing/2014/main" id="{BD104A4E-CCEE-BB96-6B20-87EB654D473C}"/>
                  </a:ext>
                </a:extLst>
              </p:cNvPr>
              <p:cNvPicPr>
                <a:picLocks noChangeAspect="1"/>
              </p:cNvPicPr>
              <p:nvPr/>
            </p:nvPicPr>
            <p:blipFill>
              <a:blip r:embed="rId7"/>
              <a:stretch>
                <a:fillRect/>
              </a:stretch>
            </p:blipFill>
            <p:spPr>
              <a:xfrm>
                <a:off x="1843247" y="5796190"/>
                <a:ext cx="971966" cy="391110"/>
              </a:xfrm>
              <a:prstGeom prst="rect">
                <a:avLst/>
              </a:prstGeom>
            </p:spPr>
          </p:pic>
          <p:pic>
            <p:nvPicPr>
              <p:cNvPr id="21" name="図 20">
                <a:extLst>
                  <a:ext uri="{FF2B5EF4-FFF2-40B4-BE49-F238E27FC236}">
                    <a16:creationId xmlns:a16="http://schemas.microsoft.com/office/drawing/2014/main" id="{BF0AC55B-C2F5-3FC2-E2CD-CB2B7C44B03A}"/>
                  </a:ext>
                </a:extLst>
              </p:cNvPr>
              <p:cNvPicPr>
                <a:picLocks noChangeAspect="1"/>
              </p:cNvPicPr>
              <p:nvPr/>
            </p:nvPicPr>
            <p:blipFill>
              <a:blip r:embed="rId7"/>
              <a:stretch>
                <a:fillRect/>
              </a:stretch>
            </p:blipFill>
            <p:spPr>
              <a:xfrm>
                <a:off x="1995647" y="5948590"/>
                <a:ext cx="971966" cy="391110"/>
              </a:xfrm>
              <a:prstGeom prst="rect">
                <a:avLst/>
              </a:prstGeom>
            </p:spPr>
          </p:pic>
          <p:pic>
            <p:nvPicPr>
              <p:cNvPr id="22" name="図 21">
                <a:extLst>
                  <a:ext uri="{FF2B5EF4-FFF2-40B4-BE49-F238E27FC236}">
                    <a16:creationId xmlns:a16="http://schemas.microsoft.com/office/drawing/2014/main" id="{F568FAF9-913D-63E7-4137-6C6EBC66D46B}"/>
                  </a:ext>
                </a:extLst>
              </p:cNvPr>
              <p:cNvPicPr>
                <a:picLocks noChangeAspect="1"/>
              </p:cNvPicPr>
              <p:nvPr/>
            </p:nvPicPr>
            <p:blipFill>
              <a:blip r:embed="rId7"/>
              <a:stretch>
                <a:fillRect/>
              </a:stretch>
            </p:blipFill>
            <p:spPr>
              <a:xfrm>
                <a:off x="2148047" y="6100990"/>
                <a:ext cx="971966" cy="391110"/>
              </a:xfrm>
              <a:prstGeom prst="rect">
                <a:avLst/>
              </a:prstGeom>
            </p:spPr>
          </p:pic>
        </p:grpSp>
        <p:grpSp>
          <p:nvGrpSpPr>
            <p:cNvPr id="23" name="グループ化 22">
              <a:extLst>
                <a:ext uri="{FF2B5EF4-FFF2-40B4-BE49-F238E27FC236}">
                  <a16:creationId xmlns:a16="http://schemas.microsoft.com/office/drawing/2014/main" id="{FD3F852C-661C-814B-318C-B3CCE5CF50FC}"/>
                </a:ext>
              </a:extLst>
            </p:cNvPr>
            <p:cNvGrpSpPr/>
            <p:nvPr/>
          </p:nvGrpSpPr>
          <p:grpSpPr>
            <a:xfrm>
              <a:off x="790521" y="5961066"/>
              <a:ext cx="728302" cy="664771"/>
              <a:chOff x="1081247" y="5034190"/>
              <a:chExt cx="2038766" cy="1457910"/>
            </a:xfrm>
          </p:grpSpPr>
          <p:pic>
            <p:nvPicPr>
              <p:cNvPr id="24" name="図 23">
                <a:extLst>
                  <a:ext uri="{FF2B5EF4-FFF2-40B4-BE49-F238E27FC236}">
                    <a16:creationId xmlns:a16="http://schemas.microsoft.com/office/drawing/2014/main" id="{8D181D3F-C6E9-08DC-E18A-53D9D4D7CCDC}"/>
                  </a:ext>
                </a:extLst>
              </p:cNvPr>
              <p:cNvPicPr>
                <a:picLocks noChangeAspect="1"/>
              </p:cNvPicPr>
              <p:nvPr/>
            </p:nvPicPr>
            <p:blipFill>
              <a:blip r:embed="rId7"/>
              <a:stretch>
                <a:fillRect/>
              </a:stretch>
            </p:blipFill>
            <p:spPr>
              <a:xfrm>
                <a:off x="1081247" y="5034190"/>
                <a:ext cx="971966" cy="391110"/>
              </a:xfrm>
              <a:prstGeom prst="rect">
                <a:avLst/>
              </a:prstGeom>
            </p:spPr>
          </p:pic>
          <p:pic>
            <p:nvPicPr>
              <p:cNvPr id="25" name="図 24">
                <a:extLst>
                  <a:ext uri="{FF2B5EF4-FFF2-40B4-BE49-F238E27FC236}">
                    <a16:creationId xmlns:a16="http://schemas.microsoft.com/office/drawing/2014/main" id="{543871EE-08A4-9F4C-C53A-771B60FA03E9}"/>
                  </a:ext>
                </a:extLst>
              </p:cNvPr>
              <p:cNvPicPr>
                <a:picLocks noChangeAspect="1"/>
              </p:cNvPicPr>
              <p:nvPr/>
            </p:nvPicPr>
            <p:blipFill>
              <a:blip r:embed="rId7"/>
              <a:stretch>
                <a:fillRect/>
              </a:stretch>
            </p:blipFill>
            <p:spPr>
              <a:xfrm>
                <a:off x="1233647" y="5186590"/>
                <a:ext cx="971966" cy="391110"/>
              </a:xfrm>
              <a:prstGeom prst="rect">
                <a:avLst/>
              </a:prstGeom>
            </p:spPr>
          </p:pic>
          <p:pic>
            <p:nvPicPr>
              <p:cNvPr id="26" name="図 25">
                <a:extLst>
                  <a:ext uri="{FF2B5EF4-FFF2-40B4-BE49-F238E27FC236}">
                    <a16:creationId xmlns:a16="http://schemas.microsoft.com/office/drawing/2014/main" id="{EF50C455-D9EF-D451-E488-0E58EF69B683}"/>
                  </a:ext>
                </a:extLst>
              </p:cNvPr>
              <p:cNvPicPr>
                <a:picLocks noChangeAspect="1"/>
              </p:cNvPicPr>
              <p:nvPr/>
            </p:nvPicPr>
            <p:blipFill>
              <a:blip r:embed="rId7"/>
              <a:stretch>
                <a:fillRect/>
              </a:stretch>
            </p:blipFill>
            <p:spPr>
              <a:xfrm>
                <a:off x="1386047" y="5338990"/>
                <a:ext cx="971966" cy="391110"/>
              </a:xfrm>
              <a:prstGeom prst="rect">
                <a:avLst/>
              </a:prstGeom>
            </p:spPr>
          </p:pic>
          <p:pic>
            <p:nvPicPr>
              <p:cNvPr id="27" name="図 26">
                <a:extLst>
                  <a:ext uri="{FF2B5EF4-FFF2-40B4-BE49-F238E27FC236}">
                    <a16:creationId xmlns:a16="http://schemas.microsoft.com/office/drawing/2014/main" id="{A6FF1917-AE41-C137-7066-9210AACEA005}"/>
                  </a:ext>
                </a:extLst>
              </p:cNvPr>
              <p:cNvPicPr>
                <a:picLocks noChangeAspect="1"/>
              </p:cNvPicPr>
              <p:nvPr/>
            </p:nvPicPr>
            <p:blipFill>
              <a:blip r:embed="rId7"/>
              <a:stretch>
                <a:fillRect/>
              </a:stretch>
            </p:blipFill>
            <p:spPr>
              <a:xfrm>
                <a:off x="1538447" y="5491390"/>
                <a:ext cx="971966" cy="391110"/>
              </a:xfrm>
              <a:prstGeom prst="rect">
                <a:avLst/>
              </a:prstGeom>
            </p:spPr>
          </p:pic>
          <p:pic>
            <p:nvPicPr>
              <p:cNvPr id="28" name="図 27">
                <a:extLst>
                  <a:ext uri="{FF2B5EF4-FFF2-40B4-BE49-F238E27FC236}">
                    <a16:creationId xmlns:a16="http://schemas.microsoft.com/office/drawing/2014/main" id="{D4B45A70-4A00-218F-45F2-5699EBCD3180}"/>
                  </a:ext>
                </a:extLst>
              </p:cNvPr>
              <p:cNvPicPr>
                <a:picLocks noChangeAspect="1"/>
              </p:cNvPicPr>
              <p:nvPr/>
            </p:nvPicPr>
            <p:blipFill>
              <a:blip r:embed="rId7"/>
              <a:stretch>
                <a:fillRect/>
              </a:stretch>
            </p:blipFill>
            <p:spPr>
              <a:xfrm>
                <a:off x="1690847" y="5643790"/>
                <a:ext cx="971966" cy="391110"/>
              </a:xfrm>
              <a:prstGeom prst="rect">
                <a:avLst/>
              </a:prstGeom>
            </p:spPr>
          </p:pic>
          <p:pic>
            <p:nvPicPr>
              <p:cNvPr id="29" name="図 28">
                <a:extLst>
                  <a:ext uri="{FF2B5EF4-FFF2-40B4-BE49-F238E27FC236}">
                    <a16:creationId xmlns:a16="http://schemas.microsoft.com/office/drawing/2014/main" id="{3ABC64C7-29E7-0565-9633-AB4BE5828CF3}"/>
                  </a:ext>
                </a:extLst>
              </p:cNvPr>
              <p:cNvPicPr>
                <a:picLocks noChangeAspect="1"/>
              </p:cNvPicPr>
              <p:nvPr/>
            </p:nvPicPr>
            <p:blipFill>
              <a:blip r:embed="rId7"/>
              <a:stretch>
                <a:fillRect/>
              </a:stretch>
            </p:blipFill>
            <p:spPr>
              <a:xfrm>
                <a:off x="1843247" y="5796190"/>
                <a:ext cx="971966" cy="391110"/>
              </a:xfrm>
              <a:prstGeom prst="rect">
                <a:avLst/>
              </a:prstGeom>
            </p:spPr>
          </p:pic>
          <p:pic>
            <p:nvPicPr>
              <p:cNvPr id="30" name="図 29">
                <a:extLst>
                  <a:ext uri="{FF2B5EF4-FFF2-40B4-BE49-F238E27FC236}">
                    <a16:creationId xmlns:a16="http://schemas.microsoft.com/office/drawing/2014/main" id="{D1D282A7-14A5-A535-188D-124D178D29DC}"/>
                  </a:ext>
                </a:extLst>
              </p:cNvPr>
              <p:cNvPicPr>
                <a:picLocks noChangeAspect="1"/>
              </p:cNvPicPr>
              <p:nvPr/>
            </p:nvPicPr>
            <p:blipFill>
              <a:blip r:embed="rId7"/>
              <a:stretch>
                <a:fillRect/>
              </a:stretch>
            </p:blipFill>
            <p:spPr>
              <a:xfrm>
                <a:off x="1995647" y="5948590"/>
                <a:ext cx="971966" cy="391110"/>
              </a:xfrm>
              <a:prstGeom prst="rect">
                <a:avLst/>
              </a:prstGeom>
            </p:spPr>
          </p:pic>
          <p:pic>
            <p:nvPicPr>
              <p:cNvPr id="31" name="図 30">
                <a:extLst>
                  <a:ext uri="{FF2B5EF4-FFF2-40B4-BE49-F238E27FC236}">
                    <a16:creationId xmlns:a16="http://schemas.microsoft.com/office/drawing/2014/main" id="{5548EE19-B72E-DB0F-85A4-C186B49F3633}"/>
                  </a:ext>
                </a:extLst>
              </p:cNvPr>
              <p:cNvPicPr>
                <a:picLocks noChangeAspect="1"/>
              </p:cNvPicPr>
              <p:nvPr/>
            </p:nvPicPr>
            <p:blipFill>
              <a:blip r:embed="rId7"/>
              <a:stretch>
                <a:fillRect/>
              </a:stretch>
            </p:blipFill>
            <p:spPr>
              <a:xfrm>
                <a:off x="2148047" y="6100990"/>
                <a:ext cx="971966" cy="391110"/>
              </a:xfrm>
              <a:prstGeom prst="rect">
                <a:avLst/>
              </a:prstGeom>
            </p:spPr>
          </p:pic>
        </p:grpSp>
        <p:grpSp>
          <p:nvGrpSpPr>
            <p:cNvPr id="32" name="グループ化 31">
              <a:extLst>
                <a:ext uri="{FF2B5EF4-FFF2-40B4-BE49-F238E27FC236}">
                  <a16:creationId xmlns:a16="http://schemas.microsoft.com/office/drawing/2014/main" id="{9A3DB9DA-3B5B-A2AA-EE0F-A92BF22090F2}"/>
                </a:ext>
              </a:extLst>
            </p:cNvPr>
            <p:cNvGrpSpPr/>
            <p:nvPr/>
          </p:nvGrpSpPr>
          <p:grpSpPr>
            <a:xfrm>
              <a:off x="2327955" y="5945998"/>
              <a:ext cx="728302" cy="664771"/>
              <a:chOff x="1081247" y="5034190"/>
              <a:chExt cx="2038766" cy="1457910"/>
            </a:xfrm>
          </p:grpSpPr>
          <p:pic>
            <p:nvPicPr>
              <p:cNvPr id="33" name="図 32">
                <a:extLst>
                  <a:ext uri="{FF2B5EF4-FFF2-40B4-BE49-F238E27FC236}">
                    <a16:creationId xmlns:a16="http://schemas.microsoft.com/office/drawing/2014/main" id="{F0B5E602-EBD3-AC64-A82F-AB125D135451}"/>
                  </a:ext>
                </a:extLst>
              </p:cNvPr>
              <p:cNvPicPr>
                <a:picLocks noChangeAspect="1"/>
              </p:cNvPicPr>
              <p:nvPr/>
            </p:nvPicPr>
            <p:blipFill>
              <a:blip r:embed="rId7"/>
              <a:stretch>
                <a:fillRect/>
              </a:stretch>
            </p:blipFill>
            <p:spPr>
              <a:xfrm>
                <a:off x="1081247" y="5034190"/>
                <a:ext cx="971966" cy="391110"/>
              </a:xfrm>
              <a:prstGeom prst="rect">
                <a:avLst/>
              </a:prstGeom>
            </p:spPr>
          </p:pic>
          <p:pic>
            <p:nvPicPr>
              <p:cNvPr id="34" name="図 33">
                <a:extLst>
                  <a:ext uri="{FF2B5EF4-FFF2-40B4-BE49-F238E27FC236}">
                    <a16:creationId xmlns:a16="http://schemas.microsoft.com/office/drawing/2014/main" id="{6422ACC3-A95E-8427-5AAE-4FF058F94283}"/>
                  </a:ext>
                </a:extLst>
              </p:cNvPr>
              <p:cNvPicPr>
                <a:picLocks noChangeAspect="1"/>
              </p:cNvPicPr>
              <p:nvPr/>
            </p:nvPicPr>
            <p:blipFill>
              <a:blip r:embed="rId7"/>
              <a:stretch>
                <a:fillRect/>
              </a:stretch>
            </p:blipFill>
            <p:spPr>
              <a:xfrm>
                <a:off x="1233647" y="5186590"/>
                <a:ext cx="971966" cy="391110"/>
              </a:xfrm>
              <a:prstGeom prst="rect">
                <a:avLst/>
              </a:prstGeom>
            </p:spPr>
          </p:pic>
          <p:pic>
            <p:nvPicPr>
              <p:cNvPr id="35" name="図 34">
                <a:extLst>
                  <a:ext uri="{FF2B5EF4-FFF2-40B4-BE49-F238E27FC236}">
                    <a16:creationId xmlns:a16="http://schemas.microsoft.com/office/drawing/2014/main" id="{CE94A92A-658D-7CE0-C515-BF5997DB79B3}"/>
                  </a:ext>
                </a:extLst>
              </p:cNvPr>
              <p:cNvPicPr>
                <a:picLocks noChangeAspect="1"/>
              </p:cNvPicPr>
              <p:nvPr/>
            </p:nvPicPr>
            <p:blipFill>
              <a:blip r:embed="rId7"/>
              <a:stretch>
                <a:fillRect/>
              </a:stretch>
            </p:blipFill>
            <p:spPr>
              <a:xfrm>
                <a:off x="1386047" y="5338990"/>
                <a:ext cx="971966" cy="391110"/>
              </a:xfrm>
              <a:prstGeom prst="rect">
                <a:avLst/>
              </a:prstGeom>
            </p:spPr>
          </p:pic>
          <p:pic>
            <p:nvPicPr>
              <p:cNvPr id="36" name="図 35">
                <a:extLst>
                  <a:ext uri="{FF2B5EF4-FFF2-40B4-BE49-F238E27FC236}">
                    <a16:creationId xmlns:a16="http://schemas.microsoft.com/office/drawing/2014/main" id="{FC7EE180-E2EB-727D-1943-0C5D9B132EEB}"/>
                  </a:ext>
                </a:extLst>
              </p:cNvPr>
              <p:cNvPicPr>
                <a:picLocks noChangeAspect="1"/>
              </p:cNvPicPr>
              <p:nvPr/>
            </p:nvPicPr>
            <p:blipFill>
              <a:blip r:embed="rId7"/>
              <a:stretch>
                <a:fillRect/>
              </a:stretch>
            </p:blipFill>
            <p:spPr>
              <a:xfrm>
                <a:off x="1538447" y="5491390"/>
                <a:ext cx="971966" cy="391110"/>
              </a:xfrm>
              <a:prstGeom prst="rect">
                <a:avLst/>
              </a:prstGeom>
            </p:spPr>
          </p:pic>
          <p:pic>
            <p:nvPicPr>
              <p:cNvPr id="37" name="図 36">
                <a:extLst>
                  <a:ext uri="{FF2B5EF4-FFF2-40B4-BE49-F238E27FC236}">
                    <a16:creationId xmlns:a16="http://schemas.microsoft.com/office/drawing/2014/main" id="{7CFCC722-587A-BEF9-CC71-7A6CC503DC4B}"/>
                  </a:ext>
                </a:extLst>
              </p:cNvPr>
              <p:cNvPicPr>
                <a:picLocks noChangeAspect="1"/>
              </p:cNvPicPr>
              <p:nvPr/>
            </p:nvPicPr>
            <p:blipFill>
              <a:blip r:embed="rId7"/>
              <a:stretch>
                <a:fillRect/>
              </a:stretch>
            </p:blipFill>
            <p:spPr>
              <a:xfrm>
                <a:off x="1690847" y="5643790"/>
                <a:ext cx="971966" cy="391110"/>
              </a:xfrm>
              <a:prstGeom prst="rect">
                <a:avLst/>
              </a:prstGeom>
            </p:spPr>
          </p:pic>
          <p:pic>
            <p:nvPicPr>
              <p:cNvPr id="38" name="図 37">
                <a:extLst>
                  <a:ext uri="{FF2B5EF4-FFF2-40B4-BE49-F238E27FC236}">
                    <a16:creationId xmlns:a16="http://schemas.microsoft.com/office/drawing/2014/main" id="{A31A5E53-DCD3-BDE8-F6BC-B9941CB6B0AD}"/>
                  </a:ext>
                </a:extLst>
              </p:cNvPr>
              <p:cNvPicPr>
                <a:picLocks noChangeAspect="1"/>
              </p:cNvPicPr>
              <p:nvPr/>
            </p:nvPicPr>
            <p:blipFill>
              <a:blip r:embed="rId7"/>
              <a:stretch>
                <a:fillRect/>
              </a:stretch>
            </p:blipFill>
            <p:spPr>
              <a:xfrm>
                <a:off x="1843247" y="5796190"/>
                <a:ext cx="971966" cy="391110"/>
              </a:xfrm>
              <a:prstGeom prst="rect">
                <a:avLst/>
              </a:prstGeom>
            </p:spPr>
          </p:pic>
          <p:pic>
            <p:nvPicPr>
              <p:cNvPr id="39" name="図 38">
                <a:extLst>
                  <a:ext uri="{FF2B5EF4-FFF2-40B4-BE49-F238E27FC236}">
                    <a16:creationId xmlns:a16="http://schemas.microsoft.com/office/drawing/2014/main" id="{0AE9A382-6C22-D073-9D84-BBDB6187256F}"/>
                  </a:ext>
                </a:extLst>
              </p:cNvPr>
              <p:cNvPicPr>
                <a:picLocks noChangeAspect="1"/>
              </p:cNvPicPr>
              <p:nvPr/>
            </p:nvPicPr>
            <p:blipFill>
              <a:blip r:embed="rId7"/>
              <a:stretch>
                <a:fillRect/>
              </a:stretch>
            </p:blipFill>
            <p:spPr>
              <a:xfrm>
                <a:off x="1995647" y="5948590"/>
                <a:ext cx="971966" cy="391110"/>
              </a:xfrm>
              <a:prstGeom prst="rect">
                <a:avLst/>
              </a:prstGeom>
            </p:spPr>
          </p:pic>
          <p:pic>
            <p:nvPicPr>
              <p:cNvPr id="40" name="図 39">
                <a:extLst>
                  <a:ext uri="{FF2B5EF4-FFF2-40B4-BE49-F238E27FC236}">
                    <a16:creationId xmlns:a16="http://schemas.microsoft.com/office/drawing/2014/main" id="{3E56CD6D-43DE-E696-1839-C1F24BF68ED2}"/>
                  </a:ext>
                </a:extLst>
              </p:cNvPr>
              <p:cNvPicPr>
                <a:picLocks noChangeAspect="1"/>
              </p:cNvPicPr>
              <p:nvPr/>
            </p:nvPicPr>
            <p:blipFill>
              <a:blip r:embed="rId7"/>
              <a:stretch>
                <a:fillRect/>
              </a:stretch>
            </p:blipFill>
            <p:spPr>
              <a:xfrm>
                <a:off x="2148047" y="6100990"/>
                <a:ext cx="971966" cy="391110"/>
              </a:xfrm>
              <a:prstGeom prst="rect">
                <a:avLst/>
              </a:prstGeom>
            </p:spPr>
          </p:pic>
        </p:grpSp>
        <p:grpSp>
          <p:nvGrpSpPr>
            <p:cNvPr id="42" name="グループ化 41">
              <a:extLst>
                <a:ext uri="{FF2B5EF4-FFF2-40B4-BE49-F238E27FC236}">
                  <a16:creationId xmlns:a16="http://schemas.microsoft.com/office/drawing/2014/main" id="{36653233-B101-CE22-F2C9-B837E18AC844}"/>
                </a:ext>
              </a:extLst>
            </p:cNvPr>
            <p:cNvGrpSpPr/>
            <p:nvPr/>
          </p:nvGrpSpPr>
          <p:grpSpPr>
            <a:xfrm>
              <a:off x="1522794" y="5979391"/>
              <a:ext cx="728302" cy="664771"/>
              <a:chOff x="1081247" y="5034190"/>
              <a:chExt cx="2038766" cy="1457910"/>
            </a:xfrm>
          </p:grpSpPr>
          <p:pic>
            <p:nvPicPr>
              <p:cNvPr id="43" name="図 42">
                <a:extLst>
                  <a:ext uri="{FF2B5EF4-FFF2-40B4-BE49-F238E27FC236}">
                    <a16:creationId xmlns:a16="http://schemas.microsoft.com/office/drawing/2014/main" id="{F1C30D12-0391-0EB7-644B-4ECEC735D297}"/>
                  </a:ext>
                </a:extLst>
              </p:cNvPr>
              <p:cNvPicPr>
                <a:picLocks noChangeAspect="1"/>
              </p:cNvPicPr>
              <p:nvPr/>
            </p:nvPicPr>
            <p:blipFill>
              <a:blip r:embed="rId7"/>
              <a:stretch>
                <a:fillRect/>
              </a:stretch>
            </p:blipFill>
            <p:spPr>
              <a:xfrm>
                <a:off x="1081247" y="5034190"/>
                <a:ext cx="971966" cy="391110"/>
              </a:xfrm>
              <a:prstGeom prst="rect">
                <a:avLst/>
              </a:prstGeom>
            </p:spPr>
          </p:pic>
          <p:pic>
            <p:nvPicPr>
              <p:cNvPr id="44" name="図 43">
                <a:extLst>
                  <a:ext uri="{FF2B5EF4-FFF2-40B4-BE49-F238E27FC236}">
                    <a16:creationId xmlns:a16="http://schemas.microsoft.com/office/drawing/2014/main" id="{9E0FF2A2-4830-D2C6-E2D0-B295169781EF}"/>
                  </a:ext>
                </a:extLst>
              </p:cNvPr>
              <p:cNvPicPr>
                <a:picLocks noChangeAspect="1"/>
              </p:cNvPicPr>
              <p:nvPr/>
            </p:nvPicPr>
            <p:blipFill>
              <a:blip r:embed="rId7"/>
              <a:stretch>
                <a:fillRect/>
              </a:stretch>
            </p:blipFill>
            <p:spPr>
              <a:xfrm>
                <a:off x="1233647" y="5186590"/>
                <a:ext cx="971966" cy="391110"/>
              </a:xfrm>
              <a:prstGeom prst="rect">
                <a:avLst/>
              </a:prstGeom>
            </p:spPr>
          </p:pic>
          <p:pic>
            <p:nvPicPr>
              <p:cNvPr id="45" name="図 44">
                <a:extLst>
                  <a:ext uri="{FF2B5EF4-FFF2-40B4-BE49-F238E27FC236}">
                    <a16:creationId xmlns:a16="http://schemas.microsoft.com/office/drawing/2014/main" id="{1705D694-7E64-81DD-B1E9-2F2FE32A4697}"/>
                  </a:ext>
                </a:extLst>
              </p:cNvPr>
              <p:cNvPicPr>
                <a:picLocks noChangeAspect="1"/>
              </p:cNvPicPr>
              <p:nvPr/>
            </p:nvPicPr>
            <p:blipFill>
              <a:blip r:embed="rId7"/>
              <a:stretch>
                <a:fillRect/>
              </a:stretch>
            </p:blipFill>
            <p:spPr>
              <a:xfrm>
                <a:off x="1386047" y="5338990"/>
                <a:ext cx="971966" cy="391110"/>
              </a:xfrm>
              <a:prstGeom prst="rect">
                <a:avLst/>
              </a:prstGeom>
            </p:spPr>
          </p:pic>
          <p:pic>
            <p:nvPicPr>
              <p:cNvPr id="46" name="図 45">
                <a:extLst>
                  <a:ext uri="{FF2B5EF4-FFF2-40B4-BE49-F238E27FC236}">
                    <a16:creationId xmlns:a16="http://schemas.microsoft.com/office/drawing/2014/main" id="{EFF3CDAC-B166-1AF9-268F-E90138779767}"/>
                  </a:ext>
                </a:extLst>
              </p:cNvPr>
              <p:cNvPicPr>
                <a:picLocks noChangeAspect="1"/>
              </p:cNvPicPr>
              <p:nvPr/>
            </p:nvPicPr>
            <p:blipFill>
              <a:blip r:embed="rId7"/>
              <a:stretch>
                <a:fillRect/>
              </a:stretch>
            </p:blipFill>
            <p:spPr>
              <a:xfrm>
                <a:off x="1538447" y="5491390"/>
                <a:ext cx="971966" cy="391110"/>
              </a:xfrm>
              <a:prstGeom prst="rect">
                <a:avLst/>
              </a:prstGeom>
            </p:spPr>
          </p:pic>
          <p:pic>
            <p:nvPicPr>
              <p:cNvPr id="47" name="図 46">
                <a:extLst>
                  <a:ext uri="{FF2B5EF4-FFF2-40B4-BE49-F238E27FC236}">
                    <a16:creationId xmlns:a16="http://schemas.microsoft.com/office/drawing/2014/main" id="{A6C69803-6768-C340-8933-9F74B489DCAC}"/>
                  </a:ext>
                </a:extLst>
              </p:cNvPr>
              <p:cNvPicPr>
                <a:picLocks noChangeAspect="1"/>
              </p:cNvPicPr>
              <p:nvPr/>
            </p:nvPicPr>
            <p:blipFill>
              <a:blip r:embed="rId7"/>
              <a:stretch>
                <a:fillRect/>
              </a:stretch>
            </p:blipFill>
            <p:spPr>
              <a:xfrm>
                <a:off x="1690847" y="5643790"/>
                <a:ext cx="971966" cy="391110"/>
              </a:xfrm>
              <a:prstGeom prst="rect">
                <a:avLst/>
              </a:prstGeom>
            </p:spPr>
          </p:pic>
          <p:pic>
            <p:nvPicPr>
              <p:cNvPr id="48" name="図 47">
                <a:extLst>
                  <a:ext uri="{FF2B5EF4-FFF2-40B4-BE49-F238E27FC236}">
                    <a16:creationId xmlns:a16="http://schemas.microsoft.com/office/drawing/2014/main" id="{9E2F55D8-8C68-4CCE-3B9A-7802E34C26EF}"/>
                  </a:ext>
                </a:extLst>
              </p:cNvPr>
              <p:cNvPicPr>
                <a:picLocks noChangeAspect="1"/>
              </p:cNvPicPr>
              <p:nvPr/>
            </p:nvPicPr>
            <p:blipFill>
              <a:blip r:embed="rId7"/>
              <a:stretch>
                <a:fillRect/>
              </a:stretch>
            </p:blipFill>
            <p:spPr>
              <a:xfrm>
                <a:off x="1843247" y="5796190"/>
                <a:ext cx="971966" cy="391110"/>
              </a:xfrm>
              <a:prstGeom prst="rect">
                <a:avLst/>
              </a:prstGeom>
            </p:spPr>
          </p:pic>
          <p:pic>
            <p:nvPicPr>
              <p:cNvPr id="49" name="図 48">
                <a:extLst>
                  <a:ext uri="{FF2B5EF4-FFF2-40B4-BE49-F238E27FC236}">
                    <a16:creationId xmlns:a16="http://schemas.microsoft.com/office/drawing/2014/main" id="{502F1DD9-1180-97C2-A85C-1EE27C5FF11A}"/>
                  </a:ext>
                </a:extLst>
              </p:cNvPr>
              <p:cNvPicPr>
                <a:picLocks noChangeAspect="1"/>
              </p:cNvPicPr>
              <p:nvPr/>
            </p:nvPicPr>
            <p:blipFill>
              <a:blip r:embed="rId7"/>
              <a:stretch>
                <a:fillRect/>
              </a:stretch>
            </p:blipFill>
            <p:spPr>
              <a:xfrm>
                <a:off x="1995647" y="5948590"/>
                <a:ext cx="971966" cy="391110"/>
              </a:xfrm>
              <a:prstGeom prst="rect">
                <a:avLst/>
              </a:prstGeom>
            </p:spPr>
          </p:pic>
          <p:pic>
            <p:nvPicPr>
              <p:cNvPr id="50" name="図 49">
                <a:extLst>
                  <a:ext uri="{FF2B5EF4-FFF2-40B4-BE49-F238E27FC236}">
                    <a16:creationId xmlns:a16="http://schemas.microsoft.com/office/drawing/2014/main" id="{3D0CA4CB-BB3A-ADD3-CF12-EBFA04D03200}"/>
                  </a:ext>
                </a:extLst>
              </p:cNvPr>
              <p:cNvPicPr>
                <a:picLocks noChangeAspect="1"/>
              </p:cNvPicPr>
              <p:nvPr/>
            </p:nvPicPr>
            <p:blipFill>
              <a:blip r:embed="rId7"/>
              <a:stretch>
                <a:fillRect/>
              </a:stretch>
            </p:blipFill>
            <p:spPr>
              <a:xfrm>
                <a:off x="2148047" y="6100990"/>
                <a:ext cx="971966" cy="391110"/>
              </a:xfrm>
              <a:prstGeom prst="rect">
                <a:avLst/>
              </a:prstGeom>
            </p:spPr>
          </p:pic>
        </p:grpSp>
      </p:grpSp>
    </p:spTree>
    <p:extLst>
      <p:ext uri="{BB962C8B-B14F-4D97-AF65-F5344CB8AC3E}">
        <p14:creationId xmlns:p14="http://schemas.microsoft.com/office/powerpoint/2010/main" val="203801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結果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795353" y="493534"/>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a:latin typeface="ＭＳ Ｐゴシック" panose="020B0600070205080204" pitchFamily="50" charset="-128"/>
                <a:ea typeface="ＭＳ Ｐゴシック" panose="020B0600070205080204" pitchFamily="50" charset="-128"/>
              </a:rPr>
              <a:t>提案モデル（</a:t>
            </a:r>
            <a:r>
              <a:rPr lang="ja-JP" altLang="en-US" sz="280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a:t>
            </a:r>
            <a:r>
              <a:rPr kumimoji="1" lang="ja-JP" altLang="en-US" sz="2800">
                <a:latin typeface="ＭＳ Ｐゴシック" panose="020B0600070205080204" pitchFamily="50" charset="-128"/>
                <a:ea typeface="ＭＳ Ｐゴシック" panose="020B0600070205080204" pitchFamily="50" charset="-128"/>
              </a:rPr>
              <a:t>）の構築</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6" name="図 5">
            <a:extLst>
              <a:ext uri="{FF2B5EF4-FFF2-40B4-BE49-F238E27FC236}">
                <a16:creationId xmlns:a16="http://schemas.microsoft.com/office/drawing/2014/main" id="{8CDC3FD1-0C28-AEE1-F406-026B3C25AF9B}"/>
              </a:ext>
            </a:extLst>
          </p:cNvPr>
          <p:cNvPicPr>
            <a:picLocks noChangeAspect="1"/>
          </p:cNvPicPr>
          <p:nvPr/>
        </p:nvPicPr>
        <p:blipFill>
          <a:blip r:embed="rId3"/>
          <a:stretch>
            <a:fillRect/>
          </a:stretch>
        </p:blipFill>
        <p:spPr>
          <a:xfrm>
            <a:off x="1795353" y="1481345"/>
            <a:ext cx="8179596" cy="5123753"/>
          </a:xfrm>
          <a:prstGeom prst="rect">
            <a:avLst/>
          </a:prstGeom>
        </p:spPr>
      </p:pic>
    </p:spTree>
    <p:extLst>
      <p:ext uri="{BB962C8B-B14F-4D97-AF65-F5344CB8AC3E}">
        <p14:creationId xmlns:p14="http://schemas.microsoft.com/office/powerpoint/2010/main" val="2752810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グループ化 8">
            <a:extLst>
              <a:ext uri="{FF2B5EF4-FFF2-40B4-BE49-F238E27FC236}">
                <a16:creationId xmlns:a16="http://schemas.microsoft.com/office/drawing/2014/main" id="{62DD4E79-60AD-3199-5A0B-6F557B3B0A16}"/>
              </a:ext>
            </a:extLst>
          </p:cNvPr>
          <p:cNvGrpSpPr/>
          <p:nvPr/>
        </p:nvGrpSpPr>
        <p:grpSpPr>
          <a:xfrm>
            <a:off x="3911146" y="4053011"/>
            <a:ext cx="7821730" cy="1896704"/>
            <a:chOff x="589547" y="1515602"/>
            <a:chExt cx="10226843" cy="2631960"/>
          </a:xfrm>
        </p:grpSpPr>
        <p:pic>
          <p:nvPicPr>
            <p:cNvPr id="5" name="図 4">
              <a:extLst>
                <a:ext uri="{FF2B5EF4-FFF2-40B4-BE49-F238E27FC236}">
                  <a16:creationId xmlns:a16="http://schemas.microsoft.com/office/drawing/2014/main" id="{87E5C5CC-B832-9AE0-D5D6-48FFEA16A0C6}"/>
                </a:ext>
              </a:extLst>
            </p:cNvPr>
            <p:cNvPicPr>
              <a:picLocks noChangeAspect="1"/>
            </p:cNvPicPr>
            <p:nvPr/>
          </p:nvPicPr>
          <p:blipFill rotWithShape="1">
            <a:blip r:embed="rId3"/>
            <a:srcRect l="4526" r="11018" b="69324"/>
            <a:stretch/>
          </p:blipFill>
          <p:spPr>
            <a:xfrm>
              <a:off x="589547" y="1515602"/>
              <a:ext cx="10226843" cy="2583457"/>
            </a:xfrm>
            <a:prstGeom prst="rect">
              <a:avLst/>
            </a:prstGeom>
          </p:spPr>
        </p:pic>
        <p:sp>
          <p:nvSpPr>
            <p:cNvPr id="8" name="正方形/長方形 7">
              <a:extLst>
                <a:ext uri="{FF2B5EF4-FFF2-40B4-BE49-F238E27FC236}">
                  <a16:creationId xmlns:a16="http://schemas.microsoft.com/office/drawing/2014/main" id="{798653B2-CFED-AA5C-E0DE-423C8BB96920}"/>
                </a:ext>
              </a:extLst>
            </p:cNvPr>
            <p:cNvSpPr/>
            <p:nvPr/>
          </p:nvSpPr>
          <p:spPr>
            <a:xfrm>
              <a:off x="6514589" y="3473554"/>
              <a:ext cx="986589" cy="67400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結果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756852" y="493534"/>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a:latin typeface="ＭＳ Ｐゴシック" panose="020B0600070205080204" pitchFamily="50" charset="-128"/>
                <a:ea typeface="ＭＳ Ｐゴシック" panose="020B0600070205080204" pitchFamily="50" charset="-128"/>
              </a:rPr>
              <a:t>提案モデル（</a:t>
            </a:r>
            <a:r>
              <a:rPr lang="ja-JP" altLang="en-US" sz="280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a:t>
            </a:r>
            <a:r>
              <a:rPr kumimoji="1" lang="ja-JP" altLang="en-US" sz="2800">
                <a:latin typeface="ＭＳ Ｐゴシック" panose="020B0600070205080204" pitchFamily="50" charset="-128"/>
                <a:ea typeface="ＭＳ Ｐゴシック" panose="020B0600070205080204" pitchFamily="50" charset="-128"/>
              </a:rPr>
              <a:t>）：</a:t>
            </a:r>
            <a:r>
              <a:rPr kumimoji="1" lang="en-US" altLang="ja-JP" sz="2800">
                <a:latin typeface="ＭＳ Ｐゴシック" panose="020B0600070205080204" pitchFamily="50" charset="-128"/>
                <a:ea typeface="ＭＳ Ｐゴシック" panose="020B0600070205080204" pitchFamily="50" charset="-128"/>
              </a:rPr>
              <a:t>stage1</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テキスト ボックス 2">
            <a:extLst>
              <a:ext uri="{FF2B5EF4-FFF2-40B4-BE49-F238E27FC236}">
                <a16:creationId xmlns:a16="http://schemas.microsoft.com/office/drawing/2014/main" id="{252E3B82-FA1F-6CF5-4B60-E8DA8731A948}"/>
              </a:ext>
            </a:extLst>
          </p:cNvPr>
          <p:cNvSpPr txBox="1"/>
          <p:nvPr/>
        </p:nvSpPr>
        <p:spPr>
          <a:xfrm>
            <a:off x="476208" y="1692237"/>
            <a:ext cx="10642289" cy="2308324"/>
          </a:xfrm>
          <a:prstGeom prst="rect">
            <a:avLst/>
          </a:prstGeom>
          <a:noFill/>
        </p:spPr>
        <p:txBody>
          <a:bodyPr wrap="square" rtlCol="0" anchor="ctr">
            <a:spAutoFit/>
          </a:bodyPr>
          <a:lstStyle/>
          <a:p>
            <a:pPr marL="342900" indent="-342900">
              <a:buFont typeface="Arial" panose="020B0604020202020204" pitchFamily="34" charset="0"/>
              <a:buChar char="•"/>
            </a:pPr>
            <a:r>
              <a:rPr lang="ja-JP" altLang="en-US" sz="2400" dirty="0">
                <a:latin typeface="Arial" panose="020B0604020202020204" pitchFamily="34" charset="0"/>
                <a:ea typeface="MS PGothic" panose="020B0600070205080204" pitchFamily="34" charset="-128"/>
                <a:cs typeface="Arial" panose="020B0604020202020204" pitchFamily="34" charset="0"/>
              </a:rPr>
              <a:t>入力：</a:t>
            </a:r>
            <a:r>
              <a:rPr kumimoji="1" lang="en-US" altLang="ja-JP" sz="2400" dirty="0">
                <a:latin typeface="ＭＳ Ｐゴシック" panose="020B0600070205080204" pitchFamily="50" charset="-128"/>
                <a:ea typeface="ＭＳ Ｐゴシック" panose="020B0600070205080204" pitchFamily="50" charset="-128"/>
              </a:rPr>
              <a:t> 3D-OCT </a:t>
            </a:r>
            <a:r>
              <a:rPr lang="en-US" altLang="ja-JP" sz="2400" dirty="0">
                <a:latin typeface="ＭＳ Ｐゴシック" panose="020B0600070205080204" pitchFamily="50" charset="-128"/>
                <a:ea typeface="ＭＳ Ｐゴシック" panose="020B0600070205080204" pitchFamily="50" charset="-128"/>
              </a:rPr>
              <a:t>volume</a:t>
            </a:r>
            <a:r>
              <a:rPr lang="ja-JP" altLang="en-US" sz="2400" dirty="0">
                <a:latin typeface="ＭＳ Ｐゴシック" panose="020B0600070205080204" pitchFamily="50" charset="-128"/>
                <a:ea typeface="ＭＳ Ｐゴシック" panose="020B0600070205080204" pitchFamily="50" charset="-128"/>
              </a:rPr>
              <a:t>内の一枚の</a:t>
            </a:r>
            <a:r>
              <a:rPr lang="en-US" altLang="ja-JP" sz="2400" dirty="0" err="1">
                <a:latin typeface="Arial" panose="020B0604020202020204" pitchFamily="34" charset="0"/>
                <a:ea typeface="MS PGothic" panose="020B0600070205080204" pitchFamily="34" charset="-128"/>
                <a:cs typeface="Arial" panose="020B0604020202020204" pitchFamily="34" charset="0"/>
              </a:rPr>
              <a:t>Bscan</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r>
              <a:rPr lang="en-US" altLang="ja-JP" sz="2400" dirty="0" err="1">
                <a:latin typeface="Arial" panose="020B0604020202020204" pitchFamily="34" charset="0"/>
                <a:ea typeface="MS PGothic" panose="020B0600070205080204" pitchFamily="34" charset="-128"/>
                <a:cs typeface="Arial" panose="020B0604020202020204" pitchFamily="34" charset="0"/>
              </a:rPr>
              <a:t>LatentBscan</a:t>
            </a:r>
            <a:r>
              <a:rPr lang="en-US" altLang="ja-JP" sz="2400" dirty="0">
                <a:latin typeface="Arial" panose="020B0604020202020204" pitchFamily="34" charset="0"/>
                <a:ea typeface="MS PGothic" panose="020B0600070205080204" pitchFamily="34" charset="-128"/>
                <a:cs typeface="Arial" panose="020B0604020202020204" pitchFamily="34" charset="0"/>
              </a:rPr>
              <a:t>(2048</a:t>
            </a:r>
            <a:r>
              <a:rPr lang="ja-JP" altLang="en-US" sz="2400" dirty="0">
                <a:latin typeface="Arial" panose="020B0604020202020204" pitchFamily="34" charset="0"/>
                <a:ea typeface="MS PGothic" panose="020B0600070205080204" pitchFamily="34" charset="-128"/>
                <a:cs typeface="Arial" panose="020B0604020202020204" pitchFamily="34" charset="0"/>
              </a:rPr>
              <a:t>次元の特徴ベクトル）を抽出</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r>
              <a:rPr lang="ja-JP" altLang="en-US" sz="2400" dirty="0">
                <a:latin typeface="Arial" panose="020B0604020202020204" pitchFamily="34" charset="0"/>
                <a:ea typeface="MS PGothic" panose="020B0600070205080204" pitchFamily="34" charset="-128"/>
                <a:cs typeface="Arial" panose="020B0604020202020204" pitchFamily="34" charset="0"/>
              </a:rPr>
              <a:t>出力：各バイオマーカーの存在を予測</a:t>
            </a:r>
            <a:r>
              <a:rPr lang="en-US" altLang="ja-JP" sz="2400" dirty="0">
                <a:latin typeface="Arial" panose="020B0604020202020204" pitchFamily="34" charset="0"/>
                <a:ea typeface="MS PGothic" panose="020B0600070205080204" pitchFamily="34" charset="-128"/>
                <a:cs typeface="Arial" panose="020B0604020202020204" pitchFamily="34" charset="0"/>
              </a:rPr>
              <a:t>	</a:t>
            </a:r>
          </a:p>
          <a:p>
            <a:pPr marL="342900" indent="-342900">
              <a:buFont typeface="Arial" panose="020B0604020202020204" pitchFamily="34" charset="0"/>
              <a:buChar char="•"/>
            </a:pPr>
            <a:endParaRPr lang="en-US" altLang="ja-JP" sz="2400" dirty="0">
              <a:latin typeface="Arial" panose="020B0604020202020204" pitchFamily="34" charset="0"/>
              <a:ea typeface="MS PGothic" panose="020B0600070205080204" pitchFamily="34" charset="-128"/>
              <a:cs typeface="Arial" panose="020B0604020202020204" pitchFamily="34" charset="0"/>
            </a:endParaRPr>
          </a:p>
        </p:txBody>
      </p:sp>
      <p:grpSp>
        <p:nvGrpSpPr>
          <p:cNvPr id="34" name="グループ化 33">
            <a:extLst>
              <a:ext uri="{FF2B5EF4-FFF2-40B4-BE49-F238E27FC236}">
                <a16:creationId xmlns:a16="http://schemas.microsoft.com/office/drawing/2014/main" id="{5CF9691B-FA4D-AB9A-8B6F-89167B977DDB}"/>
              </a:ext>
            </a:extLst>
          </p:cNvPr>
          <p:cNvGrpSpPr/>
          <p:nvPr/>
        </p:nvGrpSpPr>
        <p:grpSpPr>
          <a:xfrm>
            <a:off x="709100" y="4477262"/>
            <a:ext cx="1776104" cy="1377001"/>
            <a:chOff x="476208" y="4564532"/>
            <a:chExt cx="2439399" cy="1673227"/>
          </a:xfrm>
        </p:grpSpPr>
        <p:pic>
          <p:nvPicPr>
            <p:cNvPr id="25" name="図 24">
              <a:extLst>
                <a:ext uri="{FF2B5EF4-FFF2-40B4-BE49-F238E27FC236}">
                  <a16:creationId xmlns:a16="http://schemas.microsoft.com/office/drawing/2014/main" id="{CC74D2C9-0F32-E028-3657-BA20183F993C}"/>
                </a:ext>
              </a:extLst>
            </p:cNvPr>
            <p:cNvPicPr>
              <a:picLocks noChangeAspect="1"/>
            </p:cNvPicPr>
            <p:nvPr/>
          </p:nvPicPr>
          <p:blipFill rotWithShape="1">
            <a:blip r:embed="rId3"/>
            <a:srcRect l="7298" t="14298" r="74826" b="75552"/>
            <a:stretch/>
          </p:blipFill>
          <p:spPr>
            <a:xfrm>
              <a:off x="476208" y="4564532"/>
              <a:ext cx="1220199" cy="454027"/>
            </a:xfrm>
            <a:prstGeom prst="rect">
              <a:avLst/>
            </a:prstGeom>
          </p:spPr>
        </p:pic>
        <p:pic>
          <p:nvPicPr>
            <p:cNvPr id="26" name="図 25">
              <a:extLst>
                <a:ext uri="{FF2B5EF4-FFF2-40B4-BE49-F238E27FC236}">
                  <a16:creationId xmlns:a16="http://schemas.microsoft.com/office/drawing/2014/main" id="{59BA0FC6-25E7-63C6-BFCA-BCE24F46F494}"/>
                </a:ext>
              </a:extLst>
            </p:cNvPr>
            <p:cNvPicPr>
              <a:picLocks noChangeAspect="1"/>
            </p:cNvPicPr>
            <p:nvPr/>
          </p:nvPicPr>
          <p:blipFill rotWithShape="1">
            <a:blip r:embed="rId3"/>
            <a:srcRect l="7298" t="14298" r="74826" b="75552"/>
            <a:stretch/>
          </p:blipFill>
          <p:spPr>
            <a:xfrm>
              <a:off x="628608" y="4716932"/>
              <a:ext cx="1220199" cy="454027"/>
            </a:xfrm>
            <a:prstGeom prst="rect">
              <a:avLst/>
            </a:prstGeom>
          </p:spPr>
        </p:pic>
        <p:pic>
          <p:nvPicPr>
            <p:cNvPr id="27" name="図 26">
              <a:extLst>
                <a:ext uri="{FF2B5EF4-FFF2-40B4-BE49-F238E27FC236}">
                  <a16:creationId xmlns:a16="http://schemas.microsoft.com/office/drawing/2014/main" id="{C3C4887C-9CE2-87E6-D629-1F53AE08F198}"/>
                </a:ext>
              </a:extLst>
            </p:cNvPr>
            <p:cNvPicPr>
              <a:picLocks noChangeAspect="1"/>
            </p:cNvPicPr>
            <p:nvPr/>
          </p:nvPicPr>
          <p:blipFill rotWithShape="1">
            <a:blip r:embed="rId3"/>
            <a:srcRect l="7298" t="14298" r="74826" b="75552"/>
            <a:stretch/>
          </p:blipFill>
          <p:spPr>
            <a:xfrm>
              <a:off x="781008" y="4869332"/>
              <a:ext cx="1220199" cy="454027"/>
            </a:xfrm>
            <a:prstGeom prst="rect">
              <a:avLst/>
            </a:prstGeom>
          </p:spPr>
        </p:pic>
        <p:pic>
          <p:nvPicPr>
            <p:cNvPr id="28" name="図 27">
              <a:extLst>
                <a:ext uri="{FF2B5EF4-FFF2-40B4-BE49-F238E27FC236}">
                  <a16:creationId xmlns:a16="http://schemas.microsoft.com/office/drawing/2014/main" id="{3D988F8B-E274-C3F6-07CA-EB0A09E2E23B}"/>
                </a:ext>
              </a:extLst>
            </p:cNvPr>
            <p:cNvPicPr>
              <a:picLocks noChangeAspect="1"/>
            </p:cNvPicPr>
            <p:nvPr/>
          </p:nvPicPr>
          <p:blipFill rotWithShape="1">
            <a:blip r:embed="rId3"/>
            <a:srcRect l="7298" t="14298" r="74826" b="75552"/>
            <a:stretch/>
          </p:blipFill>
          <p:spPr>
            <a:xfrm>
              <a:off x="933408" y="5021732"/>
              <a:ext cx="1220199" cy="454027"/>
            </a:xfrm>
            <a:prstGeom prst="rect">
              <a:avLst/>
            </a:prstGeom>
          </p:spPr>
        </p:pic>
        <p:pic>
          <p:nvPicPr>
            <p:cNvPr id="29" name="図 28">
              <a:extLst>
                <a:ext uri="{FF2B5EF4-FFF2-40B4-BE49-F238E27FC236}">
                  <a16:creationId xmlns:a16="http://schemas.microsoft.com/office/drawing/2014/main" id="{4C4B5087-53BD-3ED1-C5AD-610B13D9AB07}"/>
                </a:ext>
              </a:extLst>
            </p:cNvPr>
            <p:cNvPicPr>
              <a:picLocks noChangeAspect="1"/>
            </p:cNvPicPr>
            <p:nvPr/>
          </p:nvPicPr>
          <p:blipFill rotWithShape="1">
            <a:blip r:embed="rId3"/>
            <a:srcRect l="7298" t="14298" r="74826" b="75552"/>
            <a:stretch/>
          </p:blipFill>
          <p:spPr>
            <a:xfrm>
              <a:off x="1085808" y="5174132"/>
              <a:ext cx="1220199" cy="454027"/>
            </a:xfrm>
            <a:prstGeom prst="rect">
              <a:avLst/>
            </a:prstGeom>
          </p:spPr>
        </p:pic>
        <p:pic>
          <p:nvPicPr>
            <p:cNvPr id="30" name="図 29">
              <a:extLst>
                <a:ext uri="{FF2B5EF4-FFF2-40B4-BE49-F238E27FC236}">
                  <a16:creationId xmlns:a16="http://schemas.microsoft.com/office/drawing/2014/main" id="{9DF9E25D-9EC5-6AC1-CC68-7CE43A9855EF}"/>
                </a:ext>
              </a:extLst>
            </p:cNvPr>
            <p:cNvPicPr>
              <a:picLocks noChangeAspect="1"/>
            </p:cNvPicPr>
            <p:nvPr/>
          </p:nvPicPr>
          <p:blipFill rotWithShape="1">
            <a:blip r:embed="rId3"/>
            <a:srcRect l="7298" t="14298" r="74826" b="75552"/>
            <a:stretch/>
          </p:blipFill>
          <p:spPr>
            <a:xfrm>
              <a:off x="1238208" y="5326532"/>
              <a:ext cx="1220199" cy="454027"/>
            </a:xfrm>
            <a:prstGeom prst="rect">
              <a:avLst/>
            </a:prstGeom>
          </p:spPr>
        </p:pic>
        <p:pic>
          <p:nvPicPr>
            <p:cNvPr id="31" name="図 30">
              <a:extLst>
                <a:ext uri="{FF2B5EF4-FFF2-40B4-BE49-F238E27FC236}">
                  <a16:creationId xmlns:a16="http://schemas.microsoft.com/office/drawing/2014/main" id="{E9424B9E-2DE2-B7E2-DF65-422B496B583E}"/>
                </a:ext>
              </a:extLst>
            </p:cNvPr>
            <p:cNvPicPr>
              <a:picLocks noChangeAspect="1"/>
            </p:cNvPicPr>
            <p:nvPr/>
          </p:nvPicPr>
          <p:blipFill rotWithShape="1">
            <a:blip r:embed="rId3"/>
            <a:srcRect l="7298" t="14298" r="74826" b="75552"/>
            <a:stretch/>
          </p:blipFill>
          <p:spPr>
            <a:xfrm>
              <a:off x="1390608" y="5478932"/>
              <a:ext cx="1220199" cy="454027"/>
            </a:xfrm>
            <a:prstGeom prst="rect">
              <a:avLst/>
            </a:prstGeom>
          </p:spPr>
        </p:pic>
        <p:pic>
          <p:nvPicPr>
            <p:cNvPr id="32" name="図 31">
              <a:extLst>
                <a:ext uri="{FF2B5EF4-FFF2-40B4-BE49-F238E27FC236}">
                  <a16:creationId xmlns:a16="http://schemas.microsoft.com/office/drawing/2014/main" id="{207A6988-0796-D156-556C-770396F55F48}"/>
                </a:ext>
              </a:extLst>
            </p:cNvPr>
            <p:cNvPicPr>
              <a:picLocks noChangeAspect="1"/>
            </p:cNvPicPr>
            <p:nvPr/>
          </p:nvPicPr>
          <p:blipFill rotWithShape="1">
            <a:blip r:embed="rId3"/>
            <a:srcRect l="7298" t="14298" r="74826" b="75552"/>
            <a:stretch/>
          </p:blipFill>
          <p:spPr>
            <a:xfrm>
              <a:off x="1543008" y="5631332"/>
              <a:ext cx="1220199" cy="454027"/>
            </a:xfrm>
            <a:prstGeom prst="rect">
              <a:avLst/>
            </a:prstGeom>
          </p:spPr>
        </p:pic>
        <p:pic>
          <p:nvPicPr>
            <p:cNvPr id="33" name="図 32">
              <a:extLst>
                <a:ext uri="{FF2B5EF4-FFF2-40B4-BE49-F238E27FC236}">
                  <a16:creationId xmlns:a16="http://schemas.microsoft.com/office/drawing/2014/main" id="{67436F17-CA66-42FF-382B-A7FCBC965514}"/>
                </a:ext>
              </a:extLst>
            </p:cNvPr>
            <p:cNvPicPr>
              <a:picLocks noChangeAspect="1"/>
            </p:cNvPicPr>
            <p:nvPr/>
          </p:nvPicPr>
          <p:blipFill rotWithShape="1">
            <a:blip r:embed="rId3"/>
            <a:srcRect l="7298" t="14298" r="74826" b="75552"/>
            <a:stretch/>
          </p:blipFill>
          <p:spPr>
            <a:xfrm>
              <a:off x="1695408" y="5783732"/>
              <a:ext cx="1220199" cy="454027"/>
            </a:xfrm>
            <a:prstGeom prst="rect">
              <a:avLst/>
            </a:prstGeom>
          </p:spPr>
        </p:pic>
      </p:grpSp>
      <p:pic>
        <p:nvPicPr>
          <p:cNvPr id="35" name="グラフィックス 34" descr="右矢印 単色塗りつぶし">
            <a:extLst>
              <a:ext uri="{FF2B5EF4-FFF2-40B4-BE49-F238E27FC236}">
                <a16:creationId xmlns:a16="http://schemas.microsoft.com/office/drawing/2014/main" id="{F410073E-DD16-1199-E91F-96EE9ABC440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40975" y="4772911"/>
            <a:ext cx="914400" cy="914400"/>
          </a:xfrm>
          <a:prstGeom prst="rect">
            <a:avLst/>
          </a:prstGeom>
        </p:spPr>
      </p:pic>
      <p:sp>
        <p:nvSpPr>
          <p:cNvPr id="36" name="テキスト ボックス 35">
            <a:extLst>
              <a:ext uri="{FF2B5EF4-FFF2-40B4-BE49-F238E27FC236}">
                <a16:creationId xmlns:a16="http://schemas.microsoft.com/office/drawing/2014/main" id="{9D805942-19F6-707E-5D3F-5694D509D045}"/>
              </a:ext>
            </a:extLst>
          </p:cNvPr>
          <p:cNvSpPr txBox="1"/>
          <p:nvPr/>
        </p:nvSpPr>
        <p:spPr>
          <a:xfrm>
            <a:off x="4576912" y="5568030"/>
            <a:ext cx="1280500" cy="461665"/>
          </a:xfrm>
          <a:prstGeom prst="rect">
            <a:avLst/>
          </a:prstGeom>
          <a:noFill/>
        </p:spPr>
        <p:txBody>
          <a:bodyPr wrap="square" rtlCol="0">
            <a:spAutoFit/>
          </a:bodyPr>
          <a:lstStyle/>
          <a:p>
            <a:r>
              <a:rPr kumimoji="1" lang="en-US" altLang="ja-JP" sz="2400" err="1">
                <a:solidFill>
                  <a:srgbClr val="FF0000"/>
                </a:solidFill>
                <a:latin typeface="ＭＳ Ｐゴシック" panose="020B0600070205080204" pitchFamily="50" charset="-128"/>
                <a:ea typeface="ＭＳ Ｐゴシック" panose="020B0600070205080204" pitchFamily="50" charset="-128"/>
              </a:rPr>
              <a:t>Bscan</a:t>
            </a:r>
            <a:endParaRPr kumimoji="1" lang="ja-JP" altLang="en-US" sz="2400">
              <a:solidFill>
                <a:srgbClr val="FF0000"/>
              </a:solidFill>
              <a:latin typeface="ＭＳ Ｐゴシック" panose="020B0600070205080204" pitchFamily="50" charset="-128"/>
              <a:ea typeface="ＭＳ Ｐゴシック" panose="020B0600070205080204" pitchFamily="50" charset="-128"/>
            </a:endParaRPr>
          </a:p>
        </p:txBody>
      </p:sp>
      <p:sp>
        <p:nvSpPr>
          <p:cNvPr id="37" name="テキスト ボックス 36">
            <a:extLst>
              <a:ext uri="{FF2B5EF4-FFF2-40B4-BE49-F238E27FC236}">
                <a16:creationId xmlns:a16="http://schemas.microsoft.com/office/drawing/2014/main" id="{5AD9C6B4-DDDB-1033-BD9E-F7828E418101}"/>
              </a:ext>
            </a:extLst>
          </p:cNvPr>
          <p:cNvSpPr txBox="1"/>
          <p:nvPr/>
        </p:nvSpPr>
        <p:spPr>
          <a:xfrm>
            <a:off x="607215" y="6105575"/>
            <a:ext cx="2667326" cy="461665"/>
          </a:xfrm>
          <a:prstGeom prst="rect">
            <a:avLst/>
          </a:prstGeom>
          <a:noFill/>
        </p:spPr>
        <p:txBody>
          <a:bodyPr wrap="square">
            <a:spAutoFit/>
          </a:bodyPr>
          <a:lstStyle/>
          <a:p>
            <a:r>
              <a:rPr lang="en-US" altLang="ja-JP" sz="2400">
                <a:solidFill>
                  <a:srgbClr val="FF0000"/>
                </a:solidFill>
                <a:latin typeface="ＭＳ Ｐゴシック" panose="020B0600070205080204" pitchFamily="50" charset="-128"/>
                <a:ea typeface="ＭＳ Ｐゴシック" panose="020B0600070205080204" pitchFamily="50" charset="-128"/>
              </a:rPr>
              <a:t>3D-OCT volume</a:t>
            </a:r>
            <a:endParaRPr kumimoji="1" lang="ja-JP" altLang="en-US" sz="2400">
              <a:solidFill>
                <a:srgbClr val="FF0000"/>
              </a:solidFill>
              <a:latin typeface="ＭＳ Ｐゴシック" panose="020B0600070205080204" pitchFamily="50" charset="-128"/>
              <a:ea typeface="ＭＳ Ｐゴシック" panose="020B0600070205080204" pitchFamily="50" charset="-128"/>
            </a:endParaRPr>
          </a:p>
        </p:txBody>
      </p:sp>
      <p:sp>
        <p:nvSpPr>
          <p:cNvPr id="6" name="テキスト ボックス 5">
            <a:extLst>
              <a:ext uri="{FF2B5EF4-FFF2-40B4-BE49-F238E27FC236}">
                <a16:creationId xmlns:a16="http://schemas.microsoft.com/office/drawing/2014/main" id="{15199A77-8004-34A2-223B-C323932BCD65}"/>
              </a:ext>
            </a:extLst>
          </p:cNvPr>
          <p:cNvSpPr txBox="1"/>
          <p:nvPr/>
        </p:nvSpPr>
        <p:spPr>
          <a:xfrm>
            <a:off x="6678429" y="4528046"/>
            <a:ext cx="1280500" cy="461665"/>
          </a:xfrm>
          <a:prstGeom prst="rect">
            <a:avLst/>
          </a:prstGeom>
          <a:noFill/>
        </p:spPr>
        <p:txBody>
          <a:bodyPr wrap="square" rtlCol="0">
            <a:spAutoFit/>
          </a:bodyPr>
          <a:lstStyle/>
          <a:p>
            <a:r>
              <a:rPr lang="en-US" altLang="ja-JP" sz="2400">
                <a:solidFill>
                  <a:srgbClr val="92D050"/>
                </a:solidFill>
                <a:latin typeface="ＭＳ Ｐゴシック" panose="020B0600070205080204" pitchFamily="50" charset="-128"/>
                <a:ea typeface="ＭＳ Ｐゴシック" panose="020B0600070205080204" pitchFamily="50" charset="-128"/>
              </a:rPr>
              <a:t>CNN</a:t>
            </a:r>
            <a:endParaRPr kumimoji="1" lang="ja-JP" altLang="en-US" sz="2400">
              <a:solidFill>
                <a:srgbClr val="92D050"/>
              </a:solidFill>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2656734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グループ化 6">
            <a:extLst>
              <a:ext uri="{FF2B5EF4-FFF2-40B4-BE49-F238E27FC236}">
                <a16:creationId xmlns:a16="http://schemas.microsoft.com/office/drawing/2014/main" id="{14054EB0-45A4-EB6D-3544-F149B08D921C}"/>
              </a:ext>
            </a:extLst>
          </p:cNvPr>
          <p:cNvGrpSpPr/>
          <p:nvPr/>
        </p:nvGrpSpPr>
        <p:grpSpPr>
          <a:xfrm>
            <a:off x="6003757" y="1094874"/>
            <a:ext cx="6087979" cy="5398746"/>
            <a:chOff x="721894" y="1340394"/>
            <a:chExt cx="6160169" cy="5024072"/>
          </a:xfrm>
        </p:grpSpPr>
        <p:pic>
          <p:nvPicPr>
            <p:cNvPr id="5" name="図 4">
              <a:extLst>
                <a:ext uri="{FF2B5EF4-FFF2-40B4-BE49-F238E27FC236}">
                  <a16:creationId xmlns:a16="http://schemas.microsoft.com/office/drawing/2014/main" id="{87E5C5CC-B832-9AE0-D5D6-48FFEA16A0C6}"/>
                </a:ext>
              </a:extLst>
            </p:cNvPr>
            <p:cNvPicPr>
              <a:picLocks noChangeAspect="1"/>
            </p:cNvPicPr>
            <p:nvPr/>
          </p:nvPicPr>
          <p:blipFill rotWithShape="1">
            <a:blip r:embed="rId3"/>
            <a:srcRect l="4595" r="12613"/>
            <a:stretch/>
          </p:blipFill>
          <p:spPr>
            <a:xfrm>
              <a:off x="721894" y="1359993"/>
              <a:ext cx="6160169" cy="5004473"/>
            </a:xfrm>
            <a:prstGeom prst="rect">
              <a:avLst/>
            </a:prstGeom>
          </p:spPr>
        </p:pic>
        <p:sp>
          <p:nvSpPr>
            <p:cNvPr id="3" name="正方形/長方形 2">
              <a:extLst>
                <a:ext uri="{FF2B5EF4-FFF2-40B4-BE49-F238E27FC236}">
                  <a16:creationId xmlns:a16="http://schemas.microsoft.com/office/drawing/2014/main" id="{CB66D38B-FA78-86D3-F952-96530B93FF1D}"/>
                </a:ext>
              </a:extLst>
            </p:cNvPr>
            <p:cNvSpPr/>
            <p:nvPr/>
          </p:nvSpPr>
          <p:spPr>
            <a:xfrm>
              <a:off x="721894" y="1340394"/>
              <a:ext cx="3392905" cy="13907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993938C4-39ED-35E5-99BD-A0A75151AB28}"/>
                </a:ext>
              </a:extLst>
            </p:cNvPr>
            <p:cNvSpPr/>
            <p:nvPr/>
          </p:nvSpPr>
          <p:spPr>
            <a:xfrm>
              <a:off x="5025189" y="1340394"/>
              <a:ext cx="1856874" cy="154317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結果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0" name="テキスト ボックス 9">
            <a:extLst>
              <a:ext uri="{FF2B5EF4-FFF2-40B4-BE49-F238E27FC236}">
                <a16:creationId xmlns:a16="http://schemas.microsoft.com/office/drawing/2014/main" id="{CB703C8E-4F07-E242-CE25-E335F7FA7127}"/>
              </a:ext>
            </a:extLst>
          </p:cNvPr>
          <p:cNvSpPr txBox="1"/>
          <p:nvPr/>
        </p:nvSpPr>
        <p:spPr>
          <a:xfrm>
            <a:off x="290144" y="1790994"/>
            <a:ext cx="4656774" cy="1200329"/>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a:latin typeface="ＭＳ Ｐゴシック" panose="020B0600070205080204" pitchFamily="50" charset="-128"/>
                <a:ea typeface="ＭＳ Ｐゴシック" panose="020B0600070205080204" pitchFamily="50" charset="-128"/>
              </a:rPr>
              <a:t>３</a:t>
            </a:r>
            <a:r>
              <a:rPr kumimoji="1" lang="en-US" altLang="ja-JP" sz="2400">
                <a:latin typeface="ＭＳ Ｐゴシック" panose="020B0600070205080204" pitchFamily="50" charset="-128"/>
                <a:ea typeface="ＭＳ Ｐゴシック" panose="020B0600070205080204" pitchFamily="50" charset="-128"/>
              </a:rPr>
              <a:t>D-OCT </a:t>
            </a:r>
            <a:r>
              <a:rPr lang="en-US" altLang="ja-JP" sz="2400">
                <a:latin typeface="ＭＳ Ｐゴシック" panose="020B0600070205080204" pitchFamily="50" charset="-128"/>
                <a:ea typeface="ＭＳ Ｐゴシック" panose="020B0600070205080204" pitchFamily="50" charset="-128"/>
              </a:rPr>
              <a:t>volume</a:t>
            </a:r>
            <a:r>
              <a:rPr lang="ja-JP" altLang="en-US" sz="2400">
                <a:latin typeface="ＭＳ Ｐゴシック" panose="020B0600070205080204" pitchFamily="50" charset="-128"/>
                <a:ea typeface="ＭＳ Ｐゴシック" panose="020B0600070205080204" pitchFamily="50" charset="-128"/>
              </a:rPr>
              <a:t>内のすべてから抽出された</a:t>
            </a:r>
            <a:r>
              <a:rPr kumimoji="1" lang="en-US" altLang="ja-JP" sz="2400" err="1">
                <a:latin typeface="ＭＳ Ｐゴシック" panose="020B0600070205080204" pitchFamily="50" charset="-128"/>
                <a:ea typeface="ＭＳ Ｐゴシック" panose="020B0600070205080204" pitchFamily="50" charset="-128"/>
              </a:rPr>
              <a:t>LatentBscan</a:t>
            </a:r>
            <a:r>
              <a:rPr kumimoji="1" lang="ja-JP" altLang="en-US" sz="2400">
                <a:latin typeface="ＭＳ Ｐゴシック" panose="020B0600070205080204" pitchFamily="50" charset="-128"/>
                <a:ea typeface="ＭＳ Ｐゴシック" panose="020B0600070205080204" pitchFamily="50" charset="-128"/>
              </a:rPr>
              <a:t>を連結して</a:t>
            </a:r>
            <a:r>
              <a:rPr kumimoji="1" lang="en-US" altLang="ja-JP" sz="2400" err="1">
                <a:latin typeface="ＭＳ Ｐゴシック" panose="020B0600070205080204" pitchFamily="50" charset="-128"/>
                <a:ea typeface="ＭＳ Ｐゴシック" panose="020B0600070205080204" pitchFamily="50" charset="-128"/>
              </a:rPr>
              <a:t>Latentvol</a:t>
            </a:r>
            <a:r>
              <a:rPr kumimoji="1" lang="ja-JP" altLang="en-US" sz="2400">
                <a:latin typeface="ＭＳ Ｐゴシック" panose="020B0600070205080204" pitchFamily="50" charset="-128"/>
                <a:ea typeface="ＭＳ Ｐゴシック" panose="020B0600070205080204" pitchFamily="50" charset="-128"/>
              </a:rPr>
              <a:t>を作成</a:t>
            </a:r>
            <a:endParaRPr kumimoji="1" lang="en-US" altLang="ja-JP" sz="2400">
              <a:latin typeface="ＭＳ Ｐゴシック" panose="020B0600070205080204" pitchFamily="50" charset="-128"/>
              <a:ea typeface="ＭＳ Ｐゴシック" panose="020B0600070205080204" pitchFamily="50" charset="-128"/>
            </a:endParaRPr>
          </a:p>
        </p:txBody>
      </p:sp>
      <p:sp>
        <p:nvSpPr>
          <p:cNvPr id="11" name="テキスト ボックス 10">
            <a:extLst>
              <a:ext uri="{FF2B5EF4-FFF2-40B4-BE49-F238E27FC236}">
                <a16:creationId xmlns:a16="http://schemas.microsoft.com/office/drawing/2014/main" id="{7493B29A-8448-4221-3B96-FEE89F3BAD87}"/>
              </a:ext>
            </a:extLst>
          </p:cNvPr>
          <p:cNvSpPr txBox="1"/>
          <p:nvPr/>
        </p:nvSpPr>
        <p:spPr>
          <a:xfrm>
            <a:off x="379955" y="3501509"/>
            <a:ext cx="4656774" cy="830997"/>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a:latin typeface="ＭＳ Ｐゴシック" panose="020B0600070205080204" pitchFamily="50" charset="-128"/>
                <a:ea typeface="ＭＳ Ｐゴシック" panose="020B0600070205080204" pitchFamily="50" charset="-128"/>
              </a:rPr>
              <a:t>各バイオマーカーがあるかどうかの二値分類タスクを</a:t>
            </a:r>
            <a:r>
              <a:rPr lang="ja-JP" altLang="en-US" sz="2400">
                <a:latin typeface="ＭＳ Ｐゴシック" panose="020B0600070205080204" pitchFamily="50" charset="-128"/>
                <a:ea typeface="ＭＳ Ｐゴシック" panose="020B0600070205080204" pitchFamily="50" charset="-128"/>
              </a:rPr>
              <a:t>行う</a:t>
            </a:r>
            <a:endParaRPr kumimoji="1" lang="en-US" altLang="ja-JP" sz="2400">
              <a:latin typeface="ＭＳ Ｐゴシック" panose="020B0600070205080204" pitchFamily="50" charset="-128"/>
              <a:ea typeface="ＭＳ Ｐゴシック" panose="020B0600070205080204" pitchFamily="50" charset="-128"/>
            </a:endParaRPr>
          </a:p>
        </p:txBody>
      </p:sp>
      <p:sp>
        <p:nvSpPr>
          <p:cNvPr id="12" name="テキスト ボックス 11">
            <a:extLst>
              <a:ext uri="{FF2B5EF4-FFF2-40B4-BE49-F238E27FC236}">
                <a16:creationId xmlns:a16="http://schemas.microsoft.com/office/drawing/2014/main" id="{1C9DB110-42A1-5A45-D6B2-C31286E27983}"/>
              </a:ext>
            </a:extLst>
          </p:cNvPr>
          <p:cNvSpPr txBox="1"/>
          <p:nvPr/>
        </p:nvSpPr>
        <p:spPr>
          <a:xfrm>
            <a:off x="379955" y="4921604"/>
            <a:ext cx="4656774" cy="461665"/>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a:latin typeface="ＭＳ Ｐゴシック" panose="020B0600070205080204" pitchFamily="50" charset="-128"/>
                <a:ea typeface="ＭＳ Ｐゴシック" panose="020B0600070205080204" pitchFamily="50" charset="-128"/>
              </a:rPr>
              <a:t>不確実性の評価</a:t>
            </a:r>
            <a:endParaRPr kumimoji="1" lang="en-US" altLang="ja-JP" sz="2400">
              <a:latin typeface="ＭＳ Ｐゴシック" panose="020B0600070205080204" pitchFamily="50" charset="-128"/>
              <a:ea typeface="ＭＳ Ｐゴシック" panose="020B0600070205080204" pitchFamily="50" charset="-128"/>
            </a:endParaRPr>
          </a:p>
        </p:txBody>
      </p:sp>
      <p:sp>
        <p:nvSpPr>
          <p:cNvPr id="8" name="Title 1">
            <a:extLst>
              <a:ext uri="{FF2B5EF4-FFF2-40B4-BE49-F238E27FC236}">
                <a16:creationId xmlns:a16="http://schemas.microsoft.com/office/drawing/2014/main" id="{3577C1EA-739F-D19F-D296-3EF960348B28}"/>
              </a:ext>
            </a:extLst>
          </p:cNvPr>
          <p:cNvSpPr txBox="1">
            <a:spLocks/>
          </p:cNvSpPr>
          <p:nvPr/>
        </p:nvSpPr>
        <p:spPr>
          <a:xfrm>
            <a:off x="1756852" y="493534"/>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a:latin typeface="ＭＳ Ｐゴシック" panose="020B0600070205080204" pitchFamily="50" charset="-128"/>
                <a:ea typeface="ＭＳ Ｐゴシック" panose="020B0600070205080204" pitchFamily="50" charset="-128"/>
              </a:rPr>
              <a:t>提案モデル（</a:t>
            </a:r>
            <a:r>
              <a:rPr lang="ja-JP" altLang="en-US" sz="280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a:t>
            </a:r>
            <a:r>
              <a:rPr kumimoji="1" lang="ja-JP" altLang="en-US" sz="2800">
                <a:latin typeface="ＭＳ Ｐゴシック" panose="020B0600070205080204" pitchFamily="50" charset="-128"/>
                <a:ea typeface="ＭＳ Ｐゴシック" panose="020B0600070205080204" pitchFamily="50" charset="-128"/>
              </a:rPr>
              <a:t>）：</a:t>
            </a:r>
            <a:r>
              <a:rPr kumimoji="1" lang="en-US" altLang="ja-JP" sz="2800">
                <a:latin typeface="ＭＳ Ｐゴシック" panose="020B0600070205080204" pitchFamily="50" charset="-128"/>
                <a:ea typeface="ＭＳ Ｐゴシック" panose="020B0600070205080204" pitchFamily="50" charset="-128"/>
              </a:rPr>
              <a:t>stage2</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848232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結果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756852" y="493534"/>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a:latin typeface="ＭＳ Ｐゴシック" panose="020B0600070205080204" pitchFamily="50" charset="-128"/>
                <a:ea typeface="ＭＳ Ｐゴシック" panose="020B0600070205080204" pitchFamily="50" charset="-128"/>
              </a:rPr>
              <a:t>提案モデル（</a:t>
            </a:r>
            <a:r>
              <a:rPr lang="ja-JP" altLang="en-US" sz="280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a:t>
            </a:r>
            <a:r>
              <a:rPr kumimoji="1" lang="ja-JP" altLang="en-US" sz="2800">
                <a:latin typeface="ＭＳ Ｐゴシック" panose="020B0600070205080204" pitchFamily="50" charset="-128"/>
                <a:ea typeface="ＭＳ Ｐゴシック" panose="020B0600070205080204" pitchFamily="50" charset="-128"/>
              </a:rPr>
              <a:t>）</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の利点</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5" name="図 4">
            <a:extLst>
              <a:ext uri="{FF2B5EF4-FFF2-40B4-BE49-F238E27FC236}">
                <a16:creationId xmlns:a16="http://schemas.microsoft.com/office/drawing/2014/main" id="{87E5C5CC-B832-9AE0-D5D6-48FFEA16A0C6}"/>
              </a:ext>
            </a:extLst>
          </p:cNvPr>
          <p:cNvPicPr>
            <a:picLocks noChangeAspect="1"/>
          </p:cNvPicPr>
          <p:nvPr/>
        </p:nvPicPr>
        <p:blipFill>
          <a:blip r:embed="rId3"/>
          <a:stretch>
            <a:fillRect/>
          </a:stretch>
        </p:blipFill>
        <p:spPr>
          <a:xfrm>
            <a:off x="574440" y="3801979"/>
            <a:ext cx="4041532" cy="2718304"/>
          </a:xfrm>
          <a:prstGeom prst="rect">
            <a:avLst/>
          </a:prstGeom>
        </p:spPr>
      </p:pic>
      <p:pic>
        <p:nvPicPr>
          <p:cNvPr id="6" name="図 5">
            <a:extLst>
              <a:ext uri="{FF2B5EF4-FFF2-40B4-BE49-F238E27FC236}">
                <a16:creationId xmlns:a16="http://schemas.microsoft.com/office/drawing/2014/main" id="{83D51741-B701-1ED5-164D-0E4EF0211C07}"/>
              </a:ext>
            </a:extLst>
          </p:cNvPr>
          <p:cNvPicPr>
            <a:picLocks noChangeAspect="1"/>
          </p:cNvPicPr>
          <p:nvPr/>
        </p:nvPicPr>
        <p:blipFill>
          <a:blip r:embed="rId4"/>
          <a:stretch>
            <a:fillRect/>
          </a:stretch>
        </p:blipFill>
        <p:spPr>
          <a:xfrm>
            <a:off x="6862308" y="3031958"/>
            <a:ext cx="4307901" cy="3065497"/>
          </a:xfrm>
          <a:prstGeom prst="rect">
            <a:avLst/>
          </a:prstGeom>
        </p:spPr>
      </p:pic>
      <p:sp>
        <p:nvSpPr>
          <p:cNvPr id="7" name="正方形/長方形 6">
            <a:extLst>
              <a:ext uri="{FF2B5EF4-FFF2-40B4-BE49-F238E27FC236}">
                <a16:creationId xmlns:a16="http://schemas.microsoft.com/office/drawing/2014/main" id="{47B47B53-C155-9953-A212-7F310BF1CC82}"/>
              </a:ext>
            </a:extLst>
          </p:cNvPr>
          <p:cNvSpPr/>
          <p:nvPr/>
        </p:nvSpPr>
        <p:spPr>
          <a:xfrm>
            <a:off x="3263759" y="3922295"/>
            <a:ext cx="1019484" cy="74762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グラフィックス 7" descr="戻る 単色塗りつぶし">
            <a:extLst>
              <a:ext uri="{FF2B5EF4-FFF2-40B4-BE49-F238E27FC236}">
                <a16:creationId xmlns:a16="http://schemas.microsoft.com/office/drawing/2014/main" id="{9D01582B-E68D-1ABF-B6DF-9F4990DB5E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919390">
            <a:off x="4573049" y="3343497"/>
            <a:ext cx="1516714" cy="1516714"/>
          </a:xfrm>
          <a:prstGeom prst="rect">
            <a:avLst/>
          </a:prstGeom>
        </p:spPr>
      </p:pic>
      <p:sp>
        <p:nvSpPr>
          <p:cNvPr id="10" name="テキスト ボックス 9">
            <a:extLst>
              <a:ext uri="{FF2B5EF4-FFF2-40B4-BE49-F238E27FC236}">
                <a16:creationId xmlns:a16="http://schemas.microsoft.com/office/drawing/2014/main" id="{0DAE4C2B-4B91-6627-B17B-A0A3B1E29542}"/>
              </a:ext>
            </a:extLst>
          </p:cNvPr>
          <p:cNvSpPr txBox="1"/>
          <p:nvPr/>
        </p:nvSpPr>
        <p:spPr>
          <a:xfrm>
            <a:off x="574440" y="1622042"/>
            <a:ext cx="10431933" cy="461665"/>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a:latin typeface="ＭＳ Ｐゴシック" panose="020B0600070205080204" pitchFamily="50" charset="-128"/>
                <a:ea typeface="ＭＳ Ｐゴシック" panose="020B0600070205080204" pitchFamily="50" charset="-128"/>
              </a:rPr>
              <a:t>局在化を提供</a:t>
            </a:r>
            <a:r>
              <a:rPr lang="ja-JP" altLang="en-US" sz="2400">
                <a:latin typeface="ＭＳ Ｐゴシック" panose="020B0600070205080204" pitchFamily="50" charset="-128"/>
                <a:ea typeface="ＭＳ Ｐゴシック" panose="020B0600070205080204" pitchFamily="50" charset="-128"/>
              </a:rPr>
              <a:t>による</a:t>
            </a:r>
            <a:r>
              <a:rPr kumimoji="1" lang="ja-JP" altLang="en-US" sz="2400">
                <a:latin typeface="ＭＳ Ｐゴシック" panose="020B0600070205080204" pitchFamily="50" charset="-128"/>
                <a:ea typeface="ＭＳ Ｐゴシック" panose="020B0600070205080204" pitchFamily="50" charset="-128"/>
              </a:rPr>
              <a:t>モデルの解釈性の向上</a:t>
            </a:r>
            <a:endParaRPr lang="en-US" altLang="ja-JP" sz="2400">
              <a:latin typeface="ＭＳ Ｐゴシック" panose="020B0600070205080204" pitchFamily="50" charset="-128"/>
              <a:ea typeface="ＭＳ Ｐゴシック" panose="020B0600070205080204" pitchFamily="50" charset="-128"/>
            </a:endParaRPr>
          </a:p>
        </p:txBody>
      </p:sp>
      <p:sp>
        <p:nvSpPr>
          <p:cNvPr id="3" name="テキスト ボックス 2">
            <a:extLst>
              <a:ext uri="{FF2B5EF4-FFF2-40B4-BE49-F238E27FC236}">
                <a16:creationId xmlns:a16="http://schemas.microsoft.com/office/drawing/2014/main" id="{662D7ADE-5F4E-A4AA-9F8C-0DBD27AAA589}"/>
              </a:ext>
            </a:extLst>
          </p:cNvPr>
          <p:cNvSpPr txBox="1"/>
          <p:nvPr/>
        </p:nvSpPr>
        <p:spPr>
          <a:xfrm>
            <a:off x="6263210" y="6289450"/>
            <a:ext cx="2903808" cy="461665"/>
          </a:xfrm>
          <a:prstGeom prst="rect">
            <a:avLst/>
          </a:prstGeom>
          <a:noFill/>
        </p:spPr>
        <p:txBody>
          <a:bodyPr wrap="square">
            <a:spAutoFit/>
          </a:bodyPr>
          <a:lstStyle/>
          <a:p>
            <a:r>
              <a:rPr lang="en-US" altLang="ja-JP" sz="2400">
                <a:solidFill>
                  <a:srgbClr val="00B050"/>
                </a:solidFill>
                <a:latin typeface="Arial" panose="020B0604020202020204" pitchFamily="34" charset="0"/>
                <a:ea typeface="MS PGothic" panose="020B0600070205080204" pitchFamily="34" charset="-128"/>
                <a:cs typeface="Arial" panose="020B0604020202020204" pitchFamily="34" charset="0"/>
              </a:rPr>
              <a:t>NORMAL</a:t>
            </a:r>
            <a:r>
              <a:rPr lang="ja-JP" altLang="en-US" sz="2400">
                <a:solidFill>
                  <a:srgbClr val="00B050"/>
                </a:solidFill>
                <a:latin typeface="Arial" panose="020B0604020202020204" pitchFamily="34" charset="0"/>
                <a:ea typeface="MS PGothic" panose="020B0600070205080204" pitchFamily="34" charset="-128"/>
                <a:cs typeface="Arial" panose="020B0604020202020204" pitchFamily="34" charset="0"/>
              </a:rPr>
              <a:t>　</a:t>
            </a:r>
            <a:r>
              <a:rPr lang="en-US" altLang="ja-JP" sz="2400">
                <a:solidFill>
                  <a:srgbClr val="FF0000"/>
                </a:solidFill>
                <a:latin typeface="Arial" panose="020B0604020202020204" pitchFamily="34" charset="0"/>
                <a:ea typeface="MS PGothic" panose="020B0600070205080204" pitchFamily="34" charset="-128"/>
                <a:cs typeface="Arial" panose="020B0604020202020204" pitchFamily="34" charset="0"/>
              </a:rPr>
              <a:t>MNV</a:t>
            </a:r>
            <a:r>
              <a:rPr lang="ja-JP" altLang="en-US" sz="2400">
                <a:solidFill>
                  <a:srgbClr val="FF0000"/>
                </a:solidFill>
                <a:latin typeface="Arial" panose="020B0604020202020204" pitchFamily="34" charset="0"/>
                <a:ea typeface="MS PGothic" panose="020B0600070205080204" pitchFamily="34" charset="-128"/>
                <a:cs typeface="Arial" panose="020B0604020202020204" pitchFamily="34" charset="0"/>
              </a:rPr>
              <a:t>　</a:t>
            </a:r>
            <a:endParaRPr lang="en-US" altLang="ja-JP" sz="2400">
              <a:solidFill>
                <a:srgbClr val="FFC000"/>
              </a:solidFill>
              <a:latin typeface="Arial" panose="020B0604020202020204" pitchFamily="34" charset="0"/>
              <a:ea typeface="MS PGothic" panose="020B0600070205080204" pitchFamily="34" charset="-128"/>
              <a:cs typeface="Arial" panose="020B0604020202020204" pitchFamily="34" charset="0"/>
            </a:endParaRPr>
          </a:p>
        </p:txBody>
      </p:sp>
      <p:sp>
        <p:nvSpPr>
          <p:cNvPr id="13" name="テキスト ボックス 12">
            <a:extLst>
              <a:ext uri="{FF2B5EF4-FFF2-40B4-BE49-F238E27FC236}">
                <a16:creationId xmlns:a16="http://schemas.microsoft.com/office/drawing/2014/main" id="{0352E9BB-D7B9-B938-7887-1CAEFA543865}"/>
              </a:ext>
            </a:extLst>
          </p:cNvPr>
          <p:cNvSpPr txBox="1"/>
          <p:nvPr/>
        </p:nvSpPr>
        <p:spPr>
          <a:xfrm>
            <a:off x="9584240" y="6290186"/>
            <a:ext cx="2241176" cy="461665"/>
          </a:xfrm>
          <a:prstGeom prst="rect">
            <a:avLst/>
          </a:prstGeom>
          <a:noFill/>
        </p:spPr>
        <p:txBody>
          <a:bodyPr wrap="square">
            <a:spAutoFit/>
          </a:bodyPr>
          <a:lstStyle/>
          <a:p>
            <a:r>
              <a:rPr lang="en-US" altLang="ja-JP" sz="2400">
                <a:solidFill>
                  <a:srgbClr val="00B050"/>
                </a:solidFill>
                <a:latin typeface="Arial" panose="020B0604020202020204" pitchFamily="34" charset="0"/>
                <a:ea typeface="MS PGothic" panose="020B0600070205080204" pitchFamily="34" charset="-128"/>
                <a:cs typeface="Arial" panose="020B0604020202020204" pitchFamily="34" charset="0"/>
              </a:rPr>
              <a:t>NORMAL</a:t>
            </a:r>
            <a:r>
              <a:rPr lang="en-US" altLang="ja-JP" sz="2400">
                <a:solidFill>
                  <a:srgbClr val="FFC000"/>
                </a:solidFill>
                <a:latin typeface="Arial" panose="020B0604020202020204" pitchFamily="34" charset="0"/>
                <a:ea typeface="MS PGothic" panose="020B0600070205080204" pitchFamily="34" charset="-128"/>
                <a:cs typeface="Arial" panose="020B0604020202020204" pitchFamily="34" charset="0"/>
              </a:rPr>
              <a:t> MA</a:t>
            </a:r>
            <a:endParaRPr lang="ja-JP" altLang="en-US" sz="2400"/>
          </a:p>
        </p:txBody>
      </p:sp>
      <p:sp>
        <p:nvSpPr>
          <p:cNvPr id="9" name="テキスト ボックス 8">
            <a:extLst>
              <a:ext uri="{FF2B5EF4-FFF2-40B4-BE49-F238E27FC236}">
                <a16:creationId xmlns:a16="http://schemas.microsoft.com/office/drawing/2014/main" id="{6B9E57BA-1DD7-3973-F9A5-08DDD61863B8}"/>
              </a:ext>
            </a:extLst>
          </p:cNvPr>
          <p:cNvSpPr txBox="1"/>
          <p:nvPr/>
        </p:nvSpPr>
        <p:spPr>
          <a:xfrm>
            <a:off x="574440" y="2435632"/>
            <a:ext cx="5874485" cy="461665"/>
          </a:xfrm>
          <a:prstGeom prst="rect">
            <a:avLst/>
          </a:prstGeom>
          <a:noFill/>
        </p:spPr>
        <p:txBody>
          <a:bodyPr wrap="square" rtlCol="0">
            <a:spAutoFit/>
          </a:bodyPr>
          <a:lstStyle/>
          <a:p>
            <a:pPr marL="342900" indent="-342900">
              <a:buFont typeface="Arial" panose="020B0604020202020204" pitchFamily="34" charset="0"/>
              <a:buChar char="•"/>
            </a:pPr>
            <a:r>
              <a:rPr lang="ja-JP" altLang="en-US" sz="2400">
                <a:latin typeface="ＭＳ Ｐゴシック" panose="020B0600070205080204" pitchFamily="50" charset="-128"/>
                <a:ea typeface="ＭＳ Ｐゴシック" panose="020B0600070205080204" pitchFamily="50" charset="-128"/>
              </a:rPr>
              <a:t>３</a:t>
            </a:r>
            <a:r>
              <a:rPr lang="en-US" altLang="ja-JP" sz="2400">
                <a:latin typeface="ＭＳ Ｐゴシック" panose="020B0600070205080204" pitchFamily="50" charset="-128"/>
                <a:ea typeface="ＭＳ Ｐゴシック" panose="020B0600070205080204" pitchFamily="50" charset="-128"/>
              </a:rPr>
              <a:t>D-CNN</a:t>
            </a:r>
            <a:r>
              <a:rPr lang="ja-JP" altLang="en-US" sz="2400">
                <a:latin typeface="ＭＳ Ｐゴシック" panose="020B0600070205080204" pitchFamily="50" charset="-128"/>
                <a:ea typeface="ＭＳ Ｐゴシック" panose="020B0600070205080204" pitchFamily="50" charset="-128"/>
              </a:rPr>
              <a:t>モデルに対して処理時間の短縮</a:t>
            </a:r>
            <a:endParaRPr lang="en-US" altLang="ja-JP" sz="240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510835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DBE35-2848-ACCB-41FC-35AFFE61DE01}"/>
              </a:ext>
            </a:extLst>
          </p:cNvPr>
          <p:cNvSpPr txBox="1">
            <a:spLocks/>
          </p:cNvSpPr>
          <p:nvPr/>
        </p:nvSpPr>
        <p:spPr>
          <a:xfrm>
            <a:off x="377408" y="619989"/>
            <a:ext cx="125888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目次</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6" name="テキスト ボックス 5">
            <a:extLst>
              <a:ext uri="{FF2B5EF4-FFF2-40B4-BE49-F238E27FC236}">
                <a16:creationId xmlns:a16="http://schemas.microsoft.com/office/drawing/2014/main" id="{7A520933-353C-8F0F-99F7-9A7314CB4844}"/>
              </a:ext>
            </a:extLst>
          </p:cNvPr>
          <p:cNvSpPr txBox="1"/>
          <p:nvPr/>
        </p:nvSpPr>
        <p:spPr>
          <a:xfrm>
            <a:off x="879409" y="1213438"/>
            <a:ext cx="10163675" cy="954107"/>
          </a:xfrm>
          <a:prstGeom prst="rect">
            <a:avLst/>
          </a:prstGeom>
          <a:noFill/>
        </p:spPr>
        <p:txBody>
          <a:bodyPr wrap="square">
            <a:spAutoFit/>
          </a:bodyPr>
          <a:lstStyle/>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7" name="テキスト ボックス 6">
            <a:extLst>
              <a:ext uri="{FF2B5EF4-FFF2-40B4-BE49-F238E27FC236}">
                <a16:creationId xmlns:a16="http://schemas.microsoft.com/office/drawing/2014/main" id="{0B57D940-6EED-99AC-0129-790C6E0F41D9}"/>
              </a:ext>
            </a:extLst>
          </p:cNvPr>
          <p:cNvSpPr txBox="1"/>
          <p:nvPr/>
        </p:nvSpPr>
        <p:spPr>
          <a:xfrm>
            <a:off x="879409" y="1455455"/>
            <a:ext cx="10163675" cy="5262979"/>
          </a:xfrm>
          <a:prstGeom prst="rect">
            <a:avLst/>
          </a:prstGeom>
          <a:noFill/>
        </p:spPr>
        <p:txBody>
          <a:bodyPr wrap="square">
            <a:spAutoFit/>
          </a:bodyPr>
          <a:lstStyle/>
          <a:p>
            <a:pPr marL="514350" indent="-514350">
              <a:buFont typeface="+mj-lt"/>
              <a:buAutoNum type="arabicPeriod"/>
            </a:pPr>
            <a:r>
              <a:rPr lang="ja-JP" altLang="en-US"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二段階のディープラーニングアプローチの構築</a:t>
            </a: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r>
              <a:rPr lang="ja-JP" altLang="en-US" sz="2800">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二段階のディープラーニングアプローチの評価</a:t>
            </a: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r>
              <a:rPr lang="ja-JP" altLang="en-US"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rPr>
              <a:t>その他のモデルの比較</a:t>
            </a: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1428750" lvl="2" indent="-514350">
              <a:buFont typeface="+mj-lt"/>
              <a:buAutoNum type="arabicPeriod"/>
            </a:pPr>
            <a:r>
              <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3D-CNN</a:t>
            </a:r>
            <a:r>
              <a:rPr kumimoji="1" lang="ja-JP" altLang="en-US"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モデルとの比較</a:t>
            </a:r>
            <a:endPar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428750" lvl="2" indent="-514350">
              <a:buFont typeface="+mj-lt"/>
              <a:buAutoNum type="arabicPeriod"/>
            </a:pPr>
            <a:endPar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428750" lvl="2" indent="-514350">
              <a:buFont typeface="+mj-lt"/>
              <a:buAutoNum type="arabicPeriod"/>
            </a:pPr>
            <a:r>
              <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2D-CNN</a:t>
            </a:r>
            <a:r>
              <a:rPr kumimoji="1" lang="ja-JP" altLang="en-US"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モデルとの比較</a:t>
            </a:r>
            <a:endPar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971550" lvl="1"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971550" lvl="1"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p:txBody>
      </p:sp>
    </p:spTree>
    <p:extLst>
      <p:ext uri="{BB962C8B-B14F-4D97-AF65-F5344CB8AC3E}">
        <p14:creationId xmlns:p14="http://schemas.microsoft.com/office/powerpoint/2010/main" val="3949583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方法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597152" y="572354"/>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評価指標</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について</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3" name="図 2">
            <a:extLst>
              <a:ext uri="{FF2B5EF4-FFF2-40B4-BE49-F238E27FC236}">
                <a16:creationId xmlns:a16="http://schemas.microsoft.com/office/drawing/2014/main" id="{D356F7F5-CF80-BC74-BBAB-479999834C0F}"/>
              </a:ext>
            </a:extLst>
          </p:cNvPr>
          <p:cNvPicPr>
            <a:picLocks noChangeAspect="1"/>
          </p:cNvPicPr>
          <p:nvPr/>
        </p:nvPicPr>
        <p:blipFill>
          <a:blip r:embed="rId3"/>
          <a:stretch>
            <a:fillRect/>
          </a:stretch>
        </p:blipFill>
        <p:spPr>
          <a:xfrm>
            <a:off x="608878" y="5006931"/>
            <a:ext cx="4874347" cy="1471220"/>
          </a:xfrm>
          <a:prstGeom prst="rect">
            <a:avLst/>
          </a:prstGeom>
        </p:spPr>
      </p:pic>
      <p:pic>
        <p:nvPicPr>
          <p:cNvPr id="9" name="図 8">
            <a:extLst>
              <a:ext uri="{FF2B5EF4-FFF2-40B4-BE49-F238E27FC236}">
                <a16:creationId xmlns:a16="http://schemas.microsoft.com/office/drawing/2014/main" id="{8C2A4935-8B89-DA8E-F14B-5C431A73A861}"/>
              </a:ext>
            </a:extLst>
          </p:cNvPr>
          <p:cNvPicPr>
            <a:picLocks noChangeAspect="1"/>
          </p:cNvPicPr>
          <p:nvPr/>
        </p:nvPicPr>
        <p:blipFill rotWithShape="1">
          <a:blip r:embed="rId4"/>
          <a:srcRect r="5057"/>
          <a:stretch/>
        </p:blipFill>
        <p:spPr>
          <a:xfrm>
            <a:off x="6866023" y="1462316"/>
            <a:ext cx="5325977" cy="4280225"/>
          </a:xfrm>
          <a:prstGeom prst="rect">
            <a:avLst/>
          </a:prstGeom>
        </p:spPr>
      </p:pic>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9DDE52E2-7EFC-8DDD-ED29-03C8B5D6270F}"/>
                  </a:ext>
                </a:extLst>
              </p:cNvPr>
              <p:cNvSpPr txBox="1"/>
              <p:nvPr/>
            </p:nvSpPr>
            <p:spPr>
              <a:xfrm>
                <a:off x="7545930" y="5890666"/>
                <a:ext cx="3751348" cy="7899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ja-JP" altLang="en-US" sz="2400" smtClean="0">
                          <a:latin typeface="MS PGothic" panose="020B0600070205080204" pitchFamily="34" charset="-128"/>
                          <a:ea typeface="MS PGothic" panose="020B0600070205080204" pitchFamily="34" charset="-128"/>
                          <a:cs typeface="Arial" panose="020B0604020202020204" pitchFamily="34" charset="0"/>
                        </a:rPr>
                        <m:t>偽陽性率</m:t>
                      </m:r>
                      <m:r>
                        <m:rPr>
                          <m:nor/>
                        </m:rPr>
                        <a:rPr lang="en-US" altLang="ja-JP" sz="2400" dirty="0" smtClean="0">
                          <a:latin typeface="MS PGothic" panose="020B0600070205080204" pitchFamily="34" charset="-128"/>
                          <a:ea typeface="MS PGothic" panose="020B0600070205080204" pitchFamily="34" charset="-128"/>
                          <a:cs typeface="Arial" panose="020B0604020202020204" pitchFamily="34" charset="0"/>
                        </a:rPr>
                        <m:t>(</m:t>
                      </m:r>
                      <m:r>
                        <m:rPr>
                          <m:nor/>
                        </m:rPr>
                        <a:rPr lang="en-US" altLang="ja-JP" sz="2400" dirty="0" smtClean="0">
                          <a:latin typeface="Cambria Math" panose="02040503050406030204" pitchFamily="18" charset="0"/>
                          <a:ea typeface="Cambria Math" panose="02040503050406030204" pitchFamily="18" charset="0"/>
                          <a:cs typeface="Arial" panose="020B0604020202020204" pitchFamily="34" charset="0"/>
                        </a:rPr>
                        <m:t>FPR</m:t>
                      </m:r>
                      <m:r>
                        <m:rPr>
                          <m:nor/>
                        </m:rPr>
                        <a:rPr lang="en-US" altLang="ja-JP" sz="2400" dirty="0" smtClean="0">
                          <a:latin typeface="MS PGothic" panose="020B0600070205080204" pitchFamily="34" charset="-128"/>
                          <a:ea typeface="MS PGothic" panose="020B0600070205080204" pitchFamily="34" charset="-128"/>
                          <a:cs typeface="Arial" panose="020B0604020202020204" pitchFamily="34" charset="0"/>
                        </a:rPr>
                        <m:t>)</m:t>
                      </m:r>
                      <m:r>
                        <a:rPr lang="en-US" altLang="ja-JP" sz="2400" i="1" smtClean="0">
                          <a:latin typeface="Cambria Math" panose="02040503050406030204" pitchFamily="18" charset="0"/>
                          <a:ea typeface="Cambria Math" panose="02040503050406030204" pitchFamily="18" charset="0"/>
                        </a:rPr>
                        <m:t>=</m:t>
                      </m:r>
                      <m:f>
                        <m:fPr>
                          <m:ctrlPr>
                            <a:rPr lang="en-US" altLang="ja-JP" sz="2400" i="1" smtClean="0">
                              <a:latin typeface="Cambria Math" panose="02040503050406030204" pitchFamily="18" charset="0"/>
                              <a:ea typeface="Cambria Math" panose="02040503050406030204" pitchFamily="18" charset="0"/>
                            </a:rPr>
                          </m:ctrlPr>
                        </m:fPr>
                        <m:num>
                          <m:r>
                            <m:rPr>
                              <m:sty m:val="p"/>
                            </m:rPr>
                            <a:rPr lang="en-US" altLang="ja-JP" sz="2400" b="0" i="0" smtClean="0">
                              <a:latin typeface="Cambria Math" panose="02040503050406030204" pitchFamily="18" charset="0"/>
                              <a:ea typeface="Cambria Math" panose="02040503050406030204" pitchFamily="18" charset="0"/>
                            </a:rPr>
                            <m:t>FP</m:t>
                          </m:r>
                        </m:num>
                        <m:den>
                          <m:r>
                            <m:rPr>
                              <m:sty m:val="p"/>
                            </m:rPr>
                            <a:rPr lang="en-US" altLang="ja-JP" sz="2400" b="0" i="0" smtClean="0">
                              <a:latin typeface="Cambria Math" panose="02040503050406030204" pitchFamily="18" charset="0"/>
                              <a:ea typeface="Cambria Math" panose="02040503050406030204" pitchFamily="18" charset="0"/>
                            </a:rPr>
                            <m:t>FP</m:t>
                          </m:r>
                          <m:r>
                            <a:rPr lang="en-US" altLang="ja-JP" sz="2400" b="0" i="0" smtClean="0">
                              <a:latin typeface="Cambria Math" panose="02040503050406030204" pitchFamily="18" charset="0"/>
                              <a:ea typeface="Cambria Math" panose="02040503050406030204" pitchFamily="18" charset="0"/>
                            </a:rPr>
                            <m:t>+</m:t>
                          </m:r>
                          <m:r>
                            <m:rPr>
                              <m:sty m:val="p"/>
                            </m:rPr>
                            <a:rPr lang="en-US" altLang="ja-JP" sz="2400" b="0" i="0" smtClean="0">
                              <a:latin typeface="Cambria Math" panose="02040503050406030204" pitchFamily="18" charset="0"/>
                              <a:ea typeface="Cambria Math" panose="02040503050406030204" pitchFamily="18" charset="0"/>
                            </a:rPr>
                            <m:t>TN</m:t>
                          </m:r>
                        </m:den>
                      </m:f>
                    </m:oMath>
                  </m:oMathPara>
                </a14:m>
                <a:endParaRPr kumimoji="1" lang="ja-JP" altLang="en-US" sz="2400" dirty="0">
                  <a:latin typeface="MS PGothic" panose="020B0600070205080204" pitchFamily="34" charset="-128"/>
                  <a:ea typeface="MS PGothic" panose="020B0600070205080204" pitchFamily="34" charset="-128"/>
                  <a:cs typeface="Arial" panose="020B0604020202020204" pitchFamily="34" charset="0"/>
                </a:endParaRPr>
              </a:p>
            </p:txBody>
          </p:sp>
        </mc:Choice>
        <mc:Fallback xmlns="">
          <p:sp>
            <p:nvSpPr>
              <p:cNvPr id="13" name="テキスト ボックス 12">
                <a:extLst>
                  <a:ext uri="{FF2B5EF4-FFF2-40B4-BE49-F238E27FC236}">
                    <a16:creationId xmlns:a16="http://schemas.microsoft.com/office/drawing/2014/main" id="{9DDE52E2-7EFC-8DDD-ED29-03C8B5D6270F}"/>
                  </a:ext>
                </a:extLst>
              </p:cNvPr>
              <p:cNvSpPr txBox="1">
                <a:spLocks noRot="1" noChangeAspect="1" noMove="1" noResize="1" noEditPoints="1" noAdjustHandles="1" noChangeArrowheads="1" noChangeShapeType="1" noTextEdit="1"/>
              </p:cNvSpPr>
              <p:nvPr/>
            </p:nvSpPr>
            <p:spPr>
              <a:xfrm>
                <a:off x="7545930" y="5890666"/>
                <a:ext cx="3751348" cy="789960"/>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15CAC912-0CDC-42A3-7971-388C72A47A3E}"/>
                  </a:ext>
                </a:extLst>
              </p:cNvPr>
              <p:cNvSpPr txBox="1"/>
              <p:nvPr/>
            </p:nvSpPr>
            <p:spPr>
              <a:xfrm>
                <a:off x="3181449" y="3402219"/>
                <a:ext cx="3825086" cy="7899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ja-JP" altLang="en-US" sz="2400" i="1" dirty="0" smtClean="0">
                          <a:latin typeface="Cambria Math" panose="02040503050406030204" pitchFamily="18" charset="0"/>
                          <a:ea typeface="MS PGothic" panose="020B0600070205080204" pitchFamily="34" charset="-128"/>
                          <a:cs typeface="Arial" panose="020B0604020202020204" pitchFamily="34" charset="0"/>
                        </a:rPr>
                        <m:t>真陽性率</m:t>
                      </m:r>
                      <m:r>
                        <m:rPr>
                          <m:nor/>
                        </m:rPr>
                        <a:rPr lang="en-US" altLang="ja-JP" sz="2400" dirty="0">
                          <a:latin typeface="Arial" panose="020B0604020202020204" pitchFamily="34" charset="0"/>
                          <a:ea typeface="MS PGothic" panose="020B0600070205080204" pitchFamily="34" charset="-128"/>
                          <a:cs typeface="Arial" panose="020B0604020202020204" pitchFamily="34" charset="0"/>
                        </a:rPr>
                        <m:t>(</m:t>
                      </m:r>
                      <m:r>
                        <m:rPr>
                          <m:sty m:val="p"/>
                        </m:rPr>
                        <a:rPr lang="en-US" altLang="ja-JP" sz="2400" b="0" i="0" dirty="0" smtClean="0">
                          <a:latin typeface="Cambria Math" panose="02040503050406030204" pitchFamily="18" charset="0"/>
                          <a:ea typeface="Cambria Math" panose="02040503050406030204" pitchFamily="18" charset="0"/>
                          <a:cs typeface="Arial" panose="020B0604020202020204" pitchFamily="34" charset="0"/>
                        </a:rPr>
                        <m:t>T</m:t>
                      </m:r>
                      <m:r>
                        <m:rPr>
                          <m:nor/>
                        </m:rPr>
                        <a:rPr lang="en-US" altLang="ja-JP" sz="2400" dirty="0">
                          <a:latin typeface="Cambria Math" panose="02040503050406030204" pitchFamily="18" charset="0"/>
                          <a:ea typeface="Cambria Math" panose="02040503050406030204" pitchFamily="18" charset="0"/>
                          <a:cs typeface="Arial" panose="020B0604020202020204" pitchFamily="34" charset="0"/>
                        </a:rPr>
                        <m:t>PR</m:t>
                      </m:r>
                      <m:r>
                        <m:rPr>
                          <m:nor/>
                        </m:rPr>
                        <a:rPr lang="en-US" altLang="ja-JP" sz="2400" dirty="0">
                          <a:latin typeface="Arial" panose="020B0604020202020204" pitchFamily="34" charset="0"/>
                          <a:ea typeface="MS PGothic" panose="020B0600070205080204" pitchFamily="34" charset="-128"/>
                          <a:cs typeface="Arial" panose="020B0604020202020204" pitchFamily="34" charset="0"/>
                        </a:rPr>
                        <m:t>)</m:t>
                      </m:r>
                      <m:r>
                        <a:rPr lang="en-US" altLang="ja-JP" sz="2400" i="1" smtClean="0">
                          <a:latin typeface="Cambria Math" panose="02040503050406030204" pitchFamily="18" charset="0"/>
                          <a:ea typeface="Cambria Math" panose="02040503050406030204" pitchFamily="18" charset="0"/>
                        </a:rPr>
                        <m:t>=</m:t>
                      </m:r>
                      <m:f>
                        <m:fPr>
                          <m:ctrlPr>
                            <a:rPr lang="en-US" altLang="ja-JP" sz="2400" i="1" smtClean="0">
                              <a:latin typeface="Cambria Math" panose="02040503050406030204" pitchFamily="18" charset="0"/>
                              <a:ea typeface="Cambria Math" panose="02040503050406030204" pitchFamily="18" charset="0"/>
                            </a:rPr>
                          </m:ctrlPr>
                        </m:fPr>
                        <m:num>
                          <m:r>
                            <m:rPr>
                              <m:sty m:val="p"/>
                            </m:rPr>
                            <a:rPr lang="en-US" altLang="ja-JP" sz="2400" b="0" i="0" smtClean="0">
                              <a:latin typeface="Cambria Math" panose="02040503050406030204" pitchFamily="18" charset="0"/>
                              <a:ea typeface="Cambria Math" panose="02040503050406030204" pitchFamily="18" charset="0"/>
                            </a:rPr>
                            <m:t>TP</m:t>
                          </m:r>
                        </m:num>
                        <m:den>
                          <m:r>
                            <m:rPr>
                              <m:sty m:val="p"/>
                            </m:rPr>
                            <a:rPr lang="en-US" altLang="ja-JP" sz="2400" b="0" i="0" smtClean="0">
                              <a:latin typeface="Cambria Math" panose="02040503050406030204" pitchFamily="18" charset="0"/>
                              <a:ea typeface="Cambria Math" panose="02040503050406030204" pitchFamily="18" charset="0"/>
                            </a:rPr>
                            <m:t>TP</m:t>
                          </m:r>
                          <m:r>
                            <a:rPr lang="en-US" altLang="ja-JP" sz="2400" b="0" i="0" smtClean="0">
                              <a:latin typeface="Cambria Math" panose="02040503050406030204" pitchFamily="18" charset="0"/>
                              <a:ea typeface="Cambria Math" panose="02040503050406030204" pitchFamily="18" charset="0"/>
                            </a:rPr>
                            <m:t>+</m:t>
                          </m:r>
                          <m:r>
                            <m:rPr>
                              <m:sty m:val="p"/>
                            </m:rPr>
                            <a:rPr lang="en-US" altLang="ja-JP" sz="2400" b="0" i="0" smtClean="0">
                              <a:latin typeface="Cambria Math" panose="02040503050406030204" pitchFamily="18" charset="0"/>
                              <a:ea typeface="Cambria Math" panose="02040503050406030204" pitchFamily="18" charset="0"/>
                            </a:rPr>
                            <m:t>FN</m:t>
                          </m:r>
                        </m:den>
                      </m:f>
                    </m:oMath>
                  </m:oMathPara>
                </a14:m>
                <a:endParaRPr kumimoji="1" lang="ja-JP" altLang="en-US" sz="2400" dirty="0">
                  <a:latin typeface="MS PGothic" panose="020B0600070205080204" pitchFamily="34" charset="-128"/>
                  <a:ea typeface="MS PGothic" panose="020B0600070205080204" pitchFamily="34" charset="-128"/>
                  <a:cs typeface="Arial" panose="020B0604020202020204" pitchFamily="34" charset="0"/>
                </a:endParaRPr>
              </a:p>
            </p:txBody>
          </p:sp>
        </mc:Choice>
        <mc:Fallback xmlns="">
          <p:sp>
            <p:nvSpPr>
              <p:cNvPr id="14" name="テキスト ボックス 13">
                <a:extLst>
                  <a:ext uri="{FF2B5EF4-FFF2-40B4-BE49-F238E27FC236}">
                    <a16:creationId xmlns:a16="http://schemas.microsoft.com/office/drawing/2014/main" id="{15CAC912-0CDC-42A3-7971-388C72A47A3E}"/>
                  </a:ext>
                </a:extLst>
              </p:cNvPr>
              <p:cNvSpPr txBox="1">
                <a:spLocks noRot="1" noChangeAspect="1" noMove="1" noResize="1" noEditPoints="1" noAdjustHandles="1" noChangeArrowheads="1" noChangeShapeType="1" noTextEdit="1"/>
              </p:cNvSpPr>
              <p:nvPr/>
            </p:nvSpPr>
            <p:spPr>
              <a:xfrm>
                <a:off x="3181449" y="3402219"/>
                <a:ext cx="3825086" cy="789960"/>
              </a:xfrm>
              <a:prstGeom prst="rect">
                <a:avLst/>
              </a:prstGeom>
              <a:blipFill>
                <a:blip r:embed="rId6"/>
                <a:stretch>
                  <a:fillRect/>
                </a:stretch>
              </a:blipFill>
            </p:spPr>
            <p:txBody>
              <a:bodyPr/>
              <a:lstStyle/>
              <a:p>
                <a:r>
                  <a:rPr lang="ja-JP" altLang="en-US">
                    <a:noFill/>
                  </a:rPr>
                  <a:t> </a:t>
                </a:r>
              </a:p>
            </p:txBody>
          </p:sp>
        </mc:Fallback>
      </mc:AlternateContent>
      <p:pic>
        <p:nvPicPr>
          <p:cNvPr id="22" name="グラフィックス 21" descr="戻る 枠線">
            <a:extLst>
              <a:ext uri="{FF2B5EF4-FFF2-40B4-BE49-F238E27FC236}">
                <a16:creationId xmlns:a16="http://schemas.microsoft.com/office/drawing/2014/main" id="{CB579174-955C-3AF4-A3FF-C27ED811E4B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26782" y="3602428"/>
            <a:ext cx="914400" cy="914400"/>
          </a:xfrm>
          <a:prstGeom prst="rect">
            <a:avLst/>
          </a:prstGeom>
        </p:spPr>
      </p:pic>
      <p:pic>
        <p:nvPicPr>
          <p:cNvPr id="24" name="グラフィックス 23" descr="戻る 枠線">
            <a:extLst>
              <a:ext uri="{FF2B5EF4-FFF2-40B4-BE49-F238E27FC236}">
                <a16:creationId xmlns:a16="http://schemas.microsoft.com/office/drawing/2014/main" id="{31472CA8-C8AC-95A3-E851-190E2128CEA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461541">
            <a:off x="5869597" y="5984863"/>
            <a:ext cx="1378847" cy="914400"/>
          </a:xfrm>
          <a:prstGeom prst="rect">
            <a:avLst/>
          </a:prstGeom>
        </p:spPr>
      </p:pic>
      <p:sp>
        <p:nvSpPr>
          <p:cNvPr id="25" name="テキスト ボックス 24">
            <a:extLst>
              <a:ext uri="{FF2B5EF4-FFF2-40B4-BE49-F238E27FC236}">
                <a16:creationId xmlns:a16="http://schemas.microsoft.com/office/drawing/2014/main" id="{5F3C386A-7ACB-A9EE-ED81-D2CD679EBB19}"/>
              </a:ext>
            </a:extLst>
          </p:cNvPr>
          <p:cNvSpPr txBox="1"/>
          <p:nvPr/>
        </p:nvSpPr>
        <p:spPr>
          <a:xfrm>
            <a:off x="785853" y="1623313"/>
            <a:ext cx="5310147" cy="1200329"/>
          </a:xfrm>
          <a:prstGeom prst="rect">
            <a:avLst/>
          </a:prstGeom>
          <a:noFill/>
        </p:spPr>
        <p:txBody>
          <a:bodyPr wrap="square" rtlCol="0" anchor="ctr">
            <a:spAutoFit/>
          </a:bodyPr>
          <a:lstStyle/>
          <a:p>
            <a:pPr marL="342900" indent="-342900">
              <a:buFont typeface="Arial" panose="020B0604020202020204" pitchFamily="34" charset="0"/>
              <a:buChar char="•"/>
            </a:pPr>
            <a:r>
              <a:rPr lang="en-US" altLang="ja-JP" sz="2400">
                <a:latin typeface="Arial" panose="020B0604020202020204" pitchFamily="34" charset="0"/>
                <a:ea typeface="MS PGothic" panose="020B0600070205080204" pitchFamily="34" charset="-128"/>
                <a:cs typeface="Arial" panose="020B0604020202020204" pitchFamily="34" charset="0"/>
              </a:rPr>
              <a:t>ROC-AUC</a:t>
            </a:r>
            <a:r>
              <a:rPr lang="ja-JP" altLang="en-US" sz="2400">
                <a:latin typeface="Arial" panose="020B0604020202020204" pitchFamily="34" charset="0"/>
                <a:ea typeface="MS PGothic" panose="020B0600070205080204" pitchFamily="34" charset="-128"/>
                <a:cs typeface="Arial" panose="020B0604020202020204" pitchFamily="34" charset="0"/>
              </a:rPr>
              <a:t>について</a:t>
            </a:r>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800100" lvl="1" indent="-342900">
              <a:buFont typeface="Wingdings" panose="05000000000000000000" pitchFamily="2" charset="2"/>
              <a:buChar char="Ø"/>
            </a:pPr>
            <a:r>
              <a:rPr lang="en-US" altLang="ja-JP" sz="2400">
                <a:latin typeface="Arial" panose="020B0604020202020204" pitchFamily="34" charset="0"/>
                <a:ea typeface="MS PGothic" panose="020B0600070205080204" pitchFamily="34" charset="-128"/>
                <a:cs typeface="Arial" panose="020B0604020202020204" pitchFamily="34" charset="0"/>
              </a:rPr>
              <a:t>0.5</a:t>
            </a:r>
            <a:r>
              <a:rPr lang="ja-JP" altLang="en-US" sz="2400">
                <a:latin typeface="Arial" panose="020B0604020202020204" pitchFamily="34" charset="0"/>
                <a:ea typeface="MS PGothic" panose="020B0600070205080204" pitchFamily="34" charset="-128"/>
                <a:cs typeface="Arial" panose="020B0604020202020204" pitchFamily="34" charset="0"/>
              </a:rPr>
              <a:t>から</a:t>
            </a:r>
            <a:r>
              <a:rPr lang="en-US" altLang="ja-JP" sz="2400">
                <a:latin typeface="Arial" panose="020B0604020202020204" pitchFamily="34" charset="0"/>
                <a:ea typeface="MS PGothic" panose="020B0600070205080204" pitchFamily="34" charset="-128"/>
                <a:cs typeface="Arial" panose="020B0604020202020204" pitchFamily="34" charset="0"/>
              </a:rPr>
              <a:t>1.0</a:t>
            </a:r>
            <a:r>
              <a:rPr lang="ja-JP" altLang="en-US" sz="2400">
                <a:latin typeface="Arial" panose="020B0604020202020204" pitchFamily="34" charset="0"/>
                <a:ea typeface="MS PGothic" panose="020B0600070205080204" pitchFamily="34" charset="-128"/>
                <a:cs typeface="Arial" panose="020B0604020202020204" pitchFamily="34" charset="0"/>
              </a:rPr>
              <a:t>の値をとる</a:t>
            </a:r>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800100" lvl="1" indent="-342900">
              <a:buFont typeface="Wingdings" panose="05000000000000000000" pitchFamily="2" charset="2"/>
              <a:buChar char="Ø"/>
            </a:pPr>
            <a:r>
              <a:rPr lang="en-US" altLang="ja-JP" sz="2400">
                <a:latin typeface="Arial" panose="020B0604020202020204" pitchFamily="34" charset="0"/>
                <a:ea typeface="MS PGothic" panose="020B0600070205080204" pitchFamily="34" charset="-128"/>
                <a:cs typeface="Arial" panose="020B0604020202020204" pitchFamily="34" charset="0"/>
              </a:rPr>
              <a:t>1.0</a:t>
            </a:r>
            <a:r>
              <a:rPr lang="ja-JP" altLang="en-US" sz="2400">
                <a:latin typeface="Arial" panose="020B0604020202020204" pitchFamily="34" charset="0"/>
                <a:ea typeface="MS PGothic" panose="020B0600070205080204" pitchFamily="34" charset="-128"/>
                <a:cs typeface="Arial" panose="020B0604020202020204" pitchFamily="34" charset="0"/>
              </a:rPr>
              <a:t>に近い方が予測精度が良い</a:t>
            </a:r>
            <a:endParaRPr lang="en-US" altLang="ja-JP" sz="2400">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1994784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方法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684663" y="554682"/>
            <a:ext cx="1025066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400" dirty="0">
                <a:latin typeface="ＭＳ Ｐゴシック" panose="020B0600070205080204" pitchFamily="50" charset="-128"/>
                <a:ea typeface="ＭＳ Ｐゴシック" panose="020B0600070205080204" pitchFamily="50" charset="-128"/>
              </a:rPr>
              <a:t>推論時の</a:t>
            </a:r>
            <a:r>
              <a:rPr lang="ja-JP" altLang="en-US" sz="2400" dirty="0">
                <a:latin typeface="ＭＳ Ｐゴシック" panose="020B0600070205080204" pitchFamily="50" charset="-128"/>
                <a:ea typeface="ＭＳ Ｐゴシック" panose="020B0600070205080204" pitchFamily="50" charset="-128"/>
              </a:rPr>
              <a:t>モンテカルロ</a:t>
            </a:r>
            <a:r>
              <a:rPr kumimoji="1" lang="ja-JP" altLang="en-US" sz="2400" dirty="0">
                <a:latin typeface="ＭＳ Ｐゴシック" panose="020B0600070205080204" pitchFamily="50" charset="-128"/>
                <a:ea typeface="ＭＳ Ｐゴシック" panose="020B0600070205080204" pitchFamily="50" charset="-128"/>
              </a:rPr>
              <a:t>ドロップアウトを使用した不確実性の評価</a:t>
            </a:r>
            <a:endParaRPr kumimoji="1" 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0" name="テキスト ボックス 9">
            <a:extLst>
              <a:ext uri="{FF2B5EF4-FFF2-40B4-BE49-F238E27FC236}">
                <a16:creationId xmlns:a16="http://schemas.microsoft.com/office/drawing/2014/main" id="{AE9DD11B-42E8-C05D-078C-13C6381AA0BF}"/>
              </a:ext>
            </a:extLst>
          </p:cNvPr>
          <p:cNvSpPr txBox="1"/>
          <p:nvPr/>
        </p:nvSpPr>
        <p:spPr>
          <a:xfrm>
            <a:off x="533007" y="1927355"/>
            <a:ext cx="11510712" cy="1569660"/>
          </a:xfrm>
          <a:prstGeom prst="rect">
            <a:avLst/>
          </a:prstGeom>
          <a:noFill/>
        </p:spPr>
        <p:txBody>
          <a:bodyPr wrap="square">
            <a:spAutoFit/>
          </a:bodyPr>
          <a:lstStyle/>
          <a:p>
            <a:r>
              <a:rPr lang="en-US" altLang="ja-JP" sz="2400" err="1">
                <a:latin typeface="ＭＳ Ｐゴシック" panose="020B0600070205080204" pitchFamily="50" charset="-128"/>
                <a:ea typeface="ＭＳ Ｐゴシック" panose="020B0600070205080204" pitchFamily="50" charset="-128"/>
              </a:rPr>
              <a:t>MoC</a:t>
            </a:r>
            <a:r>
              <a:rPr lang="ja-JP" altLang="en-US" sz="2400">
                <a:latin typeface="ＭＳ Ｐゴシック" panose="020B0600070205080204" pitchFamily="50" charset="-128"/>
                <a:ea typeface="ＭＳ Ｐゴシック" panose="020B0600070205080204" pitchFamily="50" charset="-128"/>
              </a:rPr>
              <a:t>（</a:t>
            </a:r>
            <a:r>
              <a:rPr lang="en-US" altLang="ja-JP" sz="2400">
                <a:latin typeface="ＭＳ Ｐゴシック" panose="020B0600070205080204" pitchFamily="50" charset="-128"/>
                <a:ea typeface="ＭＳ Ｐゴシック" panose="020B0600070205080204" pitchFamily="50" charset="-128"/>
              </a:rPr>
              <a:t>Margin of Confidence</a:t>
            </a:r>
            <a:r>
              <a:rPr lang="ja-JP" altLang="en-US" sz="2400">
                <a:latin typeface="ＭＳ Ｐゴシック" panose="020B0600070205080204" pitchFamily="50" charset="-128"/>
                <a:ea typeface="ＭＳ Ｐゴシック" panose="020B0600070205080204" pitchFamily="50" charset="-128"/>
              </a:rPr>
              <a:t>）：モデルの予測結果の信頼度を評価するための重要な指標</a:t>
            </a:r>
            <a:endParaRPr lang="en-US" altLang="ja-JP" sz="2400">
              <a:latin typeface="ＭＳ Ｐゴシック" panose="020B0600070205080204" pitchFamily="50" charset="-128"/>
              <a:ea typeface="ＭＳ Ｐゴシック" panose="020B0600070205080204" pitchFamily="50" charset="-128"/>
            </a:endParaRPr>
          </a:p>
          <a:p>
            <a:endParaRPr lang="en-US" altLang="ja-JP" sz="2400">
              <a:latin typeface="ＭＳ Ｐゴシック" panose="020B0600070205080204" pitchFamily="50" charset="-128"/>
              <a:ea typeface="ＭＳ Ｐゴシック" panose="020B0600070205080204" pitchFamily="50" charset="-128"/>
            </a:endParaRPr>
          </a:p>
          <a:p>
            <a:pPr marL="800100" lvl="1" indent="-342900">
              <a:buFont typeface="Wingdings" panose="05000000000000000000" pitchFamily="2" charset="2"/>
              <a:buChar char="Ø"/>
            </a:pPr>
            <a:r>
              <a:rPr lang="ja-JP" altLang="en-US" sz="2400">
                <a:latin typeface="ＭＳ Ｐゴシック" panose="020B0600070205080204" pitchFamily="50" charset="-128"/>
                <a:ea typeface="ＭＳ Ｐゴシック" panose="020B0600070205080204" pitchFamily="50" charset="-128"/>
              </a:rPr>
              <a:t>二値分類の場合、陽性クラスと陰性クラスに対する確率の差</a:t>
            </a:r>
            <a:endParaRPr lang="en-US" altLang="ja-JP" sz="2400">
              <a:latin typeface="ＭＳ Ｐゴシック" panose="020B0600070205080204" pitchFamily="50" charset="-128"/>
              <a:ea typeface="ＭＳ Ｐゴシック" panose="020B0600070205080204" pitchFamily="50" charset="-128"/>
            </a:endParaRPr>
          </a:p>
          <a:p>
            <a:pPr lvl="2"/>
            <a:r>
              <a:rPr lang="en-US" altLang="ja-JP" sz="2400">
                <a:latin typeface="ＭＳ Ｐゴシック" panose="020B0600070205080204" pitchFamily="50" charset="-128"/>
                <a:ea typeface="ＭＳ Ｐゴシック" panose="020B0600070205080204" pitchFamily="50" charset="-128"/>
              </a:rPr>
              <a:t>	</a:t>
            </a:r>
            <a:endParaRPr lang="ja-JP" altLang="en-US" sz="2400">
              <a:latin typeface="ＭＳ Ｐゴシック" panose="020B0600070205080204" pitchFamily="50" charset="-128"/>
              <a:ea typeface="ＭＳ Ｐゴシック" panose="020B0600070205080204" pitchFamily="50" charset="-128"/>
            </a:endParaRPr>
          </a:p>
        </p:txBody>
      </p:sp>
      <p:sp>
        <p:nvSpPr>
          <p:cNvPr id="5" name="テキスト ボックス 4">
            <a:extLst>
              <a:ext uri="{FF2B5EF4-FFF2-40B4-BE49-F238E27FC236}">
                <a16:creationId xmlns:a16="http://schemas.microsoft.com/office/drawing/2014/main" id="{0F054AA0-AD27-AAA9-CFA4-7E4EBA9F5778}"/>
              </a:ext>
            </a:extLst>
          </p:cNvPr>
          <p:cNvSpPr txBox="1"/>
          <p:nvPr/>
        </p:nvSpPr>
        <p:spPr>
          <a:xfrm>
            <a:off x="1360487" y="5037430"/>
            <a:ext cx="9054765" cy="1200329"/>
          </a:xfrm>
          <a:prstGeom prst="rect">
            <a:avLst/>
          </a:prstGeom>
          <a:noFill/>
        </p:spPr>
        <p:txBody>
          <a:bodyPr wrap="square">
            <a:spAutoFit/>
          </a:bodyPr>
          <a:lstStyle/>
          <a:p>
            <a:pPr lvl="2"/>
            <a:r>
              <a:rPr lang="ja-JP" altLang="en-US" sz="2400">
                <a:latin typeface="ＭＳ Ｐゴシック" panose="020B0600070205080204" pitchFamily="50" charset="-128"/>
                <a:ea typeface="ＭＳ Ｐゴシック" panose="020B0600070205080204" pitchFamily="50" charset="-128"/>
              </a:rPr>
              <a:t>高い</a:t>
            </a:r>
            <a:r>
              <a:rPr lang="en-US" altLang="ja-JP" sz="2400" err="1">
                <a:latin typeface="ＭＳ Ｐゴシック" panose="020B0600070205080204" pitchFamily="50" charset="-128"/>
                <a:ea typeface="ＭＳ Ｐゴシック" panose="020B0600070205080204" pitchFamily="50" charset="-128"/>
              </a:rPr>
              <a:t>MoC</a:t>
            </a:r>
            <a:r>
              <a:rPr lang="ja-JP" altLang="en-US" sz="2400">
                <a:latin typeface="ＭＳ Ｐゴシック" panose="020B0600070205080204" pitchFamily="50" charset="-128"/>
                <a:ea typeface="ＭＳ Ｐゴシック" panose="020B0600070205080204" pitchFamily="50" charset="-128"/>
              </a:rPr>
              <a:t>：モデルの予測の不確実性が低い→自信がある</a:t>
            </a:r>
            <a:endParaRPr lang="en-US" altLang="ja-JP" sz="2400">
              <a:latin typeface="ＭＳ Ｐゴシック" panose="020B0600070205080204" pitchFamily="50" charset="-128"/>
              <a:ea typeface="ＭＳ Ｐゴシック" panose="020B0600070205080204" pitchFamily="50" charset="-128"/>
            </a:endParaRPr>
          </a:p>
          <a:p>
            <a:pPr lvl="2"/>
            <a:endParaRPr lang="en-US" altLang="ja-JP" sz="2400">
              <a:latin typeface="ＭＳ Ｐゴシック" panose="020B0600070205080204" pitchFamily="50" charset="-128"/>
              <a:ea typeface="ＭＳ Ｐゴシック" panose="020B0600070205080204" pitchFamily="50" charset="-128"/>
            </a:endParaRPr>
          </a:p>
          <a:p>
            <a:pPr lvl="2"/>
            <a:r>
              <a:rPr lang="ja-JP" altLang="en-US" sz="2400">
                <a:latin typeface="ＭＳ Ｐゴシック" panose="020B0600070205080204" pitchFamily="50" charset="-128"/>
                <a:ea typeface="ＭＳ Ｐゴシック" panose="020B0600070205080204" pitchFamily="50" charset="-128"/>
              </a:rPr>
              <a:t>低い</a:t>
            </a:r>
            <a:r>
              <a:rPr lang="en-US" altLang="ja-JP" sz="2400" err="1">
                <a:latin typeface="ＭＳ Ｐゴシック" panose="020B0600070205080204" pitchFamily="50" charset="-128"/>
                <a:ea typeface="ＭＳ Ｐゴシック" panose="020B0600070205080204" pitchFamily="50" charset="-128"/>
              </a:rPr>
              <a:t>MoC</a:t>
            </a:r>
            <a:r>
              <a:rPr lang="ja-JP" altLang="en-US" sz="2400">
                <a:latin typeface="ＭＳ Ｐゴシック" panose="020B0600070205080204" pitchFamily="50" charset="-128"/>
                <a:ea typeface="ＭＳ Ｐゴシック" panose="020B0600070205080204" pitchFamily="50" charset="-128"/>
              </a:rPr>
              <a:t>：モデルの予測の不確実性が高い→自信がない</a:t>
            </a:r>
            <a:endParaRPr lang="en-US" altLang="ja-JP" sz="2400">
              <a:latin typeface="ＭＳ Ｐゴシック" panose="020B0600070205080204" pitchFamily="50" charset="-128"/>
              <a:ea typeface="ＭＳ Ｐゴシック" panose="020B0600070205080204" pitchFamily="50" charset="-128"/>
            </a:endParaRPr>
          </a:p>
        </p:txBody>
      </p:sp>
      <p:sp>
        <p:nvSpPr>
          <p:cNvPr id="7" name="矢印: 下 6">
            <a:extLst>
              <a:ext uri="{FF2B5EF4-FFF2-40B4-BE49-F238E27FC236}">
                <a16:creationId xmlns:a16="http://schemas.microsoft.com/office/drawing/2014/main" id="{88CAAE21-E175-2E35-5136-70A7CB4EBF26}"/>
              </a:ext>
            </a:extLst>
          </p:cNvPr>
          <p:cNvSpPr/>
          <p:nvPr/>
        </p:nvSpPr>
        <p:spPr>
          <a:xfrm>
            <a:off x="5690162" y="3930747"/>
            <a:ext cx="794084" cy="738510"/>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19084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結果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597152" y="572354"/>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ROC-AUC</a:t>
            </a: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による評価</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5" name="図 4">
            <a:extLst>
              <a:ext uri="{FF2B5EF4-FFF2-40B4-BE49-F238E27FC236}">
                <a16:creationId xmlns:a16="http://schemas.microsoft.com/office/drawing/2014/main" id="{5430625D-F970-B756-806D-5CE102363345}"/>
              </a:ext>
            </a:extLst>
          </p:cNvPr>
          <p:cNvPicPr>
            <a:picLocks noChangeAspect="1"/>
          </p:cNvPicPr>
          <p:nvPr/>
        </p:nvPicPr>
        <p:blipFill>
          <a:blip r:embed="rId3"/>
          <a:stretch>
            <a:fillRect/>
          </a:stretch>
        </p:blipFill>
        <p:spPr>
          <a:xfrm>
            <a:off x="4438677" y="2245254"/>
            <a:ext cx="3314646" cy="3261060"/>
          </a:xfrm>
          <a:prstGeom prst="rect">
            <a:avLst/>
          </a:prstGeom>
        </p:spPr>
      </p:pic>
      <p:graphicFrame>
        <p:nvGraphicFramePr>
          <p:cNvPr id="6" name="表 5">
            <a:extLst>
              <a:ext uri="{FF2B5EF4-FFF2-40B4-BE49-F238E27FC236}">
                <a16:creationId xmlns:a16="http://schemas.microsoft.com/office/drawing/2014/main" id="{79C87A3E-7EDA-19E0-6D70-EEFA499A4AE6}"/>
              </a:ext>
            </a:extLst>
          </p:cNvPr>
          <p:cNvGraphicFramePr>
            <a:graphicFrameLocks noGrp="1"/>
          </p:cNvGraphicFramePr>
          <p:nvPr>
            <p:extLst>
              <p:ext uri="{D42A27DB-BD31-4B8C-83A1-F6EECF244321}">
                <p14:modId xmlns:p14="http://schemas.microsoft.com/office/powerpoint/2010/main" val="2725406127"/>
              </p:ext>
            </p:extLst>
          </p:nvPr>
        </p:nvGraphicFramePr>
        <p:xfrm>
          <a:off x="2555998" y="5688501"/>
          <a:ext cx="7080001" cy="1006719"/>
        </p:xfrm>
        <a:graphic>
          <a:graphicData uri="http://schemas.openxmlformats.org/drawingml/2006/table">
            <a:tbl>
              <a:tblPr firstRow="1" bandRow="1">
                <a:tableStyleId>{5C22544A-7EE6-4342-B048-85BDC9FD1C3A}</a:tableStyleId>
              </a:tblPr>
              <a:tblGrid>
                <a:gridCol w="1309036">
                  <a:extLst>
                    <a:ext uri="{9D8B030D-6E8A-4147-A177-3AD203B41FA5}">
                      <a16:colId xmlns:a16="http://schemas.microsoft.com/office/drawing/2014/main" val="465345833"/>
                    </a:ext>
                  </a:extLst>
                </a:gridCol>
                <a:gridCol w="1309036">
                  <a:extLst>
                    <a:ext uri="{9D8B030D-6E8A-4147-A177-3AD203B41FA5}">
                      <a16:colId xmlns:a16="http://schemas.microsoft.com/office/drawing/2014/main" val="1013016716"/>
                    </a:ext>
                  </a:extLst>
                </a:gridCol>
                <a:gridCol w="1309036">
                  <a:extLst>
                    <a:ext uri="{9D8B030D-6E8A-4147-A177-3AD203B41FA5}">
                      <a16:colId xmlns:a16="http://schemas.microsoft.com/office/drawing/2014/main" val="358802803"/>
                    </a:ext>
                  </a:extLst>
                </a:gridCol>
                <a:gridCol w="1571229">
                  <a:extLst>
                    <a:ext uri="{9D8B030D-6E8A-4147-A177-3AD203B41FA5}">
                      <a16:colId xmlns:a16="http://schemas.microsoft.com/office/drawing/2014/main" val="827699640"/>
                    </a:ext>
                  </a:extLst>
                </a:gridCol>
                <a:gridCol w="1581664">
                  <a:extLst>
                    <a:ext uri="{9D8B030D-6E8A-4147-A177-3AD203B41FA5}">
                      <a16:colId xmlns:a16="http://schemas.microsoft.com/office/drawing/2014/main" val="3061098422"/>
                    </a:ext>
                  </a:extLst>
                </a:gridCol>
              </a:tblGrid>
              <a:tr h="470077">
                <a:tc>
                  <a:txBody>
                    <a:bodyPr/>
                    <a:lstStyle/>
                    <a:p>
                      <a:pPr algn="ctr"/>
                      <a:endParaRPr kumimoji="1" lang="ja-JP" altLang="en-US" sz="1800" dirty="0"/>
                    </a:p>
                  </a:txBody>
                  <a:tcPr/>
                </a:tc>
                <a:tc>
                  <a:txBody>
                    <a:bodyPr/>
                    <a:lstStyle/>
                    <a:p>
                      <a:pPr algn="ctr"/>
                      <a:r>
                        <a:rPr kumimoji="1" lang="en-US" altLang="ja-JP" sz="1800" dirty="0"/>
                        <a:t>MA</a:t>
                      </a:r>
                      <a:endParaRPr kumimoji="1" lang="ja-JP" altLang="en-US" sz="1800" dirty="0"/>
                    </a:p>
                  </a:txBody>
                  <a:tcPr/>
                </a:tc>
                <a:tc>
                  <a:txBody>
                    <a:bodyPr/>
                    <a:lstStyle/>
                    <a:p>
                      <a:pPr algn="ctr"/>
                      <a:r>
                        <a:rPr kumimoji="1" lang="en-US" altLang="ja-JP" sz="1800" dirty="0"/>
                        <a:t>MNV</a:t>
                      </a:r>
                    </a:p>
                  </a:txBody>
                  <a:tcPr/>
                </a:tc>
                <a:tc>
                  <a:txBody>
                    <a:bodyPr/>
                    <a:lstStyle/>
                    <a:p>
                      <a:pPr algn="ctr"/>
                      <a:r>
                        <a:rPr kumimoji="1" lang="en-US" altLang="ja-JP" sz="1800" dirty="0"/>
                        <a:t>DRUSEN</a:t>
                      </a:r>
                      <a:endParaRPr kumimoji="1" lang="ja-JP" altLang="en-US" sz="1800" dirty="0"/>
                    </a:p>
                  </a:txBody>
                  <a:tcPr/>
                </a:tc>
                <a:tc>
                  <a:txBody>
                    <a:bodyPr/>
                    <a:lstStyle/>
                    <a:p>
                      <a:pPr algn="ctr"/>
                      <a:r>
                        <a:rPr kumimoji="1" lang="en-US" altLang="ja-JP" sz="1800"/>
                        <a:t>NORMAL</a:t>
                      </a:r>
                      <a:endParaRPr kumimoji="1" lang="ja-JP" altLang="en-US" sz="1800"/>
                    </a:p>
                  </a:txBody>
                  <a:tcPr/>
                </a:tc>
                <a:extLst>
                  <a:ext uri="{0D108BD9-81ED-4DB2-BD59-A6C34878D82A}">
                    <a16:rowId xmlns:a16="http://schemas.microsoft.com/office/drawing/2014/main" val="185511479"/>
                  </a:ext>
                </a:extLst>
              </a:tr>
              <a:tr h="536642">
                <a:tc>
                  <a:txBody>
                    <a:bodyPr/>
                    <a:lstStyle/>
                    <a:p>
                      <a:pPr algn="ctr"/>
                      <a:r>
                        <a:rPr kumimoji="1" lang="en-US" altLang="ja-JP" sz="1800" dirty="0">
                          <a:latin typeface="ＭＳ Ｐゴシック" panose="020B0600070205080204" pitchFamily="50" charset="-128"/>
                          <a:ea typeface="ＭＳ Ｐゴシック" panose="020B0600070205080204" pitchFamily="50" charset="-128"/>
                        </a:rPr>
                        <a:t>ROC-AUC</a:t>
                      </a:r>
                      <a:endParaRPr kumimoji="1" lang="ja-JP" altLang="en-US" sz="1800"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sz="1800" dirty="0">
                          <a:latin typeface="ＭＳ Ｐゴシック" panose="020B0600070205080204" pitchFamily="50" charset="-128"/>
                          <a:ea typeface="ＭＳ Ｐゴシック" panose="020B0600070205080204" pitchFamily="50" charset="-128"/>
                        </a:rPr>
                        <a:t>0.96</a:t>
                      </a:r>
                      <a:endParaRPr kumimoji="1" lang="ja-JP" altLang="en-US" sz="1800"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sz="1800" dirty="0">
                          <a:latin typeface="ＭＳ Ｐゴシック" panose="020B0600070205080204" pitchFamily="50" charset="-128"/>
                          <a:ea typeface="ＭＳ Ｐゴシック" panose="020B0600070205080204" pitchFamily="50" charset="-128"/>
                        </a:rPr>
                        <a:t>0.97</a:t>
                      </a:r>
                      <a:endParaRPr kumimoji="1" lang="ja-JP" altLang="en-US" sz="1800"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sz="1800" dirty="0">
                          <a:solidFill>
                            <a:srgbClr val="FF0000"/>
                          </a:solidFill>
                          <a:latin typeface="ＭＳ Ｐゴシック" panose="020B0600070205080204" pitchFamily="50" charset="-128"/>
                          <a:ea typeface="ＭＳ Ｐゴシック" panose="020B0600070205080204" pitchFamily="50" charset="-128"/>
                        </a:rPr>
                        <a:t>0.86</a:t>
                      </a:r>
                      <a:endParaRPr kumimoji="1" lang="ja-JP" altLang="en-US" sz="1800" dirty="0">
                        <a:solidFill>
                          <a:srgbClr val="FF0000"/>
                        </a:solidFill>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sz="1800" dirty="0">
                          <a:latin typeface="ＭＳ Ｐゴシック" panose="020B0600070205080204" pitchFamily="50" charset="-128"/>
                          <a:ea typeface="ＭＳ Ｐゴシック" panose="020B0600070205080204" pitchFamily="50" charset="-128"/>
                        </a:rPr>
                        <a:t>0.96</a:t>
                      </a:r>
                      <a:endParaRPr kumimoji="1" lang="ja-JP" altLang="en-US" sz="1800" dirty="0">
                        <a:latin typeface="ＭＳ Ｐゴシック" panose="020B0600070205080204" pitchFamily="50" charset="-128"/>
                        <a:ea typeface="ＭＳ Ｐゴシック" panose="020B0600070205080204" pitchFamily="50" charset="-128"/>
                      </a:endParaRPr>
                    </a:p>
                  </a:txBody>
                  <a:tcPr/>
                </a:tc>
                <a:extLst>
                  <a:ext uri="{0D108BD9-81ED-4DB2-BD59-A6C34878D82A}">
                    <a16:rowId xmlns:a16="http://schemas.microsoft.com/office/drawing/2014/main" val="1327087986"/>
                  </a:ext>
                </a:extLst>
              </a:tr>
            </a:tbl>
          </a:graphicData>
        </a:graphic>
      </p:graphicFrame>
      <p:sp>
        <p:nvSpPr>
          <p:cNvPr id="7" name="テキスト ボックス 6">
            <a:extLst>
              <a:ext uri="{FF2B5EF4-FFF2-40B4-BE49-F238E27FC236}">
                <a16:creationId xmlns:a16="http://schemas.microsoft.com/office/drawing/2014/main" id="{7B74CD72-810B-51C7-076F-B2B7146DDA79}"/>
              </a:ext>
            </a:extLst>
          </p:cNvPr>
          <p:cNvSpPr txBox="1"/>
          <p:nvPr/>
        </p:nvSpPr>
        <p:spPr>
          <a:xfrm>
            <a:off x="577188" y="1601402"/>
            <a:ext cx="11371432" cy="461665"/>
          </a:xfrm>
          <a:prstGeom prst="rect">
            <a:avLst/>
          </a:prstGeom>
          <a:noFill/>
        </p:spPr>
        <p:txBody>
          <a:bodyPr wrap="square" rtlCol="0">
            <a:spAutoFit/>
          </a:bodyPr>
          <a:lstStyle/>
          <a:p>
            <a:pPr marL="342900" indent="-342900">
              <a:buFont typeface="Arial" panose="020B0604020202020204" pitchFamily="34" charset="0"/>
              <a:buChar char="•"/>
            </a:pPr>
            <a:r>
              <a:rPr lang="en-US" altLang="ja-JP" sz="2400" dirty="0">
                <a:latin typeface="ＭＳ Ｐゴシック" panose="020B0600070205080204" pitchFamily="50" charset="-128"/>
                <a:ea typeface="ＭＳ Ｐゴシック" panose="020B0600070205080204" pitchFamily="50" charset="-128"/>
              </a:rPr>
              <a:t>DRUSEN</a:t>
            </a:r>
            <a:r>
              <a:rPr lang="ja-JP" altLang="en-US" sz="2400" dirty="0">
                <a:latin typeface="ＭＳ Ｐゴシック" panose="020B0600070205080204" pitchFamily="50" charset="-128"/>
                <a:ea typeface="ＭＳ Ｐゴシック" panose="020B0600070205080204" pitchFamily="50" charset="-128"/>
              </a:rPr>
              <a:t>の存在の二値分類タスクの</a:t>
            </a:r>
            <a:r>
              <a:rPr lang="en-US" altLang="ja-JP" sz="2400" dirty="0">
                <a:latin typeface="ＭＳ Ｐゴシック" panose="020B0600070205080204" pitchFamily="50" charset="-128"/>
                <a:ea typeface="ＭＳ Ｐゴシック" panose="020B0600070205080204" pitchFamily="50" charset="-128"/>
              </a:rPr>
              <a:t>ROC-AUC</a:t>
            </a:r>
            <a:r>
              <a:rPr lang="ja-JP" altLang="en-US" sz="2400" dirty="0">
                <a:latin typeface="ＭＳ Ｐゴシック" panose="020B0600070205080204" pitchFamily="50" charset="-128"/>
                <a:ea typeface="ＭＳ Ｐゴシック" panose="020B0600070205080204" pitchFamily="50" charset="-128"/>
              </a:rPr>
              <a:t>がその他に比べて低かった</a:t>
            </a:r>
            <a:endParaRPr kumimoji="1" lang="en-US" altLang="ja-JP" sz="2400" dirty="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256652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結果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684663" y="554682"/>
            <a:ext cx="1025066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400" dirty="0">
                <a:latin typeface="ＭＳ Ｐゴシック" panose="020B0600070205080204" pitchFamily="50" charset="-128"/>
                <a:ea typeface="ＭＳ Ｐゴシック" panose="020B0600070205080204" pitchFamily="50" charset="-128"/>
              </a:rPr>
              <a:t>推論時の</a:t>
            </a:r>
            <a:r>
              <a:rPr lang="ja-JP" altLang="en-US" sz="2400" dirty="0">
                <a:latin typeface="ＭＳ Ｐゴシック" panose="020B0600070205080204" pitchFamily="50" charset="-128"/>
                <a:ea typeface="ＭＳ Ｐゴシック" panose="020B0600070205080204" pitchFamily="50" charset="-128"/>
              </a:rPr>
              <a:t>モンテカルロ</a:t>
            </a:r>
            <a:r>
              <a:rPr kumimoji="1" lang="ja-JP" altLang="en-US" sz="2400" dirty="0">
                <a:latin typeface="ＭＳ Ｐゴシック" panose="020B0600070205080204" pitchFamily="50" charset="-128"/>
                <a:ea typeface="ＭＳ Ｐゴシック" panose="020B0600070205080204" pitchFamily="50" charset="-128"/>
              </a:rPr>
              <a:t>ドロップアウトを使用した不確実性の評価</a:t>
            </a:r>
            <a:r>
              <a:rPr lang="ja-JP" altLang="en-US" sz="2400" dirty="0">
                <a:latin typeface="ＭＳ Ｐゴシック" panose="020B0600070205080204" pitchFamily="50" charset="-128"/>
                <a:ea typeface="ＭＳ Ｐゴシック" panose="020B0600070205080204" pitchFamily="50" charset="-128"/>
              </a:rPr>
              <a:t>の結果</a:t>
            </a:r>
            <a:endParaRPr kumimoji="1" 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 name="テキスト ボックス 12">
            <a:extLst>
              <a:ext uri="{FF2B5EF4-FFF2-40B4-BE49-F238E27FC236}">
                <a16:creationId xmlns:a16="http://schemas.microsoft.com/office/drawing/2014/main" id="{BE079C44-CB3A-D54B-9445-AB339B145D41}"/>
              </a:ext>
            </a:extLst>
          </p:cNvPr>
          <p:cNvSpPr txBox="1"/>
          <p:nvPr/>
        </p:nvSpPr>
        <p:spPr>
          <a:xfrm>
            <a:off x="742208" y="1645038"/>
            <a:ext cx="9964869" cy="2308324"/>
          </a:xfrm>
          <a:prstGeom prst="rect">
            <a:avLst/>
          </a:prstGeom>
          <a:noFill/>
        </p:spPr>
        <p:txBody>
          <a:bodyPr wrap="square">
            <a:spAutoFit/>
          </a:bodyPr>
          <a:lstStyle/>
          <a:p>
            <a:pPr marL="342900" indent="-342900">
              <a:buFont typeface="Arial" panose="020B0604020202020204" pitchFamily="34" charset="0"/>
              <a:buChar char="•"/>
            </a:pPr>
            <a:r>
              <a:rPr lang="ja-JP" altLang="en-US" sz="2400" dirty="0">
                <a:latin typeface="ＭＳ Ｐゴシック" panose="020B0600070205080204" pitchFamily="50" charset="-128"/>
                <a:ea typeface="ＭＳ Ｐゴシック" panose="020B0600070205080204" pitchFamily="50" charset="-128"/>
              </a:rPr>
              <a:t>真の予測では、すべてのバイオマーカーにおいて</a:t>
            </a:r>
            <a:r>
              <a:rPr lang="en-US" altLang="ja-JP" sz="2400" dirty="0" err="1">
                <a:latin typeface="ＭＳ Ｐゴシック" panose="020B0600070205080204" pitchFamily="50" charset="-128"/>
                <a:ea typeface="ＭＳ Ｐゴシック" panose="020B0600070205080204" pitchFamily="50" charset="-128"/>
              </a:rPr>
              <a:t>MoC</a:t>
            </a:r>
            <a:r>
              <a:rPr lang="ja-JP" altLang="en-US" sz="2400" dirty="0">
                <a:latin typeface="ＭＳ Ｐゴシック" panose="020B0600070205080204" pitchFamily="50" charset="-128"/>
                <a:ea typeface="ＭＳ Ｐゴシック" panose="020B0600070205080204" pitchFamily="50" charset="-128"/>
              </a:rPr>
              <a:t>が高い</a:t>
            </a:r>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400" dirty="0">
                <a:latin typeface="ＭＳ Ｐゴシック" panose="020B0600070205080204" pitchFamily="50" charset="-128"/>
                <a:ea typeface="ＭＳ Ｐゴシック" panose="020B0600070205080204" pitchFamily="50" charset="-128"/>
              </a:rPr>
              <a:t>間違った予測ではすべてのバイオマーカーにおいて</a:t>
            </a:r>
            <a:r>
              <a:rPr lang="en-US" altLang="ja-JP" sz="2400" dirty="0" err="1">
                <a:latin typeface="ＭＳ Ｐゴシック" panose="020B0600070205080204" pitchFamily="50" charset="-128"/>
                <a:ea typeface="ＭＳ Ｐゴシック" panose="020B0600070205080204" pitchFamily="50" charset="-128"/>
              </a:rPr>
              <a:t>MoC</a:t>
            </a:r>
            <a:r>
              <a:rPr lang="ja-JP" altLang="en-US" sz="2400" dirty="0">
                <a:latin typeface="ＭＳ Ｐゴシック" panose="020B0600070205080204" pitchFamily="50" charset="-128"/>
                <a:ea typeface="ＭＳ Ｐゴシック" panose="020B0600070205080204" pitchFamily="50" charset="-128"/>
              </a:rPr>
              <a:t>が低い</a:t>
            </a:r>
            <a:endParaRPr lang="en-US" altLang="ja-JP" sz="2400" dirty="0">
              <a:latin typeface="ＭＳ Ｐゴシック" panose="020B0600070205080204" pitchFamily="50" charset="-128"/>
              <a:ea typeface="ＭＳ Ｐゴシック" panose="020B0600070205080204" pitchFamily="50" charset="-128"/>
            </a:endParaRPr>
          </a:p>
          <a:p>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400" dirty="0">
                <a:latin typeface="ＭＳ Ｐゴシック" panose="020B0600070205080204" pitchFamily="50" charset="-128"/>
                <a:ea typeface="ＭＳ Ｐゴシック" panose="020B0600070205080204" pitchFamily="50" charset="-128"/>
              </a:rPr>
              <a:t>すべてのバイオマーカーで、真の予測と誤った予測の</a:t>
            </a:r>
            <a:r>
              <a:rPr lang="en-US" altLang="ja-JP" sz="2400" dirty="0" err="1">
                <a:latin typeface="ＭＳ Ｐゴシック" panose="020B0600070205080204" pitchFamily="50" charset="-128"/>
                <a:ea typeface="ＭＳ Ｐゴシック" panose="020B0600070205080204" pitchFamily="50" charset="-128"/>
              </a:rPr>
              <a:t>MoC</a:t>
            </a:r>
            <a:r>
              <a:rPr lang="ja-JP" altLang="en-US" sz="2400" dirty="0">
                <a:latin typeface="ＭＳ Ｐゴシック" panose="020B0600070205080204" pitchFamily="50" charset="-128"/>
                <a:ea typeface="ＭＳ Ｐゴシック" panose="020B0600070205080204" pitchFamily="50" charset="-128"/>
              </a:rPr>
              <a:t>間に有意差あり</a:t>
            </a:r>
          </a:p>
          <a:p>
            <a:pPr marL="342900" indent="-342900">
              <a:buFont typeface="Arial" panose="020B0604020202020204" pitchFamily="34" charset="0"/>
              <a:buChar char="•"/>
            </a:pPr>
            <a:endParaRPr lang="en-US" altLang="ja-JP" sz="2400" dirty="0">
              <a:latin typeface="ＭＳ Ｐゴシック" panose="020B0600070205080204" pitchFamily="50" charset="-128"/>
              <a:ea typeface="ＭＳ Ｐゴシック" panose="020B0600070205080204" pitchFamily="50" charset="-128"/>
            </a:endParaRPr>
          </a:p>
        </p:txBody>
      </p:sp>
      <p:grpSp>
        <p:nvGrpSpPr>
          <p:cNvPr id="18" name="グループ化 17">
            <a:extLst>
              <a:ext uri="{FF2B5EF4-FFF2-40B4-BE49-F238E27FC236}">
                <a16:creationId xmlns:a16="http://schemas.microsoft.com/office/drawing/2014/main" id="{D78F446C-2C47-CAC5-49BC-83B6B8AC6D65}"/>
              </a:ext>
            </a:extLst>
          </p:cNvPr>
          <p:cNvGrpSpPr/>
          <p:nvPr/>
        </p:nvGrpSpPr>
        <p:grpSpPr>
          <a:xfrm>
            <a:off x="367736" y="4222028"/>
            <a:ext cx="11253477" cy="2465672"/>
            <a:chOff x="120315" y="2870486"/>
            <a:chExt cx="11694695" cy="2579948"/>
          </a:xfrm>
        </p:grpSpPr>
        <p:pic>
          <p:nvPicPr>
            <p:cNvPr id="6" name="図 5">
              <a:extLst>
                <a:ext uri="{FF2B5EF4-FFF2-40B4-BE49-F238E27FC236}">
                  <a16:creationId xmlns:a16="http://schemas.microsoft.com/office/drawing/2014/main" id="{8B7D9F46-41DB-CFA0-54D9-BF6A3B5AF94F}"/>
                </a:ext>
              </a:extLst>
            </p:cNvPr>
            <p:cNvPicPr>
              <a:picLocks noChangeAspect="1"/>
            </p:cNvPicPr>
            <p:nvPr/>
          </p:nvPicPr>
          <p:blipFill rotWithShape="1">
            <a:blip r:embed="rId3"/>
            <a:srcRect l="-1" t="7032" r="4079" b="1953"/>
            <a:stretch/>
          </p:blipFill>
          <p:spPr>
            <a:xfrm>
              <a:off x="120315" y="2870486"/>
              <a:ext cx="11694695" cy="2108380"/>
            </a:xfrm>
            <a:prstGeom prst="rect">
              <a:avLst/>
            </a:prstGeom>
          </p:spPr>
        </p:pic>
        <p:sp>
          <p:nvSpPr>
            <p:cNvPr id="15" name="テキスト ボックス 14">
              <a:extLst>
                <a:ext uri="{FF2B5EF4-FFF2-40B4-BE49-F238E27FC236}">
                  <a16:creationId xmlns:a16="http://schemas.microsoft.com/office/drawing/2014/main" id="{EBB98E8B-6218-39F2-F026-68B0463E8C69}"/>
                </a:ext>
              </a:extLst>
            </p:cNvPr>
            <p:cNvSpPr txBox="1"/>
            <p:nvPr/>
          </p:nvSpPr>
          <p:spPr>
            <a:xfrm>
              <a:off x="7543314" y="4967372"/>
              <a:ext cx="4271696" cy="483062"/>
            </a:xfrm>
            <a:prstGeom prst="rect">
              <a:avLst/>
            </a:prstGeom>
            <a:noFill/>
          </p:spPr>
          <p:txBody>
            <a:bodyPr wrap="square">
              <a:spAutoFit/>
            </a:bodyPr>
            <a:lstStyle/>
            <a:p>
              <a:r>
                <a:rPr lang="en-US" altLang="ja-JP" sz="2400">
                  <a:latin typeface="ＭＳ Ｐゴシック" panose="020B0600070205080204" pitchFamily="50" charset="-128"/>
                  <a:ea typeface="ＭＳ Ｐゴシック" panose="020B0600070205080204" pitchFamily="50" charset="-128"/>
                </a:rPr>
                <a:t>**</a:t>
              </a:r>
              <a:r>
                <a:rPr lang="ja-JP" altLang="en-US" sz="2400">
                  <a:latin typeface="ＭＳ Ｐゴシック" panose="020B0600070205080204" pitchFamily="50" charset="-128"/>
                  <a:ea typeface="ＭＳ Ｐゴシック" panose="020B0600070205080204" pitchFamily="50" charset="-128"/>
                </a:rPr>
                <a:t>（</a:t>
              </a:r>
              <a:r>
                <a:rPr lang="en-US" altLang="ja-JP" sz="2400">
                  <a:latin typeface="ＭＳ Ｐゴシック" panose="020B0600070205080204" pitchFamily="50" charset="-128"/>
                  <a:ea typeface="ＭＳ Ｐゴシック" panose="020B0600070205080204" pitchFamily="50" charset="-128"/>
                </a:rPr>
                <a:t>p &lt; 0.01</a:t>
              </a:r>
              <a:r>
                <a:rPr lang="ja-JP" altLang="en-US" sz="2400">
                  <a:latin typeface="ＭＳ Ｐゴシック" panose="020B0600070205080204" pitchFamily="50" charset="-128"/>
                  <a:ea typeface="ＭＳ Ｐゴシック" panose="020B0600070205080204" pitchFamily="50" charset="-128"/>
                </a:rPr>
                <a:t>）</a:t>
              </a:r>
              <a:r>
                <a:rPr lang="en-US" altLang="ja-JP" sz="2400">
                  <a:latin typeface="ＭＳ Ｐゴシック" panose="020B0600070205080204" pitchFamily="50" charset="-128"/>
                  <a:ea typeface="ＭＳ Ｐゴシック" panose="020B0600070205080204" pitchFamily="50" charset="-128"/>
                </a:rPr>
                <a:t>,****</a:t>
              </a:r>
              <a:r>
                <a:rPr lang="ja-JP" altLang="en-US" sz="2400">
                  <a:latin typeface="ＭＳ Ｐゴシック" panose="020B0600070205080204" pitchFamily="50" charset="-128"/>
                  <a:ea typeface="ＭＳ Ｐゴシック" panose="020B0600070205080204" pitchFamily="50" charset="-128"/>
                </a:rPr>
                <a:t>（</a:t>
              </a:r>
              <a:r>
                <a:rPr lang="en-US" altLang="ja-JP" sz="2400">
                  <a:latin typeface="ＭＳ Ｐゴシック" panose="020B0600070205080204" pitchFamily="50" charset="-128"/>
                  <a:ea typeface="ＭＳ Ｐゴシック" panose="020B0600070205080204" pitchFamily="50" charset="-128"/>
                </a:rPr>
                <a:t>p &lt; 0.0001</a:t>
              </a:r>
              <a:r>
                <a:rPr lang="ja-JP" altLang="en-US" sz="2400">
                  <a:latin typeface="ＭＳ Ｐゴシック" panose="020B0600070205080204" pitchFamily="50" charset="-128"/>
                  <a:ea typeface="ＭＳ Ｐゴシック" panose="020B0600070205080204" pitchFamily="50" charset="-128"/>
                </a:rPr>
                <a:t>）</a:t>
              </a:r>
              <a:endParaRPr lang="en-US" altLang="ja-JP" sz="2400">
                <a:latin typeface="ＭＳ Ｐゴシック" panose="020B0600070205080204" pitchFamily="50" charset="-128"/>
                <a:ea typeface="ＭＳ Ｐゴシック" panose="020B0600070205080204" pitchFamily="50" charset="-128"/>
              </a:endParaRPr>
            </a:p>
          </p:txBody>
        </p:sp>
      </p:grpSp>
    </p:spTree>
    <p:extLst>
      <p:ext uri="{BB962C8B-B14F-4D97-AF65-F5344CB8AC3E}">
        <p14:creationId xmlns:p14="http://schemas.microsoft.com/office/powerpoint/2010/main" val="460542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DBE35-2848-ACCB-41FC-35AFFE61DE01}"/>
              </a:ext>
            </a:extLst>
          </p:cNvPr>
          <p:cNvSpPr txBox="1">
            <a:spLocks/>
          </p:cNvSpPr>
          <p:nvPr/>
        </p:nvSpPr>
        <p:spPr>
          <a:xfrm>
            <a:off x="377408" y="619989"/>
            <a:ext cx="125888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目次</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6" name="テキスト ボックス 5">
            <a:extLst>
              <a:ext uri="{FF2B5EF4-FFF2-40B4-BE49-F238E27FC236}">
                <a16:creationId xmlns:a16="http://schemas.microsoft.com/office/drawing/2014/main" id="{7A520933-353C-8F0F-99F7-9A7314CB4844}"/>
              </a:ext>
            </a:extLst>
          </p:cNvPr>
          <p:cNvSpPr txBox="1"/>
          <p:nvPr/>
        </p:nvSpPr>
        <p:spPr>
          <a:xfrm>
            <a:off x="879409" y="1213438"/>
            <a:ext cx="10163675" cy="954107"/>
          </a:xfrm>
          <a:prstGeom prst="rect">
            <a:avLst/>
          </a:prstGeom>
          <a:noFill/>
        </p:spPr>
        <p:txBody>
          <a:bodyPr wrap="square">
            <a:spAutoFit/>
          </a:bodyPr>
          <a:lstStyle/>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7" name="テキスト ボックス 6">
            <a:extLst>
              <a:ext uri="{FF2B5EF4-FFF2-40B4-BE49-F238E27FC236}">
                <a16:creationId xmlns:a16="http://schemas.microsoft.com/office/drawing/2014/main" id="{0B57D940-6EED-99AC-0129-790C6E0F41D9}"/>
              </a:ext>
            </a:extLst>
          </p:cNvPr>
          <p:cNvSpPr txBox="1"/>
          <p:nvPr/>
        </p:nvSpPr>
        <p:spPr>
          <a:xfrm>
            <a:off x="879409" y="1479518"/>
            <a:ext cx="10163675" cy="5262979"/>
          </a:xfrm>
          <a:prstGeom prst="rect">
            <a:avLst/>
          </a:prstGeom>
          <a:noFill/>
        </p:spPr>
        <p:txBody>
          <a:bodyPr wrap="square">
            <a:spAutoFit/>
          </a:bodyPr>
          <a:lstStyle/>
          <a:p>
            <a:pPr marL="514350" indent="-514350">
              <a:buFont typeface="+mj-lt"/>
              <a:buAutoNum type="arabicPeriod"/>
            </a:pPr>
            <a:r>
              <a:rPr lang="ja-JP" altLang="en-US"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二段階のディープラーニングアプローチの構築</a:t>
            </a: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r>
              <a:rPr lang="ja-JP" altLang="en-US"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二段階のディープラーニングアプローチの評価</a:t>
            </a: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r>
              <a:rPr lang="ja-JP" altLang="en-US" sz="2800">
                <a:latin typeface="ＭＳ Ｐゴシック" panose="020B0600070205080204" pitchFamily="50" charset="-128"/>
                <a:ea typeface="ＭＳ Ｐゴシック" panose="020B0600070205080204" pitchFamily="50" charset="-128"/>
                <a:cs typeface="Arial" panose="020B0604020202020204" pitchFamily="34" charset="0"/>
              </a:rPr>
              <a:t>その他のモデルとの比較</a:t>
            </a: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1428750" lvl="2" indent="-514350">
              <a:buFont typeface="+mj-lt"/>
              <a:buAutoNum type="arabicPeriod"/>
            </a:pPr>
            <a:r>
              <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3D-CNN</a:t>
            </a: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モデルとの比較</a:t>
            </a:r>
            <a:endPar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428750" lvl="2" indent="-514350">
              <a:buFont typeface="+mj-lt"/>
              <a:buAutoNum type="arabicPeriod"/>
            </a:pPr>
            <a:endPar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428750" lvl="2" indent="-514350">
              <a:buFont typeface="+mj-lt"/>
              <a:buAutoNum type="arabicPeriod"/>
            </a:pPr>
            <a:r>
              <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2D-CNN</a:t>
            </a:r>
            <a:r>
              <a:rPr kumimoji="1" lang="ja-JP" altLang="en-US"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モデルとの比較</a:t>
            </a:r>
            <a:endPar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971550" lvl="1"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971550" lvl="1"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p:txBody>
      </p:sp>
    </p:spTree>
    <p:extLst>
      <p:ext uri="{BB962C8B-B14F-4D97-AF65-F5344CB8AC3E}">
        <p14:creationId xmlns:p14="http://schemas.microsoft.com/office/powerpoint/2010/main" val="3588429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方法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732789" y="493534"/>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a:latin typeface="ＭＳ Ｐゴシック" panose="020B0600070205080204" pitchFamily="50" charset="-128"/>
                <a:ea typeface="ＭＳ Ｐゴシック" panose="020B0600070205080204" pitchFamily="50" charset="-128"/>
              </a:rPr>
              <a:t>3D-CNN</a:t>
            </a: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モデル</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について</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テキスト ボックス 2">
            <a:extLst>
              <a:ext uri="{FF2B5EF4-FFF2-40B4-BE49-F238E27FC236}">
                <a16:creationId xmlns:a16="http://schemas.microsoft.com/office/drawing/2014/main" id="{EDF9CEE2-0513-BF6A-A140-32ACC2305BCB}"/>
              </a:ext>
            </a:extLst>
          </p:cNvPr>
          <p:cNvSpPr txBox="1"/>
          <p:nvPr/>
        </p:nvSpPr>
        <p:spPr>
          <a:xfrm>
            <a:off x="595283" y="1645885"/>
            <a:ext cx="9378893" cy="830997"/>
          </a:xfrm>
          <a:prstGeom prst="rect">
            <a:avLst/>
          </a:prstGeom>
          <a:noFill/>
        </p:spPr>
        <p:txBody>
          <a:bodyPr wrap="square" rtlCol="0">
            <a:spAutoFit/>
          </a:bodyPr>
          <a:lstStyle/>
          <a:p>
            <a:pPr marL="342900" indent="-342900">
              <a:buFont typeface="Arial" panose="020B0604020202020204" pitchFamily="34" charset="0"/>
              <a:buChar char="•"/>
            </a:pPr>
            <a:r>
              <a:rPr kumimoji="1" lang="en-US" altLang="ja-JP" sz="2400">
                <a:latin typeface="ＭＳ Ｐゴシック" panose="020B0600070205080204" pitchFamily="50" charset="-128"/>
                <a:ea typeface="ＭＳ Ｐゴシック" panose="020B0600070205080204" pitchFamily="50" charset="-128"/>
              </a:rPr>
              <a:t>ResNet3D</a:t>
            </a:r>
            <a:r>
              <a:rPr kumimoji="1" lang="ja-JP" altLang="en-US" sz="2400">
                <a:latin typeface="ＭＳ Ｐゴシック" panose="020B0600070205080204" pitchFamily="50" charset="-128"/>
                <a:ea typeface="ＭＳ Ｐゴシック" panose="020B0600070205080204" pitchFamily="50" charset="-128"/>
              </a:rPr>
              <a:t>：</a:t>
            </a:r>
            <a:r>
              <a:rPr kumimoji="1" lang="en-US" altLang="ja-JP" sz="2400">
                <a:latin typeface="ＭＳ Ｐゴシック" panose="020B0600070205080204" pitchFamily="50" charset="-128"/>
                <a:ea typeface="ＭＳ Ｐゴシック" panose="020B0600070205080204" pitchFamily="50" charset="-128"/>
              </a:rPr>
              <a:t>3D</a:t>
            </a:r>
            <a:r>
              <a:rPr kumimoji="1" lang="ja-JP" altLang="en-US" sz="2400">
                <a:latin typeface="ＭＳ Ｐゴシック" panose="020B0600070205080204" pitchFamily="50" charset="-128"/>
                <a:ea typeface="ＭＳ Ｐゴシック" panose="020B0600070205080204" pitchFamily="50" charset="-128"/>
              </a:rPr>
              <a:t>畳み込みニューラルネットワーク（</a:t>
            </a:r>
            <a:r>
              <a:rPr kumimoji="1" lang="en-US" altLang="ja-JP" sz="2400">
                <a:latin typeface="ＭＳ Ｐゴシック" panose="020B0600070205080204" pitchFamily="50" charset="-128"/>
                <a:ea typeface="ＭＳ Ｐゴシック" panose="020B0600070205080204" pitchFamily="50" charset="-128"/>
              </a:rPr>
              <a:t>3D-CNN</a:t>
            </a:r>
            <a:r>
              <a:rPr kumimoji="1" lang="ja-JP" altLang="en-US" sz="2400">
                <a:latin typeface="ＭＳ Ｐゴシック" panose="020B0600070205080204" pitchFamily="50" charset="-128"/>
                <a:ea typeface="ＭＳ Ｐゴシック" panose="020B0600070205080204" pitchFamily="50" charset="-128"/>
              </a:rPr>
              <a:t>）を使用したモデルであり、主に</a:t>
            </a:r>
            <a:r>
              <a:rPr kumimoji="1" lang="en-US" altLang="ja-JP" sz="2400">
                <a:latin typeface="ＭＳ Ｐゴシック" panose="020B0600070205080204" pitchFamily="50" charset="-128"/>
                <a:ea typeface="ＭＳ Ｐゴシック" panose="020B0600070205080204" pitchFamily="50" charset="-128"/>
              </a:rPr>
              <a:t>3</a:t>
            </a:r>
            <a:r>
              <a:rPr kumimoji="1" lang="ja-JP" altLang="en-US" sz="2400">
                <a:latin typeface="ＭＳ Ｐゴシック" panose="020B0600070205080204" pitchFamily="50" charset="-128"/>
                <a:ea typeface="ＭＳ Ｐゴシック" panose="020B0600070205080204" pitchFamily="50" charset="-128"/>
              </a:rPr>
              <a:t>次元データの処理に特化</a:t>
            </a:r>
            <a:endParaRPr kumimoji="1" lang="en-US" altLang="ja-JP" sz="2400">
              <a:latin typeface="ＭＳ Ｐゴシック" panose="020B0600070205080204" pitchFamily="50" charset="-128"/>
              <a:ea typeface="ＭＳ Ｐゴシック" panose="020B0600070205080204" pitchFamily="50" charset="-128"/>
            </a:endParaRPr>
          </a:p>
        </p:txBody>
      </p:sp>
      <p:sp>
        <p:nvSpPr>
          <p:cNvPr id="6" name="テキスト ボックス 5">
            <a:extLst>
              <a:ext uri="{FF2B5EF4-FFF2-40B4-BE49-F238E27FC236}">
                <a16:creationId xmlns:a16="http://schemas.microsoft.com/office/drawing/2014/main" id="{3480E856-5378-698F-CDA5-9763558B00DE}"/>
              </a:ext>
            </a:extLst>
          </p:cNvPr>
          <p:cNvSpPr txBox="1"/>
          <p:nvPr/>
        </p:nvSpPr>
        <p:spPr>
          <a:xfrm>
            <a:off x="595283" y="4500458"/>
            <a:ext cx="9809106" cy="461665"/>
          </a:xfrm>
          <a:prstGeom prst="rect">
            <a:avLst/>
          </a:prstGeom>
          <a:noFill/>
        </p:spPr>
        <p:txBody>
          <a:bodyPr wrap="square" rtlCol="0">
            <a:spAutoFit/>
          </a:bodyPr>
          <a:lstStyle/>
          <a:p>
            <a:pPr marL="342900" indent="-342900">
              <a:buFont typeface="Arial" panose="020B0604020202020204" pitchFamily="34" charset="0"/>
              <a:buChar char="•"/>
            </a:pPr>
            <a:r>
              <a:rPr kumimoji="1" lang="en-US" altLang="ja-JP" sz="2400">
                <a:latin typeface="ＭＳ Ｐゴシック" panose="020B0600070205080204" pitchFamily="50" charset="-128"/>
                <a:ea typeface="ＭＳ Ｐゴシック" panose="020B0600070205080204" pitchFamily="50" charset="-128"/>
              </a:rPr>
              <a:t>ResNet3D</a:t>
            </a:r>
            <a:r>
              <a:rPr lang="en-US" altLang="ja-JP" sz="2400">
                <a:latin typeface="ＭＳ Ｐゴシック" panose="020B0600070205080204" pitchFamily="50" charset="-128"/>
                <a:ea typeface="ＭＳ Ｐゴシック" panose="020B0600070205080204" pitchFamily="50" charset="-128"/>
              </a:rPr>
              <a:t>Navie:ResNet3D</a:t>
            </a:r>
            <a:r>
              <a:rPr lang="ja-JP" altLang="en-US" sz="2400">
                <a:latin typeface="ＭＳ Ｐゴシック" panose="020B0600070205080204" pitchFamily="50" charset="-128"/>
                <a:ea typeface="ＭＳ Ｐゴシック" panose="020B0600070205080204" pitchFamily="50" charset="-128"/>
              </a:rPr>
              <a:t>の簡略化版</a:t>
            </a:r>
            <a:endParaRPr lang="en-US" altLang="ja-JP" sz="2400">
              <a:latin typeface="ＭＳ Ｐゴシック" panose="020B0600070205080204" pitchFamily="50" charset="-128"/>
              <a:ea typeface="ＭＳ Ｐゴシック" panose="020B0600070205080204" pitchFamily="50" charset="-128"/>
            </a:endParaRPr>
          </a:p>
        </p:txBody>
      </p:sp>
      <p:grpSp>
        <p:nvGrpSpPr>
          <p:cNvPr id="17" name="グループ化 16">
            <a:extLst>
              <a:ext uri="{FF2B5EF4-FFF2-40B4-BE49-F238E27FC236}">
                <a16:creationId xmlns:a16="http://schemas.microsoft.com/office/drawing/2014/main" id="{6872353A-4FD1-7476-0B11-58745C4B955F}"/>
              </a:ext>
            </a:extLst>
          </p:cNvPr>
          <p:cNvGrpSpPr/>
          <p:nvPr/>
        </p:nvGrpSpPr>
        <p:grpSpPr>
          <a:xfrm>
            <a:off x="1483228" y="2928464"/>
            <a:ext cx="1802145" cy="1027192"/>
            <a:chOff x="2372813" y="4389455"/>
            <a:chExt cx="3301566" cy="2148200"/>
          </a:xfrm>
        </p:grpSpPr>
        <p:pic>
          <p:nvPicPr>
            <p:cNvPr id="7" name="図 6">
              <a:extLst>
                <a:ext uri="{FF2B5EF4-FFF2-40B4-BE49-F238E27FC236}">
                  <a16:creationId xmlns:a16="http://schemas.microsoft.com/office/drawing/2014/main" id="{2CA342A0-F26B-FB78-02BA-1B51AC1949D2}"/>
                </a:ext>
              </a:extLst>
            </p:cNvPr>
            <p:cNvPicPr>
              <a:picLocks noChangeAspect="1"/>
            </p:cNvPicPr>
            <p:nvPr/>
          </p:nvPicPr>
          <p:blipFill>
            <a:blip r:embed="rId3"/>
            <a:stretch>
              <a:fillRect/>
            </a:stretch>
          </p:blipFill>
          <p:spPr>
            <a:xfrm>
              <a:off x="2372813" y="4389455"/>
              <a:ext cx="1929966" cy="776600"/>
            </a:xfrm>
            <a:prstGeom prst="rect">
              <a:avLst/>
            </a:prstGeom>
          </p:spPr>
        </p:pic>
        <p:pic>
          <p:nvPicPr>
            <p:cNvPr id="8" name="図 7">
              <a:extLst>
                <a:ext uri="{FF2B5EF4-FFF2-40B4-BE49-F238E27FC236}">
                  <a16:creationId xmlns:a16="http://schemas.microsoft.com/office/drawing/2014/main" id="{F8511493-CC1E-DE3C-8EFC-7CA567BC7CC3}"/>
                </a:ext>
              </a:extLst>
            </p:cNvPr>
            <p:cNvPicPr>
              <a:picLocks noChangeAspect="1"/>
            </p:cNvPicPr>
            <p:nvPr/>
          </p:nvPicPr>
          <p:blipFill>
            <a:blip r:embed="rId3"/>
            <a:stretch>
              <a:fillRect/>
            </a:stretch>
          </p:blipFill>
          <p:spPr>
            <a:xfrm>
              <a:off x="2525213" y="4541855"/>
              <a:ext cx="1929966" cy="776600"/>
            </a:xfrm>
            <a:prstGeom prst="rect">
              <a:avLst/>
            </a:prstGeom>
          </p:spPr>
        </p:pic>
        <p:pic>
          <p:nvPicPr>
            <p:cNvPr id="9" name="図 8">
              <a:extLst>
                <a:ext uri="{FF2B5EF4-FFF2-40B4-BE49-F238E27FC236}">
                  <a16:creationId xmlns:a16="http://schemas.microsoft.com/office/drawing/2014/main" id="{C1402F9D-B951-81EF-0585-66622AF4676A}"/>
                </a:ext>
              </a:extLst>
            </p:cNvPr>
            <p:cNvPicPr>
              <a:picLocks noChangeAspect="1"/>
            </p:cNvPicPr>
            <p:nvPr/>
          </p:nvPicPr>
          <p:blipFill>
            <a:blip r:embed="rId3"/>
            <a:stretch>
              <a:fillRect/>
            </a:stretch>
          </p:blipFill>
          <p:spPr>
            <a:xfrm>
              <a:off x="2677613" y="4694255"/>
              <a:ext cx="1929966" cy="776600"/>
            </a:xfrm>
            <a:prstGeom prst="rect">
              <a:avLst/>
            </a:prstGeom>
          </p:spPr>
        </p:pic>
        <p:pic>
          <p:nvPicPr>
            <p:cNvPr id="10" name="図 9">
              <a:extLst>
                <a:ext uri="{FF2B5EF4-FFF2-40B4-BE49-F238E27FC236}">
                  <a16:creationId xmlns:a16="http://schemas.microsoft.com/office/drawing/2014/main" id="{DCFEA42B-9236-B0AA-7A7E-B7A205AD464B}"/>
                </a:ext>
              </a:extLst>
            </p:cNvPr>
            <p:cNvPicPr>
              <a:picLocks noChangeAspect="1"/>
            </p:cNvPicPr>
            <p:nvPr/>
          </p:nvPicPr>
          <p:blipFill>
            <a:blip r:embed="rId3"/>
            <a:stretch>
              <a:fillRect/>
            </a:stretch>
          </p:blipFill>
          <p:spPr>
            <a:xfrm>
              <a:off x="2830013" y="4846655"/>
              <a:ext cx="1929966" cy="776600"/>
            </a:xfrm>
            <a:prstGeom prst="rect">
              <a:avLst/>
            </a:prstGeom>
          </p:spPr>
        </p:pic>
        <p:pic>
          <p:nvPicPr>
            <p:cNvPr id="11" name="図 10">
              <a:extLst>
                <a:ext uri="{FF2B5EF4-FFF2-40B4-BE49-F238E27FC236}">
                  <a16:creationId xmlns:a16="http://schemas.microsoft.com/office/drawing/2014/main" id="{C966527E-8E14-67EE-FA87-6F6C20CE2C79}"/>
                </a:ext>
              </a:extLst>
            </p:cNvPr>
            <p:cNvPicPr>
              <a:picLocks noChangeAspect="1"/>
            </p:cNvPicPr>
            <p:nvPr/>
          </p:nvPicPr>
          <p:blipFill>
            <a:blip r:embed="rId3"/>
            <a:stretch>
              <a:fillRect/>
            </a:stretch>
          </p:blipFill>
          <p:spPr>
            <a:xfrm>
              <a:off x="2982413" y="4999055"/>
              <a:ext cx="1929966" cy="776600"/>
            </a:xfrm>
            <a:prstGeom prst="rect">
              <a:avLst/>
            </a:prstGeom>
          </p:spPr>
        </p:pic>
        <p:pic>
          <p:nvPicPr>
            <p:cNvPr id="12" name="図 11">
              <a:extLst>
                <a:ext uri="{FF2B5EF4-FFF2-40B4-BE49-F238E27FC236}">
                  <a16:creationId xmlns:a16="http://schemas.microsoft.com/office/drawing/2014/main" id="{03B59882-EA9D-2876-A936-79C7B87A10DF}"/>
                </a:ext>
              </a:extLst>
            </p:cNvPr>
            <p:cNvPicPr>
              <a:picLocks noChangeAspect="1"/>
            </p:cNvPicPr>
            <p:nvPr/>
          </p:nvPicPr>
          <p:blipFill>
            <a:blip r:embed="rId3"/>
            <a:stretch>
              <a:fillRect/>
            </a:stretch>
          </p:blipFill>
          <p:spPr>
            <a:xfrm>
              <a:off x="3134813" y="5151455"/>
              <a:ext cx="1929966" cy="776600"/>
            </a:xfrm>
            <a:prstGeom prst="rect">
              <a:avLst/>
            </a:prstGeom>
          </p:spPr>
        </p:pic>
        <p:pic>
          <p:nvPicPr>
            <p:cNvPr id="13" name="図 12">
              <a:extLst>
                <a:ext uri="{FF2B5EF4-FFF2-40B4-BE49-F238E27FC236}">
                  <a16:creationId xmlns:a16="http://schemas.microsoft.com/office/drawing/2014/main" id="{015ECBC2-E128-7D04-4856-2DF039BB7186}"/>
                </a:ext>
              </a:extLst>
            </p:cNvPr>
            <p:cNvPicPr>
              <a:picLocks noChangeAspect="1"/>
            </p:cNvPicPr>
            <p:nvPr/>
          </p:nvPicPr>
          <p:blipFill>
            <a:blip r:embed="rId3"/>
            <a:stretch>
              <a:fillRect/>
            </a:stretch>
          </p:blipFill>
          <p:spPr>
            <a:xfrm>
              <a:off x="3287213" y="5303855"/>
              <a:ext cx="1929966" cy="776600"/>
            </a:xfrm>
            <a:prstGeom prst="rect">
              <a:avLst/>
            </a:prstGeom>
          </p:spPr>
        </p:pic>
        <p:pic>
          <p:nvPicPr>
            <p:cNvPr id="14" name="図 13">
              <a:extLst>
                <a:ext uri="{FF2B5EF4-FFF2-40B4-BE49-F238E27FC236}">
                  <a16:creationId xmlns:a16="http://schemas.microsoft.com/office/drawing/2014/main" id="{9CC0C2A7-8EC5-3589-EF26-7C27935755ED}"/>
                </a:ext>
              </a:extLst>
            </p:cNvPr>
            <p:cNvPicPr>
              <a:picLocks noChangeAspect="1"/>
            </p:cNvPicPr>
            <p:nvPr/>
          </p:nvPicPr>
          <p:blipFill>
            <a:blip r:embed="rId3"/>
            <a:stretch>
              <a:fillRect/>
            </a:stretch>
          </p:blipFill>
          <p:spPr>
            <a:xfrm>
              <a:off x="3439613" y="5456255"/>
              <a:ext cx="1929966" cy="776600"/>
            </a:xfrm>
            <a:prstGeom prst="rect">
              <a:avLst/>
            </a:prstGeom>
          </p:spPr>
        </p:pic>
        <p:pic>
          <p:nvPicPr>
            <p:cNvPr id="15" name="図 14">
              <a:extLst>
                <a:ext uri="{FF2B5EF4-FFF2-40B4-BE49-F238E27FC236}">
                  <a16:creationId xmlns:a16="http://schemas.microsoft.com/office/drawing/2014/main" id="{1DA96E8E-4E41-163F-437A-07CC96AEE1D3}"/>
                </a:ext>
              </a:extLst>
            </p:cNvPr>
            <p:cNvPicPr>
              <a:picLocks noChangeAspect="1"/>
            </p:cNvPicPr>
            <p:nvPr/>
          </p:nvPicPr>
          <p:blipFill>
            <a:blip r:embed="rId3"/>
            <a:stretch>
              <a:fillRect/>
            </a:stretch>
          </p:blipFill>
          <p:spPr>
            <a:xfrm>
              <a:off x="3592013" y="5608655"/>
              <a:ext cx="1929966" cy="776600"/>
            </a:xfrm>
            <a:prstGeom prst="rect">
              <a:avLst/>
            </a:prstGeom>
          </p:spPr>
        </p:pic>
        <p:pic>
          <p:nvPicPr>
            <p:cNvPr id="16" name="図 15">
              <a:extLst>
                <a:ext uri="{FF2B5EF4-FFF2-40B4-BE49-F238E27FC236}">
                  <a16:creationId xmlns:a16="http://schemas.microsoft.com/office/drawing/2014/main" id="{7C883CE9-BAE7-0424-70AC-C9449534B319}"/>
                </a:ext>
              </a:extLst>
            </p:cNvPr>
            <p:cNvPicPr>
              <a:picLocks noChangeAspect="1"/>
            </p:cNvPicPr>
            <p:nvPr/>
          </p:nvPicPr>
          <p:blipFill>
            <a:blip r:embed="rId3"/>
            <a:stretch>
              <a:fillRect/>
            </a:stretch>
          </p:blipFill>
          <p:spPr>
            <a:xfrm>
              <a:off x="3744413" y="5761055"/>
              <a:ext cx="1929966" cy="776600"/>
            </a:xfrm>
            <a:prstGeom prst="rect">
              <a:avLst/>
            </a:prstGeom>
          </p:spPr>
        </p:pic>
      </p:grpSp>
      <p:pic>
        <p:nvPicPr>
          <p:cNvPr id="18" name="グラフィックス 17" descr="右矢印 単色塗りつぶし">
            <a:extLst>
              <a:ext uri="{FF2B5EF4-FFF2-40B4-BE49-F238E27FC236}">
                <a16:creationId xmlns:a16="http://schemas.microsoft.com/office/drawing/2014/main" id="{8CF3A5D1-FC83-067E-491E-24DE57B3154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01496" y="2996618"/>
            <a:ext cx="914400" cy="914400"/>
          </a:xfrm>
          <a:prstGeom prst="rect">
            <a:avLst/>
          </a:prstGeom>
        </p:spPr>
      </p:pic>
      <p:grpSp>
        <p:nvGrpSpPr>
          <p:cNvPr id="35" name="グループ化 34">
            <a:extLst>
              <a:ext uri="{FF2B5EF4-FFF2-40B4-BE49-F238E27FC236}">
                <a16:creationId xmlns:a16="http://schemas.microsoft.com/office/drawing/2014/main" id="{1B5BD8C0-5F10-9E33-61B6-396053884DDE}"/>
              </a:ext>
            </a:extLst>
          </p:cNvPr>
          <p:cNvGrpSpPr/>
          <p:nvPr/>
        </p:nvGrpSpPr>
        <p:grpSpPr>
          <a:xfrm>
            <a:off x="1566415" y="5652674"/>
            <a:ext cx="1802145" cy="1027192"/>
            <a:chOff x="1524820" y="5652670"/>
            <a:chExt cx="1802145" cy="1027192"/>
          </a:xfrm>
        </p:grpSpPr>
        <p:pic>
          <p:nvPicPr>
            <p:cNvPr id="21" name="図 20">
              <a:extLst>
                <a:ext uri="{FF2B5EF4-FFF2-40B4-BE49-F238E27FC236}">
                  <a16:creationId xmlns:a16="http://schemas.microsoft.com/office/drawing/2014/main" id="{C9FF6CC1-02B5-1FB7-6B1C-B285BA8B7586}"/>
                </a:ext>
              </a:extLst>
            </p:cNvPr>
            <p:cNvPicPr>
              <a:picLocks noChangeAspect="1"/>
            </p:cNvPicPr>
            <p:nvPr/>
          </p:nvPicPr>
          <p:blipFill>
            <a:blip r:embed="rId3"/>
            <a:stretch>
              <a:fillRect/>
            </a:stretch>
          </p:blipFill>
          <p:spPr>
            <a:xfrm>
              <a:off x="1524820" y="5652670"/>
              <a:ext cx="1053463" cy="371342"/>
            </a:xfrm>
            <a:prstGeom prst="rect">
              <a:avLst/>
            </a:prstGeom>
          </p:spPr>
        </p:pic>
        <p:pic>
          <p:nvPicPr>
            <p:cNvPr id="22" name="図 21">
              <a:extLst>
                <a:ext uri="{FF2B5EF4-FFF2-40B4-BE49-F238E27FC236}">
                  <a16:creationId xmlns:a16="http://schemas.microsoft.com/office/drawing/2014/main" id="{C7B1A9B1-AEFC-D47C-5563-5865F0571BC2}"/>
                </a:ext>
              </a:extLst>
            </p:cNvPr>
            <p:cNvPicPr>
              <a:picLocks noChangeAspect="1"/>
            </p:cNvPicPr>
            <p:nvPr/>
          </p:nvPicPr>
          <p:blipFill>
            <a:blip r:embed="rId3"/>
            <a:stretch>
              <a:fillRect/>
            </a:stretch>
          </p:blipFill>
          <p:spPr>
            <a:xfrm>
              <a:off x="1608007" y="5725542"/>
              <a:ext cx="1053463" cy="371342"/>
            </a:xfrm>
            <a:prstGeom prst="rect">
              <a:avLst/>
            </a:prstGeom>
          </p:spPr>
        </p:pic>
        <p:pic>
          <p:nvPicPr>
            <p:cNvPr id="23" name="図 22">
              <a:extLst>
                <a:ext uri="{FF2B5EF4-FFF2-40B4-BE49-F238E27FC236}">
                  <a16:creationId xmlns:a16="http://schemas.microsoft.com/office/drawing/2014/main" id="{76283895-5DE9-A6CA-D2C8-56184C23DBB6}"/>
                </a:ext>
              </a:extLst>
            </p:cNvPr>
            <p:cNvPicPr>
              <a:picLocks noChangeAspect="1"/>
            </p:cNvPicPr>
            <p:nvPr/>
          </p:nvPicPr>
          <p:blipFill>
            <a:blip r:embed="rId3"/>
            <a:stretch>
              <a:fillRect/>
            </a:stretch>
          </p:blipFill>
          <p:spPr>
            <a:xfrm>
              <a:off x="1691194" y="5798414"/>
              <a:ext cx="1053463" cy="371342"/>
            </a:xfrm>
            <a:prstGeom prst="rect">
              <a:avLst/>
            </a:prstGeom>
          </p:spPr>
        </p:pic>
        <p:pic>
          <p:nvPicPr>
            <p:cNvPr id="24" name="図 23">
              <a:extLst>
                <a:ext uri="{FF2B5EF4-FFF2-40B4-BE49-F238E27FC236}">
                  <a16:creationId xmlns:a16="http://schemas.microsoft.com/office/drawing/2014/main" id="{53D37597-902E-1B8B-1C32-E7966D905F31}"/>
                </a:ext>
              </a:extLst>
            </p:cNvPr>
            <p:cNvPicPr>
              <a:picLocks noChangeAspect="1"/>
            </p:cNvPicPr>
            <p:nvPr/>
          </p:nvPicPr>
          <p:blipFill>
            <a:blip r:embed="rId3"/>
            <a:stretch>
              <a:fillRect/>
            </a:stretch>
          </p:blipFill>
          <p:spPr>
            <a:xfrm>
              <a:off x="1774381" y="5871287"/>
              <a:ext cx="1053463" cy="371342"/>
            </a:xfrm>
            <a:prstGeom prst="rect">
              <a:avLst/>
            </a:prstGeom>
          </p:spPr>
        </p:pic>
        <p:pic>
          <p:nvPicPr>
            <p:cNvPr id="25" name="図 24">
              <a:extLst>
                <a:ext uri="{FF2B5EF4-FFF2-40B4-BE49-F238E27FC236}">
                  <a16:creationId xmlns:a16="http://schemas.microsoft.com/office/drawing/2014/main" id="{2683337F-768F-97D0-BDCD-F13835448DF6}"/>
                </a:ext>
              </a:extLst>
            </p:cNvPr>
            <p:cNvPicPr>
              <a:picLocks noChangeAspect="1"/>
            </p:cNvPicPr>
            <p:nvPr/>
          </p:nvPicPr>
          <p:blipFill>
            <a:blip r:embed="rId3"/>
            <a:stretch>
              <a:fillRect/>
            </a:stretch>
          </p:blipFill>
          <p:spPr>
            <a:xfrm>
              <a:off x="1857567" y="5944159"/>
              <a:ext cx="1053463" cy="371342"/>
            </a:xfrm>
            <a:prstGeom prst="rect">
              <a:avLst/>
            </a:prstGeom>
          </p:spPr>
        </p:pic>
        <p:pic>
          <p:nvPicPr>
            <p:cNvPr id="26" name="図 25">
              <a:extLst>
                <a:ext uri="{FF2B5EF4-FFF2-40B4-BE49-F238E27FC236}">
                  <a16:creationId xmlns:a16="http://schemas.microsoft.com/office/drawing/2014/main" id="{C0F5D63A-B4E1-0B7B-1C64-FCD71A483FE4}"/>
                </a:ext>
              </a:extLst>
            </p:cNvPr>
            <p:cNvPicPr>
              <a:picLocks noChangeAspect="1"/>
            </p:cNvPicPr>
            <p:nvPr/>
          </p:nvPicPr>
          <p:blipFill>
            <a:blip r:embed="rId3"/>
            <a:stretch>
              <a:fillRect/>
            </a:stretch>
          </p:blipFill>
          <p:spPr>
            <a:xfrm>
              <a:off x="1940754" y="6017031"/>
              <a:ext cx="1053463" cy="371342"/>
            </a:xfrm>
            <a:prstGeom prst="rect">
              <a:avLst/>
            </a:prstGeom>
          </p:spPr>
        </p:pic>
        <p:pic>
          <p:nvPicPr>
            <p:cNvPr id="27" name="図 26">
              <a:extLst>
                <a:ext uri="{FF2B5EF4-FFF2-40B4-BE49-F238E27FC236}">
                  <a16:creationId xmlns:a16="http://schemas.microsoft.com/office/drawing/2014/main" id="{4A1DCA8C-12C2-D821-7095-F31501F4517A}"/>
                </a:ext>
              </a:extLst>
            </p:cNvPr>
            <p:cNvPicPr>
              <a:picLocks noChangeAspect="1"/>
            </p:cNvPicPr>
            <p:nvPr/>
          </p:nvPicPr>
          <p:blipFill>
            <a:blip r:embed="rId3"/>
            <a:stretch>
              <a:fillRect/>
            </a:stretch>
          </p:blipFill>
          <p:spPr>
            <a:xfrm>
              <a:off x="2023941" y="6089903"/>
              <a:ext cx="1053463" cy="371342"/>
            </a:xfrm>
            <a:prstGeom prst="rect">
              <a:avLst/>
            </a:prstGeom>
          </p:spPr>
        </p:pic>
        <p:pic>
          <p:nvPicPr>
            <p:cNvPr id="28" name="図 27">
              <a:extLst>
                <a:ext uri="{FF2B5EF4-FFF2-40B4-BE49-F238E27FC236}">
                  <a16:creationId xmlns:a16="http://schemas.microsoft.com/office/drawing/2014/main" id="{6734E2B4-9BE2-1692-8AD1-3322CD7C0CFA}"/>
                </a:ext>
              </a:extLst>
            </p:cNvPr>
            <p:cNvPicPr>
              <a:picLocks noChangeAspect="1"/>
            </p:cNvPicPr>
            <p:nvPr/>
          </p:nvPicPr>
          <p:blipFill>
            <a:blip r:embed="rId3"/>
            <a:stretch>
              <a:fillRect/>
            </a:stretch>
          </p:blipFill>
          <p:spPr>
            <a:xfrm>
              <a:off x="2107128" y="6162775"/>
              <a:ext cx="1053463" cy="371342"/>
            </a:xfrm>
            <a:prstGeom prst="rect">
              <a:avLst/>
            </a:prstGeom>
          </p:spPr>
        </p:pic>
        <p:pic>
          <p:nvPicPr>
            <p:cNvPr id="29" name="図 28">
              <a:extLst>
                <a:ext uri="{FF2B5EF4-FFF2-40B4-BE49-F238E27FC236}">
                  <a16:creationId xmlns:a16="http://schemas.microsoft.com/office/drawing/2014/main" id="{05704D8F-01D8-5846-E3E7-1BC41C960A8A}"/>
                </a:ext>
              </a:extLst>
            </p:cNvPr>
            <p:cNvPicPr>
              <a:picLocks noChangeAspect="1"/>
            </p:cNvPicPr>
            <p:nvPr/>
          </p:nvPicPr>
          <p:blipFill>
            <a:blip r:embed="rId3"/>
            <a:stretch>
              <a:fillRect/>
            </a:stretch>
          </p:blipFill>
          <p:spPr>
            <a:xfrm>
              <a:off x="2190315" y="6235648"/>
              <a:ext cx="1053463" cy="371342"/>
            </a:xfrm>
            <a:prstGeom prst="rect">
              <a:avLst/>
            </a:prstGeom>
          </p:spPr>
        </p:pic>
        <p:pic>
          <p:nvPicPr>
            <p:cNvPr id="30" name="図 29">
              <a:extLst>
                <a:ext uri="{FF2B5EF4-FFF2-40B4-BE49-F238E27FC236}">
                  <a16:creationId xmlns:a16="http://schemas.microsoft.com/office/drawing/2014/main" id="{21C72ED0-7C66-16BC-0F74-13A12228D38A}"/>
                </a:ext>
              </a:extLst>
            </p:cNvPr>
            <p:cNvPicPr>
              <a:picLocks noChangeAspect="1"/>
            </p:cNvPicPr>
            <p:nvPr/>
          </p:nvPicPr>
          <p:blipFill>
            <a:blip r:embed="rId3"/>
            <a:stretch>
              <a:fillRect/>
            </a:stretch>
          </p:blipFill>
          <p:spPr>
            <a:xfrm>
              <a:off x="2273502" y="6308520"/>
              <a:ext cx="1053463" cy="371342"/>
            </a:xfrm>
            <a:prstGeom prst="rect">
              <a:avLst/>
            </a:prstGeom>
          </p:spPr>
        </p:pic>
      </p:grpSp>
      <p:pic>
        <p:nvPicPr>
          <p:cNvPr id="31" name="グラフィックス 30" descr="右矢印 単色塗りつぶし">
            <a:extLst>
              <a:ext uri="{FF2B5EF4-FFF2-40B4-BE49-F238E27FC236}">
                <a16:creationId xmlns:a16="http://schemas.microsoft.com/office/drawing/2014/main" id="{273FFBD9-7821-EFE9-EB2A-FC7C08C074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08351" y="5566816"/>
            <a:ext cx="914400" cy="914400"/>
          </a:xfrm>
          <a:prstGeom prst="rect">
            <a:avLst/>
          </a:prstGeom>
        </p:spPr>
      </p:pic>
      <p:sp>
        <p:nvSpPr>
          <p:cNvPr id="32" name="テキスト ボックス 31">
            <a:extLst>
              <a:ext uri="{FF2B5EF4-FFF2-40B4-BE49-F238E27FC236}">
                <a16:creationId xmlns:a16="http://schemas.microsoft.com/office/drawing/2014/main" id="{11D801FD-4756-E6DC-CEB0-828CE2BF66D9}"/>
              </a:ext>
            </a:extLst>
          </p:cNvPr>
          <p:cNvSpPr txBox="1"/>
          <p:nvPr/>
        </p:nvSpPr>
        <p:spPr>
          <a:xfrm>
            <a:off x="5348832" y="3211143"/>
            <a:ext cx="6007027" cy="461665"/>
          </a:xfrm>
          <a:prstGeom prst="rect">
            <a:avLst/>
          </a:prstGeom>
          <a:noFill/>
        </p:spPr>
        <p:txBody>
          <a:bodyPr wrap="square" rtlCol="0">
            <a:spAutoFit/>
          </a:bodyPr>
          <a:lstStyle/>
          <a:p>
            <a:r>
              <a:rPr kumimoji="1" lang="en-US" altLang="ja-JP" sz="2400">
                <a:latin typeface="ＭＳ Ｐゴシック" panose="020B0600070205080204" pitchFamily="50" charset="-128"/>
                <a:ea typeface="ＭＳ Ｐゴシック" panose="020B0600070205080204" pitchFamily="50" charset="-128"/>
              </a:rPr>
              <a:t>3D-OCT volume</a:t>
            </a:r>
            <a:r>
              <a:rPr lang="ja-JP" altLang="en-US" sz="2400">
                <a:latin typeface="ＭＳ Ｐゴシック" panose="020B0600070205080204" pitchFamily="50" charset="-128"/>
                <a:ea typeface="ＭＳ Ｐゴシック" panose="020B0600070205080204" pitchFamily="50" charset="-128"/>
              </a:rPr>
              <a:t>のまま、</a:t>
            </a:r>
            <a:r>
              <a:rPr kumimoji="1" lang="ja-JP" altLang="en-US" sz="2400">
                <a:latin typeface="ＭＳ Ｐゴシック" panose="020B0600070205080204" pitchFamily="50" charset="-128"/>
                <a:ea typeface="ＭＳ Ｐゴシック" panose="020B0600070205080204" pitchFamily="50" charset="-128"/>
              </a:rPr>
              <a:t>すべてを入力に使用</a:t>
            </a:r>
          </a:p>
        </p:txBody>
      </p:sp>
      <p:sp>
        <p:nvSpPr>
          <p:cNvPr id="36" name="テキスト ボックス 35">
            <a:extLst>
              <a:ext uri="{FF2B5EF4-FFF2-40B4-BE49-F238E27FC236}">
                <a16:creationId xmlns:a16="http://schemas.microsoft.com/office/drawing/2014/main" id="{34B5CB69-38EB-1EA2-BCF3-5949038A793A}"/>
              </a:ext>
            </a:extLst>
          </p:cNvPr>
          <p:cNvSpPr txBox="1"/>
          <p:nvPr/>
        </p:nvSpPr>
        <p:spPr>
          <a:xfrm>
            <a:off x="4986442" y="5630252"/>
            <a:ext cx="6978173" cy="830997"/>
          </a:xfrm>
          <a:prstGeom prst="rect">
            <a:avLst/>
          </a:prstGeom>
          <a:noFill/>
        </p:spPr>
        <p:txBody>
          <a:bodyPr wrap="square" rtlCol="0">
            <a:spAutoFit/>
          </a:bodyPr>
          <a:lstStyle/>
          <a:p>
            <a:r>
              <a:rPr kumimoji="1" lang="en-US" altLang="ja-JP" sz="2400" dirty="0">
                <a:latin typeface="ＭＳ Ｐゴシック" panose="020B0600070205080204" pitchFamily="50" charset="-128"/>
                <a:ea typeface="ＭＳ Ｐゴシック" panose="020B0600070205080204" pitchFamily="50" charset="-128"/>
              </a:rPr>
              <a:t>3D-OCT volume</a:t>
            </a:r>
            <a:r>
              <a:rPr lang="ja-JP" altLang="en-US" sz="2400" dirty="0">
                <a:latin typeface="ＭＳ Ｐゴシック" panose="020B0600070205080204" pitchFamily="50" charset="-128"/>
                <a:ea typeface="ＭＳ Ｐゴシック" panose="020B0600070205080204" pitchFamily="50" charset="-128"/>
              </a:rPr>
              <a:t>の中心から</a:t>
            </a:r>
            <a:r>
              <a:rPr kumimoji="1" lang="en-US" altLang="ja-JP" sz="2400" dirty="0">
                <a:latin typeface="ＭＳ Ｐゴシック" panose="020B0600070205080204" pitchFamily="50" charset="-128"/>
                <a:ea typeface="ＭＳ Ｐゴシック" panose="020B0600070205080204" pitchFamily="50" charset="-128"/>
              </a:rPr>
              <a:t>9</a:t>
            </a:r>
            <a:r>
              <a:rPr kumimoji="1" lang="ja-JP" altLang="en-US" sz="2400" dirty="0">
                <a:latin typeface="ＭＳ Ｐゴシック" panose="020B0600070205080204" pitchFamily="50" charset="-128"/>
                <a:ea typeface="ＭＳ Ｐゴシック" panose="020B0600070205080204" pitchFamily="50" charset="-128"/>
              </a:rPr>
              <a:t>つの</a:t>
            </a:r>
            <a:r>
              <a:rPr kumimoji="1" lang="en-US" altLang="ja-JP" sz="2400" dirty="0" err="1">
                <a:latin typeface="ＭＳ Ｐゴシック" panose="020B0600070205080204" pitchFamily="50" charset="-128"/>
                <a:ea typeface="ＭＳ Ｐゴシック" panose="020B0600070205080204" pitchFamily="50" charset="-128"/>
              </a:rPr>
              <a:t>Bscan</a:t>
            </a:r>
            <a:r>
              <a:rPr kumimoji="1" lang="ja-JP" altLang="en-US" sz="2400" dirty="0">
                <a:latin typeface="ＭＳ Ｐゴシック" panose="020B0600070205080204" pitchFamily="50" charset="-128"/>
                <a:ea typeface="ＭＳ Ｐゴシック" panose="020B0600070205080204" pitchFamily="50" charset="-128"/>
              </a:rPr>
              <a:t>を選び</a:t>
            </a:r>
            <a:r>
              <a:rPr lang="ja-JP" altLang="en-US" sz="2400" dirty="0">
                <a:latin typeface="ＭＳ Ｐゴシック" panose="020B0600070205080204" pitchFamily="50" charset="-128"/>
                <a:ea typeface="ＭＳ Ｐゴシック" panose="020B0600070205080204" pitchFamily="50" charset="-128"/>
              </a:rPr>
              <a:t>、</a:t>
            </a:r>
            <a:r>
              <a:rPr kumimoji="1" lang="ja-JP" altLang="en-US" sz="2400" dirty="0">
                <a:latin typeface="ＭＳ Ｐゴシック" panose="020B0600070205080204" pitchFamily="50" charset="-128"/>
                <a:ea typeface="ＭＳ Ｐゴシック" panose="020B0600070205080204" pitchFamily="50" charset="-128"/>
              </a:rPr>
              <a:t>入力に使用</a:t>
            </a:r>
          </a:p>
        </p:txBody>
      </p:sp>
    </p:spTree>
    <p:extLst>
      <p:ext uri="{BB962C8B-B14F-4D97-AF65-F5344CB8AC3E}">
        <p14:creationId xmlns:p14="http://schemas.microsoft.com/office/powerpoint/2010/main" val="3989634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36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方法</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563063"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評価指標</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について</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0" name="テキスト ボックス 9">
            <a:extLst>
              <a:ext uri="{FF2B5EF4-FFF2-40B4-BE49-F238E27FC236}">
                <a16:creationId xmlns:a16="http://schemas.microsoft.com/office/drawing/2014/main" id="{A6B2604F-B053-1BC3-0312-DBED8D10F8FB}"/>
              </a:ext>
            </a:extLst>
          </p:cNvPr>
          <p:cNvSpPr txBox="1"/>
          <p:nvPr/>
        </p:nvSpPr>
        <p:spPr>
          <a:xfrm>
            <a:off x="399121" y="1577872"/>
            <a:ext cx="11402735" cy="830997"/>
          </a:xfrm>
          <a:prstGeom prst="rect">
            <a:avLst/>
          </a:prstGeom>
          <a:noFill/>
        </p:spPr>
        <p:txBody>
          <a:bodyPr wrap="square" rtlCol="0" anchor="ctr">
            <a:spAutoFit/>
          </a:bodyPr>
          <a:lstStyle/>
          <a:p>
            <a:pPr marL="342900" indent="-342900">
              <a:buFont typeface="Arial" panose="020B0604020202020204" pitchFamily="34" charset="0"/>
              <a:buChar char="•"/>
            </a:pPr>
            <a:r>
              <a:rPr lang="en-US" altLang="ja-JP" sz="2400">
                <a:latin typeface="Arial" panose="020B0604020202020204" pitchFamily="34" charset="0"/>
                <a:ea typeface="MS PGothic" panose="020B0600070205080204" pitchFamily="34" charset="-128"/>
                <a:cs typeface="Arial" panose="020B0604020202020204" pitchFamily="34" charset="0"/>
              </a:rPr>
              <a:t>F</a:t>
            </a:r>
            <a:r>
              <a:rPr lang="ja-JP" altLang="en-US" sz="2400">
                <a:latin typeface="Arial" panose="020B0604020202020204" pitchFamily="34" charset="0"/>
                <a:ea typeface="MS PGothic" panose="020B0600070205080204" pitchFamily="34" charset="-128"/>
                <a:cs typeface="Arial" panose="020B0604020202020204" pitchFamily="34" charset="0"/>
              </a:rPr>
              <a:t>１スコア：適合率（</a:t>
            </a:r>
            <a:r>
              <a:rPr lang="en-US" altLang="ja-JP" sz="2400">
                <a:latin typeface="Arial" panose="020B0604020202020204" pitchFamily="34" charset="0"/>
                <a:ea typeface="MS PGothic" panose="020B0600070205080204" pitchFamily="34" charset="-128"/>
                <a:cs typeface="Arial" panose="020B0604020202020204" pitchFamily="34" charset="0"/>
              </a:rPr>
              <a:t>Precision</a:t>
            </a:r>
            <a:r>
              <a:rPr lang="ja-JP" altLang="en-US" sz="2400">
                <a:latin typeface="Arial" panose="020B0604020202020204" pitchFamily="34" charset="0"/>
                <a:ea typeface="MS PGothic" panose="020B0600070205080204" pitchFamily="34" charset="-128"/>
                <a:cs typeface="Arial" panose="020B0604020202020204" pitchFamily="34" charset="0"/>
              </a:rPr>
              <a:t>）と再現率（</a:t>
            </a:r>
            <a:r>
              <a:rPr lang="en-US" altLang="ja-JP" sz="2400">
                <a:latin typeface="Arial" panose="020B0604020202020204" pitchFamily="34" charset="0"/>
                <a:ea typeface="MS PGothic" panose="020B0600070205080204" pitchFamily="34" charset="-128"/>
                <a:cs typeface="Arial" panose="020B0604020202020204" pitchFamily="34" charset="0"/>
              </a:rPr>
              <a:t>Recall</a:t>
            </a:r>
            <a:r>
              <a:rPr lang="ja-JP" altLang="en-US" sz="2400">
                <a:latin typeface="Arial" panose="020B0604020202020204" pitchFamily="34" charset="0"/>
                <a:ea typeface="MS PGothic" panose="020B0600070205080204" pitchFamily="34" charset="-128"/>
                <a:cs typeface="Arial" panose="020B0604020202020204" pitchFamily="34" charset="0"/>
              </a:rPr>
              <a:t>）の調和平均を取る指標</a:t>
            </a:r>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1257300" lvl="2" indent="-342900">
              <a:buFont typeface="Wingdings" panose="05000000000000000000" pitchFamily="2" charset="2"/>
              <a:buChar char="Ø"/>
            </a:pPr>
            <a:r>
              <a:rPr lang="en-US" altLang="ja-JP" sz="2400">
                <a:latin typeface="Arial" panose="020B0604020202020204" pitchFamily="34" charset="0"/>
                <a:ea typeface="MS PGothic" panose="020B0600070205080204" pitchFamily="34" charset="-128"/>
                <a:cs typeface="Arial" panose="020B0604020202020204" pitchFamily="34" charset="0"/>
              </a:rPr>
              <a:t>0</a:t>
            </a:r>
            <a:r>
              <a:rPr lang="ja-JP" altLang="en-US" sz="2400">
                <a:latin typeface="Arial" panose="020B0604020202020204" pitchFamily="34" charset="0"/>
                <a:ea typeface="MS PGothic" panose="020B0600070205080204" pitchFamily="34" charset="-128"/>
                <a:cs typeface="Arial" panose="020B0604020202020204" pitchFamily="34" charset="0"/>
              </a:rPr>
              <a:t>から</a:t>
            </a:r>
            <a:r>
              <a:rPr lang="en-US" altLang="ja-JP" sz="2400">
                <a:latin typeface="Arial" panose="020B0604020202020204" pitchFamily="34" charset="0"/>
                <a:ea typeface="MS PGothic" panose="020B0600070205080204" pitchFamily="34" charset="-128"/>
                <a:cs typeface="Arial" panose="020B0604020202020204" pitchFamily="34" charset="0"/>
              </a:rPr>
              <a:t>1</a:t>
            </a:r>
            <a:r>
              <a:rPr lang="ja-JP" altLang="en-US" sz="2400">
                <a:latin typeface="Arial" panose="020B0604020202020204" pitchFamily="34" charset="0"/>
                <a:ea typeface="MS PGothic" panose="020B0600070205080204" pitchFamily="34" charset="-128"/>
                <a:cs typeface="Arial" panose="020B0604020202020204" pitchFamily="34" charset="0"/>
              </a:rPr>
              <a:t>の値をとり、高い数値ほど正しい予測を示す</a:t>
            </a:r>
            <a:endParaRPr lang="en-US" altLang="ja-JP" sz="2400">
              <a:latin typeface="Arial" panose="020B0604020202020204" pitchFamily="34" charset="0"/>
              <a:ea typeface="MS PGothic" panose="020B0600070205080204" pitchFamily="34" charset="-128"/>
              <a:cs typeface="Arial" panose="020B0604020202020204" pitchFamily="34" charset="0"/>
            </a:endParaRPr>
          </a:p>
        </p:txBody>
      </p:sp>
      <p:pic>
        <p:nvPicPr>
          <p:cNvPr id="14" name="図 13">
            <a:extLst>
              <a:ext uri="{FF2B5EF4-FFF2-40B4-BE49-F238E27FC236}">
                <a16:creationId xmlns:a16="http://schemas.microsoft.com/office/drawing/2014/main" id="{30F702B5-2469-C1C6-62AC-0AFD48B5E444}"/>
              </a:ext>
            </a:extLst>
          </p:cNvPr>
          <p:cNvPicPr>
            <a:picLocks noChangeAspect="1"/>
          </p:cNvPicPr>
          <p:nvPr/>
        </p:nvPicPr>
        <p:blipFill>
          <a:blip r:embed="rId3"/>
          <a:stretch>
            <a:fillRect/>
          </a:stretch>
        </p:blipFill>
        <p:spPr>
          <a:xfrm>
            <a:off x="2324661" y="4692814"/>
            <a:ext cx="6666496" cy="2012143"/>
          </a:xfrm>
          <a:prstGeom prst="rect">
            <a:avLst/>
          </a:prstGeom>
        </p:spPr>
      </p:pic>
      <p:sp>
        <p:nvSpPr>
          <p:cNvPr id="15" name="テキスト ボックス 14">
            <a:extLst>
              <a:ext uri="{FF2B5EF4-FFF2-40B4-BE49-F238E27FC236}">
                <a16:creationId xmlns:a16="http://schemas.microsoft.com/office/drawing/2014/main" id="{5E863D3E-C5DF-CDD0-8E28-0E55BB2224A0}"/>
              </a:ext>
            </a:extLst>
          </p:cNvPr>
          <p:cNvSpPr txBox="1"/>
          <p:nvPr/>
        </p:nvSpPr>
        <p:spPr>
          <a:xfrm>
            <a:off x="399121" y="2797688"/>
            <a:ext cx="11402735" cy="1569660"/>
          </a:xfrm>
          <a:prstGeom prst="rect">
            <a:avLst/>
          </a:prstGeom>
          <a:noFill/>
        </p:spPr>
        <p:txBody>
          <a:bodyPr wrap="square" rtlCol="0" anchor="ctr">
            <a:spAutoFit/>
          </a:bodyPr>
          <a:lstStyle/>
          <a:p>
            <a:pPr marL="342900" indent="-342900">
              <a:buFont typeface="Arial" panose="020B0604020202020204" pitchFamily="34" charset="0"/>
              <a:buChar char="•"/>
            </a:pPr>
            <a:r>
              <a:rPr lang="en-US" altLang="ja-JP" sz="2400" dirty="0">
                <a:latin typeface="Arial" panose="020B0604020202020204" pitchFamily="34" charset="0"/>
                <a:ea typeface="MS PGothic" panose="020B0600070205080204" pitchFamily="34" charset="-128"/>
                <a:cs typeface="Arial" panose="020B0604020202020204" pitchFamily="34" charset="0"/>
              </a:rPr>
              <a:t>MCC</a:t>
            </a:r>
            <a:r>
              <a:rPr lang="ja-JP" altLang="en-US" sz="2400" dirty="0">
                <a:latin typeface="Arial" panose="020B0604020202020204" pitchFamily="34" charset="0"/>
                <a:ea typeface="MS PGothic" panose="020B0600070205080204" pitchFamily="34" charset="-128"/>
                <a:cs typeface="Arial" panose="020B0604020202020204" pitchFamily="34" charset="0"/>
              </a:rPr>
              <a:t>（マシューズ相関係数）：</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真陽性、真陰性、偽陽性、偽陰性のすべてを考慮した全体的な分類性能を評価した指標</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1257300" lvl="2" indent="-342900">
              <a:buFont typeface="Wingdings" panose="05000000000000000000" pitchFamily="2" charset="2"/>
              <a:buChar char="Ø"/>
            </a:pPr>
            <a:r>
              <a:rPr kumimoji="1" lang="en-US" altLang="ja-JP" sz="2400" dirty="0">
                <a:latin typeface="Arial" panose="020B0604020202020204" pitchFamily="34" charset="0"/>
                <a:ea typeface="MS PGothic" panose="020B0600070205080204" pitchFamily="34" charset="-128"/>
                <a:cs typeface="Arial" panose="020B0604020202020204" pitchFamily="34" charset="0"/>
              </a:rPr>
              <a:t>-1</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から</a:t>
            </a:r>
            <a:r>
              <a:rPr kumimoji="1" lang="en-US" altLang="ja-JP" sz="2400" dirty="0">
                <a:latin typeface="Arial" panose="020B0604020202020204" pitchFamily="34" charset="0"/>
                <a:ea typeface="MS PGothic" panose="020B0600070205080204" pitchFamily="34" charset="-128"/>
                <a:cs typeface="Arial" panose="020B0604020202020204" pitchFamily="34" charset="0"/>
              </a:rPr>
              <a:t>1</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の</a:t>
            </a:r>
            <a:r>
              <a:rPr lang="ja-JP" altLang="en-US" sz="2400" dirty="0">
                <a:latin typeface="Arial" panose="020B0604020202020204" pitchFamily="34" charset="0"/>
                <a:ea typeface="MS PGothic" panose="020B0600070205080204" pitchFamily="34" charset="-128"/>
                <a:cs typeface="Arial" panose="020B0604020202020204" pitchFamily="34" charset="0"/>
              </a:rPr>
              <a:t>値</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を取り、</a:t>
            </a:r>
            <a:r>
              <a:rPr kumimoji="1" lang="en-US" altLang="ja-JP" sz="2400" dirty="0">
                <a:latin typeface="Arial" panose="020B0604020202020204" pitchFamily="34" charset="0"/>
                <a:ea typeface="MS PGothic" panose="020B0600070205080204" pitchFamily="34" charset="-128"/>
                <a:cs typeface="Arial" panose="020B0604020202020204" pitchFamily="34" charset="0"/>
              </a:rPr>
              <a:t>1</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が完全な予測、</a:t>
            </a:r>
            <a:r>
              <a:rPr kumimoji="1" lang="en-US" altLang="ja-JP" sz="2400" dirty="0">
                <a:latin typeface="Arial" panose="020B0604020202020204" pitchFamily="34" charset="0"/>
                <a:ea typeface="MS PGothic" panose="020B0600070205080204" pitchFamily="34" charset="-128"/>
                <a:cs typeface="Arial" panose="020B0604020202020204" pitchFamily="34" charset="0"/>
              </a:rPr>
              <a:t>0</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がランダムな予測、</a:t>
            </a:r>
            <a:r>
              <a:rPr kumimoji="1" lang="en-US" altLang="ja-JP" sz="2400" dirty="0">
                <a:latin typeface="Arial" panose="020B0604020202020204" pitchFamily="34" charset="0"/>
                <a:ea typeface="MS PGothic" panose="020B0600070205080204" pitchFamily="34" charset="-128"/>
                <a:cs typeface="Arial" panose="020B0604020202020204" pitchFamily="34" charset="0"/>
              </a:rPr>
              <a:t>-1</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が完全に逆の</a:t>
            </a:r>
            <a:endParaRPr kumimoji="1" lang="en-US" altLang="ja-JP" sz="2400" dirty="0">
              <a:latin typeface="Arial" panose="020B0604020202020204" pitchFamily="34" charset="0"/>
              <a:ea typeface="MS PGothic" panose="020B0600070205080204" pitchFamily="34" charset="-128"/>
              <a:cs typeface="Arial" panose="020B0604020202020204" pitchFamily="34" charset="0"/>
            </a:endParaRPr>
          </a:p>
          <a:p>
            <a:pPr lvl="2"/>
            <a:r>
              <a:rPr lang="en-US" altLang="ja-JP" sz="2400" dirty="0">
                <a:latin typeface="Arial" panose="020B0604020202020204" pitchFamily="34" charset="0"/>
                <a:ea typeface="MS PGothic" panose="020B0600070205080204" pitchFamily="34" charset="-128"/>
                <a:cs typeface="Arial" panose="020B0604020202020204" pitchFamily="34" charset="0"/>
              </a:rPr>
              <a:t>   </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予測</a:t>
            </a:r>
            <a:endParaRPr kumimoji="1" lang="en-US" altLang="ja-JP" sz="2400" dirty="0">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2407607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結果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732789" y="493534"/>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3D-CNN</a:t>
            </a: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モデルとの比較について</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 name="テキスト ボックス 7">
            <a:extLst>
              <a:ext uri="{FF2B5EF4-FFF2-40B4-BE49-F238E27FC236}">
                <a16:creationId xmlns:a16="http://schemas.microsoft.com/office/drawing/2014/main" id="{82F335E0-1EB3-5D11-DA72-9CFF05701B47}"/>
              </a:ext>
            </a:extLst>
          </p:cNvPr>
          <p:cNvSpPr txBox="1"/>
          <p:nvPr/>
        </p:nvSpPr>
        <p:spPr>
          <a:xfrm>
            <a:off x="830116" y="1935525"/>
            <a:ext cx="10177544" cy="461665"/>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latin typeface="ＭＳ Ｐゴシック" panose="020B0600070205080204" pitchFamily="50" charset="-128"/>
                <a:ea typeface="ＭＳ Ｐゴシック" panose="020B0600070205080204" pitchFamily="50" charset="-128"/>
              </a:rPr>
              <a:t>提案モデルはその他の</a:t>
            </a:r>
            <a:r>
              <a:rPr lang="en-US" altLang="ja-JP" sz="2400" dirty="0">
                <a:solidFill>
                  <a:prstClr val="black"/>
                </a:solidFill>
                <a:latin typeface="Arial" panose="020B0604020202020204" pitchFamily="34" charset="0"/>
                <a:ea typeface="MS PGothic" panose="020B0600070205080204" pitchFamily="34" charset="-128"/>
                <a:cs typeface="Arial" panose="020B0604020202020204" pitchFamily="34" charset="0"/>
              </a:rPr>
              <a:t>3D-CNN</a:t>
            </a:r>
            <a:r>
              <a:rPr lang="ja-JP" altLang="en-US" sz="2400" dirty="0">
                <a:latin typeface="ＭＳ Ｐゴシック" panose="020B0600070205080204" pitchFamily="50" charset="-128"/>
                <a:ea typeface="ＭＳ Ｐゴシック" panose="020B0600070205080204" pitchFamily="50" charset="-128"/>
              </a:rPr>
              <a:t>モデルより高い</a:t>
            </a:r>
            <a:r>
              <a:rPr lang="en-US" altLang="ja-JP" sz="2400" dirty="0">
                <a:latin typeface="ＭＳ Ｐゴシック" panose="020B0600070205080204" pitchFamily="50" charset="-128"/>
                <a:ea typeface="ＭＳ Ｐゴシック" panose="020B0600070205080204" pitchFamily="50" charset="-128"/>
              </a:rPr>
              <a:t>MCC</a:t>
            </a:r>
            <a:r>
              <a:rPr lang="ja-JP" altLang="en-US" sz="2400" dirty="0">
                <a:latin typeface="ＭＳ Ｐゴシック" panose="020B0600070205080204" pitchFamily="50" charset="-128"/>
                <a:ea typeface="ＭＳ Ｐゴシック" panose="020B0600070205080204" pitchFamily="50" charset="-128"/>
              </a:rPr>
              <a:t>と</a:t>
            </a:r>
            <a:r>
              <a:rPr lang="en-US" altLang="ja-JP" sz="2400" dirty="0">
                <a:latin typeface="ＭＳ Ｐゴシック" panose="020B0600070205080204" pitchFamily="50" charset="-128"/>
                <a:ea typeface="ＭＳ Ｐゴシック" panose="020B0600070205080204" pitchFamily="50" charset="-128"/>
              </a:rPr>
              <a:t>F</a:t>
            </a:r>
            <a:r>
              <a:rPr lang="ja-JP" altLang="en-US" sz="2400" dirty="0">
                <a:latin typeface="ＭＳ Ｐゴシック" panose="020B0600070205080204" pitchFamily="50" charset="-128"/>
                <a:ea typeface="ＭＳ Ｐゴシック" panose="020B0600070205080204" pitchFamily="50" charset="-128"/>
              </a:rPr>
              <a:t>１スコアを記録した</a:t>
            </a:r>
            <a:endParaRPr lang="en-US" altLang="ja-JP" sz="2400" dirty="0">
              <a:latin typeface="ＭＳ Ｐゴシック" panose="020B0600070205080204" pitchFamily="50" charset="-128"/>
              <a:ea typeface="ＭＳ Ｐゴシック" panose="020B0600070205080204" pitchFamily="50" charset="-128"/>
            </a:endParaRPr>
          </a:p>
        </p:txBody>
      </p:sp>
      <p:grpSp>
        <p:nvGrpSpPr>
          <p:cNvPr id="13" name="グループ化 12">
            <a:extLst>
              <a:ext uri="{FF2B5EF4-FFF2-40B4-BE49-F238E27FC236}">
                <a16:creationId xmlns:a16="http://schemas.microsoft.com/office/drawing/2014/main" id="{9F257715-3A60-F328-2738-F3CFDC39DA36}"/>
              </a:ext>
            </a:extLst>
          </p:cNvPr>
          <p:cNvGrpSpPr/>
          <p:nvPr/>
        </p:nvGrpSpPr>
        <p:grpSpPr>
          <a:xfrm>
            <a:off x="830116" y="3539118"/>
            <a:ext cx="9898977" cy="1843385"/>
            <a:chOff x="606761" y="4617334"/>
            <a:chExt cx="9898977" cy="1843385"/>
          </a:xfrm>
        </p:grpSpPr>
        <p:pic>
          <p:nvPicPr>
            <p:cNvPr id="5" name="図 4">
              <a:extLst>
                <a:ext uri="{FF2B5EF4-FFF2-40B4-BE49-F238E27FC236}">
                  <a16:creationId xmlns:a16="http://schemas.microsoft.com/office/drawing/2014/main" id="{6866D415-8541-DA82-1145-9DA11E7DB4B4}"/>
                </a:ext>
              </a:extLst>
            </p:cNvPr>
            <p:cNvPicPr>
              <a:picLocks noChangeAspect="1"/>
            </p:cNvPicPr>
            <p:nvPr/>
          </p:nvPicPr>
          <p:blipFill>
            <a:blip r:embed="rId3"/>
            <a:stretch>
              <a:fillRect/>
            </a:stretch>
          </p:blipFill>
          <p:spPr>
            <a:xfrm>
              <a:off x="606761" y="4617334"/>
              <a:ext cx="9898977" cy="1843385"/>
            </a:xfrm>
            <a:prstGeom prst="rect">
              <a:avLst/>
            </a:prstGeom>
          </p:spPr>
        </p:pic>
        <p:sp>
          <p:nvSpPr>
            <p:cNvPr id="12" name="正方形/長方形 11">
              <a:extLst>
                <a:ext uri="{FF2B5EF4-FFF2-40B4-BE49-F238E27FC236}">
                  <a16:creationId xmlns:a16="http://schemas.microsoft.com/office/drawing/2014/main" id="{96F0A38B-CA86-FECA-4308-9ECE38054E87}"/>
                </a:ext>
              </a:extLst>
            </p:cNvPr>
            <p:cNvSpPr/>
            <p:nvPr/>
          </p:nvSpPr>
          <p:spPr>
            <a:xfrm>
              <a:off x="5758294" y="4774719"/>
              <a:ext cx="1876925" cy="1589747"/>
            </a:xfrm>
            <a:prstGeom prst="rect">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grpSp>
    </p:spTree>
    <p:extLst>
      <p:ext uri="{BB962C8B-B14F-4D97-AF65-F5344CB8AC3E}">
        <p14:creationId xmlns:p14="http://schemas.microsoft.com/office/powerpoint/2010/main" val="3539376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DBE35-2848-ACCB-41FC-35AFFE61DE01}"/>
              </a:ext>
            </a:extLst>
          </p:cNvPr>
          <p:cNvSpPr txBox="1">
            <a:spLocks/>
          </p:cNvSpPr>
          <p:nvPr/>
        </p:nvSpPr>
        <p:spPr>
          <a:xfrm>
            <a:off x="377408" y="619989"/>
            <a:ext cx="125888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目次</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6" name="テキスト ボックス 5">
            <a:extLst>
              <a:ext uri="{FF2B5EF4-FFF2-40B4-BE49-F238E27FC236}">
                <a16:creationId xmlns:a16="http://schemas.microsoft.com/office/drawing/2014/main" id="{7A520933-353C-8F0F-99F7-9A7314CB4844}"/>
              </a:ext>
            </a:extLst>
          </p:cNvPr>
          <p:cNvSpPr txBox="1"/>
          <p:nvPr/>
        </p:nvSpPr>
        <p:spPr>
          <a:xfrm>
            <a:off x="879409" y="1213438"/>
            <a:ext cx="10163675" cy="954107"/>
          </a:xfrm>
          <a:prstGeom prst="rect">
            <a:avLst/>
          </a:prstGeom>
          <a:noFill/>
        </p:spPr>
        <p:txBody>
          <a:bodyPr wrap="square">
            <a:spAutoFit/>
          </a:bodyPr>
          <a:lstStyle/>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p:txBody>
      </p:sp>
      <p:sp>
        <p:nvSpPr>
          <p:cNvPr id="7" name="テキスト ボックス 6">
            <a:extLst>
              <a:ext uri="{FF2B5EF4-FFF2-40B4-BE49-F238E27FC236}">
                <a16:creationId xmlns:a16="http://schemas.microsoft.com/office/drawing/2014/main" id="{0B57D940-6EED-99AC-0129-790C6E0F41D9}"/>
              </a:ext>
            </a:extLst>
          </p:cNvPr>
          <p:cNvSpPr txBox="1"/>
          <p:nvPr/>
        </p:nvSpPr>
        <p:spPr>
          <a:xfrm>
            <a:off x="879409" y="1479518"/>
            <a:ext cx="10163675" cy="5262979"/>
          </a:xfrm>
          <a:prstGeom prst="rect">
            <a:avLst/>
          </a:prstGeom>
          <a:noFill/>
        </p:spPr>
        <p:txBody>
          <a:bodyPr wrap="square">
            <a:spAutoFit/>
          </a:bodyPr>
          <a:lstStyle/>
          <a:p>
            <a:pPr marL="514350" indent="-514350">
              <a:buFont typeface="+mj-lt"/>
              <a:buAutoNum type="arabicPeriod"/>
            </a:pPr>
            <a:r>
              <a:rPr lang="ja-JP" altLang="en-US"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二段階のディープラーニングアプローチの構築</a:t>
            </a: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r>
              <a:rPr lang="ja-JP" altLang="en-US"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rPr>
              <a:t>二段階のディープラーニングアプローチの評価</a:t>
            </a:r>
            <a:endParaRPr lang="en-US" altLang="ja-JP" sz="2800">
              <a:solidFill>
                <a:schemeClr val="bg2"/>
              </a:solidFill>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r>
              <a:rPr lang="ja-JP" altLang="en-US" sz="2800">
                <a:latin typeface="ＭＳ Ｐゴシック" panose="020B0600070205080204" pitchFamily="50" charset="-128"/>
                <a:ea typeface="ＭＳ Ｐゴシック" panose="020B0600070205080204" pitchFamily="50" charset="-128"/>
                <a:cs typeface="Arial" panose="020B0604020202020204" pitchFamily="34" charset="0"/>
              </a:rPr>
              <a:t>その他のモデルの比較</a:t>
            </a: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1428750" lvl="2" indent="-514350">
              <a:buFont typeface="+mj-lt"/>
              <a:buAutoNum type="arabicPeriod"/>
            </a:pPr>
            <a:r>
              <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3D-CNN</a:t>
            </a:r>
            <a:r>
              <a:rPr kumimoji="1" lang="ja-JP" altLang="en-US"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rPr>
              <a:t>モデルとの比較</a:t>
            </a:r>
            <a:endParaRPr kumimoji="1" lang="en-US" altLang="ja-JP" sz="2800" b="0" i="0" u="none" strike="noStrike" kern="1200" cap="none" spc="0" normalizeH="0" baseline="0" noProof="0">
              <a:ln>
                <a:noFill/>
              </a:ln>
              <a:solidFill>
                <a:schemeClr val="bg2"/>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428750" lvl="2" indent="-514350">
              <a:buFont typeface="+mj-lt"/>
              <a:buAutoNum type="arabicPeriod"/>
            </a:pPr>
            <a:endPar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1428750" lvl="2" indent="-514350">
              <a:buFont typeface="+mj-lt"/>
              <a:buAutoNum type="arabicPeriod"/>
            </a:pPr>
            <a:r>
              <a:rPr kumimoji="1" lang="en-US" altLang="ja-JP" sz="2800" b="0" i="0" u="none" strike="noStrike" kern="1200" cap="none" spc="0" normalizeH="0" baseline="0" noProof="0">
                <a:ln>
                  <a:noFill/>
                </a:ln>
                <a:effectLst/>
                <a:uLnTx/>
                <a:uFillTx/>
                <a:latin typeface="Arial" panose="020B0604020202020204" pitchFamily="34" charset="0"/>
                <a:ea typeface="MS PGothic" panose="020B0600070205080204" pitchFamily="34" charset="-128"/>
                <a:cs typeface="Arial" panose="020B0604020202020204" pitchFamily="34" charset="0"/>
              </a:rPr>
              <a:t>2D-CNN</a:t>
            </a:r>
            <a:r>
              <a:rPr kumimoji="1" lang="ja-JP" altLang="en-US" sz="2800" b="0" i="0" u="none" strike="noStrike" kern="1200" cap="none" spc="0" normalizeH="0" baseline="0" noProof="0">
                <a:ln>
                  <a:noFill/>
                </a:ln>
                <a:effectLst/>
                <a:uLnTx/>
                <a:uFillTx/>
                <a:latin typeface="Arial" panose="020B0604020202020204" pitchFamily="34" charset="0"/>
                <a:ea typeface="MS PGothic" panose="020B0600070205080204" pitchFamily="34" charset="-128"/>
                <a:cs typeface="Arial" panose="020B0604020202020204" pitchFamily="34" charset="0"/>
              </a:rPr>
              <a:t>モデルとの比較</a:t>
            </a:r>
            <a:endParaRPr kumimoji="1" lang="en-US" altLang="ja-JP" sz="2800" b="0" i="0" u="none" strike="noStrike" kern="1200" cap="none" spc="0" normalizeH="0" baseline="0" noProof="0">
              <a:ln>
                <a:noFill/>
              </a:ln>
              <a:effectLst/>
              <a:uLnTx/>
              <a:uFillTx/>
              <a:latin typeface="Arial" panose="020B0604020202020204" pitchFamily="34" charset="0"/>
              <a:ea typeface="MS PGothic" panose="020B0600070205080204" pitchFamily="34" charset="-128"/>
              <a:cs typeface="Arial" panose="020B0604020202020204" pitchFamily="34" charset="0"/>
            </a:endParaRPr>
          </a:p>
          <a:p>
            <a:pPr marL="971550" lvl="1"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971550" lvl="1"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a:p>
            <a:pPr marL="514350" indent="-514350">
              <a:buFont typeface="+mj-lt"/>
              <a:buAutoNum type="arabicPeriod"/>
            </a:pPr>
            <a:endParaRPr lang="en-US" altLang="ja-JP" sz="2800">
              <a:latin typeface="ＭＳ Ｐゴシック" panose="020B0600070205080204" pitchFamily="50" charset="-128"/>
              <a:ea typeface="ＭＳ Ｐゴシック" panose="020B0600070205080204" pitchFamily="50" charset="-128"/>
              <a:cs typeface="Arial" panose="020B0604020202020204" pitchFamily="34" charset="0"/>
            </a:endParaRPr>
          </a:p>
        </p:txBody>
      </p:sp>
    </p:spTree>
    <p:extLst>
      <p:ext uri="{BB962C8B-B14F-4D97-AF65-F5344CB8AC3E}">
        <p14:creationId xmlns:p14="http://schemas.microsoft.com/office/powerpoint/2010/main" val="3508765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方法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691639" y="899035"/>
            <a:ext cx="9515474" cy="5902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defRPr/>
            </a:pPr>
            <a:r>
              <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2D-CNN</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モデルについて</a:t>
            </a:r>
            <a:endPar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 name="テキスト ボックス 12">
            <a:extLst>
              <a:ext uri="{FF2B5EF4-FFF2-40B4-BE49-F238E27FC236}">
                <a16:creationId xmlns:a16="http://schemas.microsoft.com/office/drawing/2014/main" id="{10197B5A-536A-3BB1-C331-CE63524D71C7}"/>
              </a:ext>
            </a:extLst>
          </p:cNvPr>
          <p:cNvSpPr txBox="1"/>
          <p:nvPr/>
        </p:nvSpPr>
        <p:spPr>
          <a:xfrm>
            <a:off x="654580" y="1489304"/>
            <a:ext cx="10354316" cy="2308324"/>
          </a:xfrm>
          <a:prstGeom prst="rect">
            <a:avLst/>
          </a:prstGeom>
          <a:noFill/>
        </p:spPr>
        <p:txBody>
          <a:bodyPr wrap="square" rtlCol="0">
            <a:spAutoFit/>
          </a:bodyPr>
          <a:lstStyle/>
          <a:p>
            <a:pPr marL="342900" indent="-342900">
              <a:buFont typeface="Arial" panose="020B0604020202020204" pitchFamily="34" charset="0"/>
              <a:buChar char="•"/>
            </a:pPr>
            <a:r>
              <a:rPr lang="en-US" altLang="ja-JP" sz="2400" dirty="0" err="1">
                <a:latin typeface="ＭＳ Ｐゴシック" panose="020B0600070205080204" pitchFamily="50" charset="-128"/>
                <a:ea typeface="ＭＳ Ｐゴシック" panose="020B0600070205080204" pitchFamily="50" charset="-128"/>
              </a:rPr>
              <a:t>GTCBScanModel</a:t>
            </a:r>
            <a:r>
              <a:rPr lang="en-US" altLang="ja-JP" sz="2400" dirty="0">
                <a:latin typeface="ＭＳ Ｐゴシック" panose="020B0600070205080204" pitchFamily="50" charset="-128"/>
                <a:ea typeface="ＭＳ Ｐゴシック" panose="020B0600070205080204" pitchFamily="50" charset="-128"/>
              </a:rPr>
              <a:t> </a:t>
            </a:r>
            <a:r>
              <a:rPr lang="ja-JP" altLang="en-US" sz="2400" dirty="0">
                <a:latin typeface="ＭＳ Ｐゴシック" panose="020B0600070205080204" pitchFamily="50" charset="-128"/>
                <a:ea typeface="ＭＳ Ｐゴシック" panose="020B0600070205080204" pitchFamily="50" charset="-128"/>
              </a:rPr>
              <a:t>：</a:t>
            </a:r>
            <a:r>
              <a:rPr lang="en-US" altLang="ja-JP" sz="2400" dirty="0">
                <a:latin typeface="Arial" panose="020B0604020202020204" pitchFamily="34" charset="0"/>
                <a:ea typeface="MS PGothic" panose="020B0600070205080204" pitchFamily="34" charset="-128"/>
                <a:cs typeface="Arial" panose="020B0604020202020204" pitchFamily="34" charset="0"/>
              </a:rPr>
              <a:t> 3D-OCT volume</a:t>
            </a:r>
            <a:r>
              <a:rPr lang="ja-JP" altLang="en-US" sz="2400" dirty="0">
                <a:latin typeface="Arial" panose="020B0604020202020204" pitchFamily="34" charset="0"/>
                <a:ea typeface="MS PGothic" panose="020B0600070205080204" pitchFamily="34" charset="-128"/>
                <a:cs typeface="Arial" panose="020B0604020202020204" pitchFamily="34" charset="0"/>
              </a:rPr>
              <a:t>の</a:t>
            </a:r>
            <a:r>
              <a:rPr lang="ja-JP" altLang="en-US" sz="2400" dirty="0">
                <a:latin typeface="ＭＳ Ｐゴシック" panose="020B0600070205080204" pitchFamily="50" charset="-128"/>
                <a:ea typeface="ＭＳ Ｐゴシック" panose="020B0600070205080204" pitchFamily="50" charset="-128"/>
              </a:rPr>
              <a:t>中央の</a:t>
            </a:r>
            <a:r>
              <a:rPr lang="en-US" altLang="ja-JP" sz="2400" dirty="0" err="1">
                <a:latin typeface="ＭＳ Ｐゴシック" panose="020B0600070205080204" pitchFamily="50" charset="-128"/>
                <a:ea typeface="ＭＳ Ｐゴシック" panose="020B0600070205080204" pitchFamily="50" charset="-128"/>
              </a:rPr>
              <a:t>Bscan</a:t>
            </a:r>
            <a:r>
              <a:rPr lang="ja-JP" altLang="en-US" sz="2400" dirty="0">
                <a:latin typeface="ＭＳ Ｐゴシック" panose="020B0600070205080204" pitchFamily="50" charset="-128"/>
                <a:ea typeface="ＭＳ Ｐゴシック" panose="020B0600070205080204" pitchFamily="50" charset="-128"/>
              </a:rPr>
              <a:t>のみを使用</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r>
              <a:rPr lang="en-US" altLang="ja-JP" sz="2400" dirty="0" err="1">
                <a:latin typeface="Arial" panose="020B0604020202020204" pitchFamily="34" charset="0"/>
                <a:ea typeface="MS PGothic" panose="020B0600070205080204" pitchFamily="34" charset="-128"/>
                <a:cs typeface="Arial" panose="020B0604020202020204" pitchFamily="34" charset="0"/>
              </a:rPr>
              <a:t>BScanModel</a:t>
            </a:r>
            <a:r>
              <a:rPr lang="ja-JP" altLang="en-US" sz="2400" dirty="0">
                <a:latin typeface="Arial" panose="020B0604020202020204" pitchFamily="34" charset="0"/>
                <a:ea typeface="MS PGothic" panose="020B0600070205080204" pitchFamily="34" charset="-128"/>
                <a:cs typeface="Arial" panose="020B0604020202020204" pitchFamily="34" charset="0"/>
              </a:rPr>
              <a:t>：</a:t>
            </a:r>
            <a:r>
              <a:rPr lang="en-US" altLang="ja-JP" sz="2400" dirty="0">
                <a:latin typeface="Arial" panose="020B0604020202020204" pitchFamily="34" charset="0"/>
                <a:ea typeface="MS PGothic" panose="020B0600070205080204" pitchFamily="34" charset="-128"/>
                <a:cs typeface="Arial" panose="020B0604020202020204" pitchFamily="34" charset="0"/>
              </a:rPr>
              <a:t> 3D-OCT volume</a:t>
            </a:r>
            <a:r>
              <a:rPr lang="ja-JP" altLang="en-US" sz="2400" dirty="0">
                <a:latin typeface="Arial" panose="020B0604020202020204" pitchFamily="34" charset="0"/>
                <a:ea typeface="MS PGothic" panose="020B0600070205080204" pitchFamily="34" charset="-128"/>
                <a:cs typeface="Arial" panose="020B0604020202020204" pitchFamily="34" charset="0"/>
              </a:rPr>
              <a:t>からランダムにひとつの</a:t>
            </a:r>
            <a:r>
              <a:rPr lang="en-US" altLang="ja-JP" sz="2400" dirty="0" err="1">
                <a:latin typeface="Arial" panose="020B0604020202020204" pitchFamily="34" charset="0"/>
                <a:ea typeface="MS PGothic" panose="020B0600070205080204" pitchFamily="34" charset="-128"/>
                <a:cs typeface="Arial" panose="020B0604020202020204" pitchFamily="34" charset="0"/>
              </a:rPr>
              <a:t>Bscan</a:t>
            </a:r>
            <a:r>
              <a:rPr lang="ja-JP" altLang="en-US" sz="2400" dirty="0">
                <a:latin typeface="ＭＳ Ｐゴシック" panose="020B0600070205080204" pitchFamily="50" charset="-128"/>
                <a:ea typeface="ＭＳ Ｐゴシック" panose="020B0600070205080204" pitchFamily="50" charset="-128"/>
              </a:rPr>
              <a:t>のみを使用</a:t>
            </a:r>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endParaRPr lang="en-US" altLang="ja-JP" sz="2400" dirty="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r>
              <a:rPr lang="en-US" altLang="ja-JP" sz="2400" dirty="0" err="1">
                <a:latin typeface="Arial" panose="020B0604020202020204" pitchFamily="34" charset="0"/>
                <a:ea typeface="MS PGothic" panose="020B0600070205080204" pitchFamily="34" charset="-128"/>
                <a:cs typeface="Arial" panose="020B0604020202020204" pitchFamily="34" charset="0"/>
              </a:rPr>
              <a:t>BScanModel</a:t>
            </a:r>
            <a:r>
              <a:rPr lang="ja-JP" altLang="en-US" sz="2400" dirty="0">
                <a:latin typeface="Arial" panose="020B0604020202020204" pitchFamily="34" charset="0"/>
                <a:ea typeface="MS PGothic" panose="020B0600070205080204" pitchFamily="34" charset="-128"/>
                <a:cs typeface="Arial" panose="020B0604020202020204" pitchFamily="34" charset="0"/>
              </a:rPr>
              <a:t>（</a:t>
            </a:r>
            <a:r>
              <a:rPr lang="en-US" altLang="ja-JP" sz="2400" dirty="0">
                <a:latin typeface="Arial" panose="020B0604020202020204" pitchFamily="34" charset="0"/>
                <a:ea typeface="MS PGothic" panose="020B0600070205080204" pitchFamily="34" charset="-128"/>
                <a:cs typeface="Arial" panose="020B0604020202020204" pitchFamily="34" charset="0"/>
              </a:rPr>
              <a:t>Threshold10%</a:t>
            </a:r>
            <a:r>
              <a:rPr lang="ja-JP" altLang="en-US" sz="2400" dirty="0">
                <a:latin typeface="Arial" panose="020B0604020202020204" pitchFamily="34" charset="0"/>
                <a:ea typeface="MS PGothic" panose="020B0600070205080204" pitchFamily="34" charset="-128"/>
                <a:cs typeface="Arial" panose="020B0604020202020204" pitchFamily="34" charset="0"/>
              </a:rPr>
              <a:t>）：</a:t>
            </a:r>
            <a:r>
              <a:rPr lang="en-US" altLang="ja-JP" sz="2400" dirty="0">
                <a:latin typeface="Arial" panose="020B0604020202020204" pitchFamily="34" charset="0"/>
                <a:ea typeface="MS PGothic" panose="020B0600070205080204" pitchFamily="34" charset="-128"/>
                <a:cs typeface="Arial" panose="020B0604020202020204" pitchFamily="34" charset="0"/>
              </a:rPr>
              <a:t>3D-OCT volume</a:t>
            </a:r>
            <a:r>
              <a:rPr lang="ja-JP" altLang="en-US" sz="2400" dirty="0">
                <a:latin typeface="Arial" panose="020B0604020202020204" pitchFamily="34" charset="0"/>
                <a:ea typeface="MS PGothic" panose="020B0600070205080204" pitchFamily="34" charset="-128"/>
                <a:cs typeface="Arial" panose="020B0604020202020204" pitchFamily="34" charset="0"/>
              </a:rPr>
              <a:t>を一枚ずつ入力していき、全体の</a:t>
            </a:r>
            <a:r>
              <a:rPr lang="en-US" altLang="ja-JP" sz="2400" dirty="0">
                <a:latin typeface="Arial" panose="020B0604020202020204" pitchFamily="34" charset="0"/>
                <a:ea typeface="MS PGothic" panose="020B0600070205080204" pitchFamily="34" charset="-128"/>
                <a:cs typeface="Arial" panose="020B0604020202020204" pitchFamily="34" charset="0"/>
              </a:rPr>
              <a:t>10%</a:t>
            </a:r>
            <a:r>
              <a:rPr lang="ja-JP" altLang="en-US" sz="2400" dirty="0">
                <a:latin typeface="Arial" panose="020B0604020202020204" pitchFamily="34" charset="0"/>
                <a:ea typeface="MS PGothic" panose="020B0600070205080204" pitchFamily="34" charset="-128"/>
                <a:cs typeface="Arial" panose="020B0604020202020204" pitchFamily="34" charset="0"/>
              </a:rPr>
              <a:t>以上の</a:t>
            </a:r>
            <a:r>
              <a:rPr lang="en-US" altLang="ja-JP" sz="2400" dirty="0" err="1">
                <a:latin typeface="Arial" panose="020B0604020202020204" pitchFamily="34" charset="0"/>
                <a:ea typeface="MS PGothic" panose="020B0600070205080204" pitchFamily="34" charset="-128"/>
                <a:cs typeface="Arial" panose="020B0604020202020204" pitchFamily="34" charset="0"/>
              </a:rPr>
              <a:t>Bscan</a:t>
            </a:r>
            <a:r>
              <a:rPr lang="ja-JP" altLang="en-US" sz="2400" dirty="0">
                <a:latin typeface="Arial" panose="020B0604020202020204" pitchFamily="34" charset="0"/>
                <a:ea typeface="MS PGothic" panose="020B0600070205080204" pitchFamily="34" charset="-128"/>
                <a:cs typeface="Arial" panose="020B0604020202020204" pitchFamily="34" charset="0"/>
              </a:rPr>
              <a:t>の結果を使用</a:t>
            </a:r>
            <a:endParaRPr kumimoji="1" lang="en-US" altLang="ja-JP" sz="2400" dirty="0">
              <a:latin typeface="Arial" panose="020B0604020202020204" pitchFamily="34" charset="0"/>
              <a:ea typeface="MS PGothic" panose="020B0600070205080204" pitchFamily="34" charset="-128"/>
              <a:cs typeface="Arial" panose="020B0604020202020204" pitchFamily="34" charset="0"/>
            </a:endParaRPr>
          </a:p>
        </p:txBody>
      </p:sp>
      <p:grpSp>
        <p:nvGrpSpPr>
          <p:cNvPr id="17" name="グループ化 16">
            <a:extLst>
              <a:ext uri="{FF2B5EF4-FFF2-40B4-BE49-F238E27FC236}">
                <a16:creationId xmlns:a16="http://schemas.microsoft.com/office/drawing/2014/main" id="{1BCEC101-DF83-79A1-5618-DDB15716A20E}"/>
              </a:ext>
            </a:extLst>
          </p:cNvPr>
          <p:cNvGrpSpPr/>
          <p:nvPr/>
        </p:nvGrpSpPr>
        <p:grpSpPr>
          <a:xfrm>
            <a:off x="654580" y="4330755"/>
            <a:ext cx="10760518" cy="479593"/>
            <a:chOff x="988553" y="6081167"/>
            <a:chExt cx="10760518" cy="479593"/>
          </a:xfrm>
        </p:grpSpPr>
        <p:sp>
          <p:nvSpPr>
            <p:cNvPr id="14" name="テキスト ボックス 13">
              <a:extLst>
                <a:ext uri="{FF2B5EF4-FFF2-40B4-BE49-F238E27FC236}">
                  <a16:creationId xmlns:a16="http://schemas.microsoft.com/office/drawing/2014/main" id="{2B8CF470-268E-C4B0-A3CA-9E347A2EE293}"/>
                </a:ext>
              </a:extLst>
            </p:cNvPr>
            <p:cNvSpPr txBox="1"/>
            <p:nvPr/>
          </p:nvSpPr>
          <p:spPr>
            <a:xfrm>
              <a:off x="988553" y="6081167"/>
              <a:ext cx="2648089" cy="461665"/>
            </a:xfrm>
            <a:prstGeom prst="rect">
              <a:avLst/>
            </a:prstGeom>
            <a:noFill/>
          </p:spPr>
          <p:txBody>
            <a:bodyPr wrap="square" rtlCol="0">
              <a:spAutoFit/>
            </a:bodyPr>
            <a:lstStyle/>
            <a:p>
              <a:r>
                <a:rPr lang="en-US" altLang="ja-JP" sz="2400" err="1">
                  <a:latin typeface="ＭＳ Ｐゴシック" panose="020B0600070205080204" pitchFamily="50" charset="-128"/>
                  <a:ea typeface="ＭＳ Ｐゴシック" panose="020B0600070205080204" pitchFamily="50" charset="-128"/>
                </a:rPr>
                <a:t>GTCBScanModel</a:t>
              </a:r>
              <a:endParaRPr kumimoji="1" lang="ja-JP" altLang="en-US" sz="2400">
                <a:latin typeface="ＭＳ Ｐゴシック" panose="020B0600070205080204" pitchFamily="50" charset="-128"/>
                <a:ea typeface="ＭＳ Ｐゴシック" panose="020B0600070205080204" pitchFamily="50" charset="-128"/>
              </a:endParaRPr>
            </a:p>
          </p:txBody>
        </p:sp>
        <p:sp>
          <p:nvSpPr>
            <p:cNvPr id="15" name="テキスト ボックス 14">
              <a:extLst>
                <a:ext uri="{FF2B5EF4-FFF2-40B4-BE49-F238E27FC236}">
                  <a16:creationId xmlns:a16="http://schemas.microsoft.com/office/drawing/2014/main" id="{8F7D5CC5-A289-A3B1-13AF-B0B846B00073}"/>
                </a:ext>
              </a:extLst>
            </p:cNvPr>
            <p:cNvSpPr txBox="1"/>
            <p:nvPr/>
          </p:nvSpPr>
          <p:spPr>
            <a:xfrm>
              <a:off x="4995637" y="6081858"/>
              <a:ext cx="3696806" cy="461665"/>
            </a:xfrm>
            <a:prstGeom prst="rect">
              <a:avLst/>
            </a:prstGeom>
            <a:noFill/>
          </p:spPr>
          <p:txBody>
            <a:bodyPr wrap="square" rtlCol="0">
              <a:spAutoFit/>
            </a:bodyPr>
            <a:lstStyle/>
            <a:p>
              <a:r>
                <a:rPr lang="en-US" altLang="ja-JP" sz="2400" dirty="0" err="1">
                  <a:latin typeface="ＭＳ Ｐゴシック" panose="020B0600070205080204" pitchFamily="50" charset="-128"/>
                  <a:ea typeface="ＭＳ Ｐゴシック" panose="020B0600070205080204" pitchFamily="50" charset="-128"/>
                  <a:cs typeface="Arial" panose="020B0604020202020204" pitchFamily="34" charset="0"/>
                </a:rPr>
                <a:t>BScanModel</a:t>
              </a:r>
              <a:endParaRPr kumimoji="1" lang="ja-JP" altLang="en-US" sz="2400" dirty="0">
                <a:latin typeface="ＭＳ Ｐゴシック" panose="020B0600070205080204" pitchFamily="50" charset="-128"/>
                <a:ea typeface="ＭＳ Ｐゴシック" panose="020B0600070205080204" pitchFamily="50" charset="-128"/>
              </a:endParaRPr>
            </a:p>
          </p:txBody>
        </p:sp>
        <p:sp>
          <p:nvSpPr>
            <p:cNvPr id="16" name="テキスト ボックス 15">
              <a:extLst>
                <a:ext uri="{FF2B5EF4-FFF2-40B4-BE49-F238E27FC236}">
                  <a16:creationId xmlns:a16="http://schemas.microsoft.com/office/drawing/2014/main" id="{6E547536-D80D-08D1-0312-298DC4407748}"/>
                </a:ext>
              </a:extLst>
            </p:cNvPr>
            <p:cNvSpPr txBox="1"/>
            <p:nvPr/>
          </p:nvSpPr>
          <p:spPr>
            <a:xfrm>
              <a:off x="8109588" y="6099095"/>
              <a:ext cx="3639483" cy="461665"/>
            </a:xfrm>
            <a:prstGeom prst="rect">
              <a:avLst/>
            </a:prstGeom>
            <a:noFill/>
          </p:spPr>
          <p:txBody>
            <a:bodyPr wrap="square" rtlCol="0">
              <a:spAutoFit/>
            </a:bodyPr>
            <a:lstStyle/>
            <a:p>
              <a:r>
                <a:rPr lang="en-US" altLang="ja-JP" sz="2400" dirty="0" err="1">
                  <a:latin typeface="ＭＳ Ｐゴシック" panose="020B0600070205080204" pitchFamily="50" charset="-128"/>
                  <a:ea typeface="ＭＳ Ｐゴシック" panose="020B0600070205080204" pitchFamily="50" charset="-128"/>
                  <a:cs typeface="Arial" panose="020B0604020202020204" pitchFamily="34" charset="0"/>
                </a:rPr>
                <a:t>BScanModel</a:t>
              </a:r>
              <a:r>
                <a:rPr lang="ja-JP" altLang="en-US" sz="2000" dirty="0">
                  <a:latin typeface="ＭＳ Ｐゴシック" panose="020B0600070205080204" pitchFamily="50" charset="-128"/>
                  <a:ea typeface="ＭＳ Ｐゴシック" panose="020B0600070205080204" pitchFamily="50" charset="-128"/>
                  <a:cs typeface="Arial" panose="020B0604020202020204" pitchFamily="34" charset="0"/>
                </a:rPr>
                <a:t>（</a:t>
              </a:r>
              <a:r>
                <a:rPr lang="en-US" altLang="ja-JP" sz="2000" dirty="0">
                  <a:latin typeface="ＭＳ Ｐゴシック" panose="020B0600070205080204" pitchFamily="50" charset="-128"/>
                  <a:ea typeface="ＭＳ Ｐゴシック" panose="020B0600070205080204" pitchFamily="50" charset="-128"/>
                  <a:cs typeface="Arial" panose="020B0604020202020204" pitchFamily="34" charset="0"/>
                </a:rPr>
                <a:t>Threshold 10%</a:t>
              </a:r>
              <a:r>
                <a:rPr lang="ja-JP" altLang="en-US" sz="2000" dirty="0">
                  <a:latin typeface="ＭＳ Ｐゴシック" panose="020B0600070205080204" pitchFamily="50" charset="-128"/>
                  <a:ea typeface="ＭＳ Ｐゴシック" panose="020B0600070205080204" pitchFamily="50" charset="-128"/>
                  <a:cs typeface="Arial" panose="020B0604020202020204" pitchFamily="34" charset="0"/>
                </a:rPr>
                <a:t>）</a:t>
              </a:r>
              <a:endParaRPr kumimoji="1" lang="ja-JP" altLang="en-US" sz="2000" dirty="0">
                <a:latin typeface="ＭＳ Ｐゴシック" panose="020B0600070205080204" pitchFamily="50" charset="-128"/>
                <a:ea typeface="ＭＳ Ｐゴシック" panose="020B0600070205080204" pitchFamily="50" charset="-128"/>
              </a:endParaRPr>
            </a:p>
          </p:txBody>
        </p:sp>
      </p:grpSp>
      <p:grpSp>
        <p:nvGrpSpPr>
          <p:cNvPr id="8" name="グループ化 7">
            <a:extLst>
              <a:ext uri="{FF2B5EF4-FFF2-40B4-BE49-F238E27FC236}">
                <a16:creationId xmlns:a16="http://schemas.microsoft.com/office/drawing/2014/main" id="{3BA9E8A0-D903-9AFC-DA94-2E5E9C64A581}"/>
              </a:ext>
            </a:extLst>
          </p:cNvPr>
          <p:cNvGrpSpPr/>
          <p:nvPr/>
        </p:nvGrpSpPr>
        <p:grpSpPr>
          <a:xfrm>
            <a:off x="809062" y="4948263"/>
            <a:ext cx="11280628" cy="1766361"/>
            <a:chOff x="583735" y="4009022"/>
            <a:chExt cx="11280628" cy="1766361"/>
          </a:xfrm>
        </p:grpSpPr>
        <p:sp>
          <p:nvSpPr>
            <p:cNvPr id="50" name="テキスト ボックス 49">
              <a:extLst>
                <a:ext uri="{FF2B5EF4-FFF2-40B4-BE49-F238E27FC236}">
                  <a16:creationId xmlns:a16="http://schemas.microsoft.com/office/drawing/2014/main" id="{E28EB05C-6681-006D-2DBC-A94CE6AB5663}"/>
                </a:ext>
              </a:extLst>
            </p:cNvPr>
            <p:cNvSpPr txBox="1"/>
            <p:nvPr/>
          </p:nvSpPr>
          <p:spPr>
            <a:xfrm>
              <a:off x="9650628" y="5260612"/>
              <a:ext cx="2213735" cy="461665"/>
            </a:xfrm>
            <a:prstGeom prst="rect">
              <a:avLst/>
            </a:prstGeom>
            <a:noFill/>
          </p:spPr>
          <p:txBody>
            <a:bodyPr wrap="square" rtlCol="0">
              <a:spAutoFit/>
            </a:bodyPr>
            <a:lstStyle/>
            <a:p>
              <a:r>
                <a:rPr lang="en-US" altLang="ja-JP" sz="2400" dirty="0">
                  <a:latin typeface="ＭＳ Ｐゴシック" panose="020B0600070205080204" pitchFamily="50" charset="-128"/>
                  <a:ea typeface="ＭＳ Ｐゴシック" panose="020B0600070205080204" pitchFamily="50" charset="-128"/>
                  <a:cs typeface="Arial" panose="020B0604020202020204" pitchFamily="34" charset="0"/>
                </a:rPr>
                <a:t>10%</a:t>
              </a:r>
              <a:r>
                <a:rPr lang="ja-JP" altLang="en-US" sz="2400" dirty="0">
                  <a:latin typeface="ＭＳ Ｐゴシック" panose="020B0600070205080204" pitchFamily="50" charset="-128"/>
                  <a:ea typeface="ＭＳ Ｐゴシック" panose="020B0600070205080204" pitchFamily="50" charset="-128"/>
                  <a:cs typeface="Arial" panose="020B0604020202020204" pitchFamily="34" charset="0"/>
                </a:rPr>
                <a:t>以上</a:t>
              </a:r>
              <a:endParaRPr kumimoji="1" lang="ja-JP" altLang="en-US" sz="2400" dirty="0">
                <a:latin typeface="ＭＳ Ｐゴシック" panose="020B0600070205080204" pitchFamily="50" charset="-128"/>
                <a:ea typeface="ＭＳ Ｐゴシック" panose="020B0600070205080204" pitchFamily="50" charset="-128"/>
              </a:endParaRPr>
            </a:p>
          </p:txBody>
        </p:sp>
        <p:grpSp>
          <p:nvGrpSpPr>
            <p:cNvPr id="7" name="グループ化 6">
              <a:extLst>
                <a:ext uri="{FF2B5EF4-FFF2-40B4-BE49-F238E27FC236}">
                  <a16:creationId xmlns:a16="http://schemas.microsoft.com/office/drawing/2014/main" id="{9A9B4C3A-BF84-7B68-8839-A5080A076BDF}"/>
                </a:ext>
              </a:extLst>
            </p:cNvPr>
            <p:cNvGrpSpPr/>
            <p:nvPr/>
          </p:nvGrpSpPr>
          <p:grpSpPr>
            <a:xfrm>
              <a:off x="583735" y="4009022"/>
              <a:ext cx="9063950" cy="1766361"/>
              <a:chOff x="583735" y="4009022"/>
              <a:chExt cx="9063950" cy="1766361"/>
            </a:xfrm>
          </p:grpSpPr>
          <p:grpSp>
            <p:nvGrpSpPr>
              <p:cNvPr id="3" name="グループ化 2">
                <a:extLst>
                  <a:ext uri="{FF2B5EF4-FFF2-40B4-BE49-F238E27FC236}">
                    <a16:creationId xmlns:a16="http://schemas.microsoft.com/office/drawing/2014/main" id="{88E4A1F5-2378-2A6C-F0EC-DB8E6E596038}"/>
                  </a:ext>
                </a:extLst>
              </p:cNvPr>
              <p:cNvGrpSpPr/>
              <p:nvPr/>
            </p:nvGrpSpPr>
            <p:grpSpPr>
              <a:xfrm>
                <a:off x="583735" y="4093058"/>
                <a:ext cx="1158405" cy="692421"/>
                <a:chOff x="2372813" y="4389455"/>
                <a:chExt cx="3301566" cy="2148200"/>
              </a:xfrm>
            </p:grpSpPr>
            <p:pic>
              <p:nvPicPr>
                <p:cNvPr id="5" name="図 4">
                  <a:extLst>
                    <a:ext uri="{FF2B5EF4-FFF2-40B4-BE49-F238E27FC236}">
                      <a16:creationId xmlns:a16="http://schemas.microsoft.com/office/drawing/2014/main" id="{30AF4232-143D-56BF-EF90-CC2002959A96}"/>
                    </a:ext>
                  </a:extLst>
                </p:cNvPr>
                <p:cNvPicPr>
                  <a:picLocks noChangeAspect="1"/>
                </p:cNvPicPr>
                <p:nvPr/>
              </p:nvPicPr>
              <p:blipFill>
                <a:blip r:embed="rId3"/>
                <a:stretch>
                  <a:fillRect/>
                </a:stretch>
              </p:blipFill>
              <p:spPr>
                <a:xfrm>
                  <a:off x="2372813" y="4389455"/>
                  <a:ext cx="1929966" cy="776600"/>
                </a:xfrm>
                <a:prstGeom prst="rect">
                  <a:avLst/>
                </a:prstGeom>
              </p:spPr>
            </p:pic>
            <p:pic>
              <p:nvPicPr>
                <p:cNvPr id="6" name="図 5">
                  <a:extLst>
                    <a:ext uri="{FF2B5EF4-FFF2-40B4-BE49-F238E27FC236}">
                      <a16:creationId xmlns:a16="http://schemas.microsoft.com/office/drawing/2014/main" id="{578E0C08-2211-874D-ED50-A4CB4D12ED0F}"/>
                    </a:ext>
                  </a:extLst>
                </p:cNvPr>
                <p:cNvPicPr>
                  <a:picLocks noChangeAspect="1"/>
                </p:cNvPicPr>
                <p:nvPr/>
              </p:nvPicPr>
              <p:blipFill>
                <a:blip r:embed="rId3"/>
                <a:stretch>
                  <a:fillRect/>
                </a:stretch>
              </p:blipFill>
              <p:spPr>
                <a:xfrm>
                  <a:off x="2525213" y="4541855"/>
                  <a:ext cx="1929966" cy="776600"/>
                </a:xfrm>
                <a:prstGeom prst="rect">
                  <a:avLst/>
                </a:prstGeom>
              </p:spPr>
            </p:pic>
            <p:pic>
              <p:nvPicPr>
                <p:cNvPr id="9" name="図 8">
                  <a:extLst>
                    <a:ext uri="{FF2B5EF4-FFF2-40B4-BE49-F238E27FC236}">
                      <a16:creationId xmlns:a16="http://schemas.microsoft.com/office/drawing/2014/main" id="{9B438453-5286-2D26-C3E4-11EEEADC0A93}"/>
                    </a:ext>
                  </a:extLst>
                </p:cNvPr>
                <p:cNvPicPr>
                  <a:picLocks noChangeAspect="1"/>
                </p:cNvPicPr>
                <p:nvPr/>
              </p:nvPicPr>
              <p:blipFill>
                <a:blip r:embed="rId3"/>
                <a:stretch>
                  <a:fillRect/>
                </a:stretch>
              </p:blipFill>
              <p:spPr>
                <a:xfrm>
                  <a:off x="2677613" y="4694255"/>
                  <a:ext cx="1929966" cy="776600"/>
                </a:xfrm>
                <a:prstGeom prst="rect">
                  <a:avLst/>
                </a:prstGeom>
              </p:spPr>
            </p:pic>
            <p:pic>
              <p:nvPicPr>
                <p:cNvPr id="10" name="図 9">
                  <a:extLst>
                    <a:ext uri="{FF2B5EF4-FFF2-40B4-BE49-F238E27FC236}">
                      <a16:creationId xmlns:a16="http://schemas.microsoft.com/office/drawing/2014/main" id="{CCF2C65C-74D3-5F62-9266-E80F9B35E9CD}"/>
                    </a:ext>
                  </a:extLst>
                </p:cNvPr>
                <p:cNvPicPr>
                  <a:picLocks noChangeAspect="1"/>
                </p:cNvPicPr>
                <p:nvPr/>
              </p:nvPicPr>
              <p:blipFill>
                <a:blip r:embed="rId3"/>
                <a:stretch>
                  <a:fillRect/>
                </a:stretch>
              </p:blipFill>
              <p:spPr>
                <a:xfrm>
                  <a:off x="2830013" y="4846655"/>
                  <a:ext cx="1929966" cy="776600"/>
                </a:xfrm>
                <a:prstGeom prst="rect">
                  <a:avLst/>
                </a:prstGeom>
              </p:spPr>
            </p:pic>
            <p:pic>
              <p:nvPicPr>
                <p:cNvPr id="12" name="図 11">
                  <a:extLst>
                    <a:ext uri="{FF2B5EF4-FFF2-40B4-BE49-F238E27FC236}">
                      <a16:creationId xmlns:a16="http://schemas.microsoft.com/office/drawing/2014/main" id="{AD0FD248-6EB0-7831-CD41-D463E5E24DF0}"/>
                    </a:ext>
                  </a:extLst>
                </p:cNvPr>
                <p:cNvPicPr>
                  <a:picLocks noChangeAspect="1"/>
                </p:cNvPicPr>
                <p:nvPr/>
              </p:nvPicPr>
              <p:blipFill>
                <a:blip r:embed="rId3"/>
                <a:stretch>
                  <a:fillRect/>
                </a:stretch>
              </p:blipFill>
              <p:spPr>
                <a:xfrm>
                  <a:off x="2982413" y="4999055"/>
                  <a:ext cx="1929966" cy="776600"/>
                </a:xfrm>
                <a:prstGeom prst="rect">
                  <a:avLst/>
                </a:prstGeom>
              </p:spPr>
            </p:pic>
            <p:pic>
              <p:nvPicPr>
                <p:cNvPr id="18" name="図 17">
                  <a:extLst>
                    <a:ext uri="{FF2B5EF4-FFF2-40B4-BE49-F238E27FC236}">
                      <a16:creationId xmlns:a16="http://schemas.microsoft.com/office/drawing/2014/main" id="{957EDDE3-8B65-5641-99B8-8F998263F0B0}"/>
                    </a:ext>
                  </a:extLst>
                </p:cNvPr>
                <p:cNvPicPr>
                  <a:picLocks noChangeAspect="1"/>
                </p:cNvPicPr>
                <p:nvPr/>
              </p:nvPicPr>
              <p:blipFill>
                <a:blip r:embed="rId3"/>
                <a:stretch>
                  <a:fillRect/>
                </a:stretch>
              </p:blipFill>
              <p:spPr>
                <a:xfrm>
                  <a:off x="3134813" y="5151455"/>
                  <a:ext cx="1929966" cy="776600"/>
                </a:xfrm>
                <a:prstGeom prst="rect">
                  <a:avLst/>
                </a:prstGeom>
              </p:spPr>
            </p:pic>
            <p:pic>
              <p:nvPicPr>
                <p:cNvPr id="19" name="図 18">
                  <a:extLst>
                    <a:ext uri="{FF2B5EF4-FFF2-40B4-BE49-F238E27FC236}">
                      <a16:creationId xmlns:a16="http://schemas.microsoft.com/office/drawing/2014/main" id="{E5B41A6C-47A0-77D2-53D6-1DB34C831221}"/>
                    </a:ext>
                  </a:extLst>
                </p:cNvPr>
                <p:cNvPicPr>
                  <a:picLocks noChangeAspect="1"/>
                </p:cNvPicPr>
                <p:nvPr/>
              </p:nvPicPr>
              <p:blipFill>
                <a:blip r:embed="rId3"/>
                <a:stretch>
                  <a:fillRect/>
                </a:stretch>
              </p:blipFill>
              <p:spPr>
                <a:xfrm>
                  <a:off x="3287213" y="5303855"/>
                  <a:ext cx="1929966" cy="776600"/>
                </a:xfrm>
                <a:prstGeom prst="rect">
                  <a:avLst/>
                </a:prstGeom>
              </p:spPr>
            </p:pic>
            <p:pic>
              <p:nvPicPr>
                <p:cNvPr id="20" name="図 19">
                  <a:extLst>
                    <a:ext uri="{FF2B5EF4-FFF2-40B4-BE49-F238E27FC236}">
                      <a16:creationId xmlns:a16="http://schemas.microsoft.com/office/drawing/2014/main" id="{1EA083FA-F1BF-DBBA-C271-8CA321A3A778}"/>
                    </a:ext>
                  </a:extLst>
                </p:cNvPr>
                <p:cNvPicPr>
                  <a:picLocks noChangeAspect="1"/>
                </p:cNvPicPr>
                <p:nvPr/>
              </p:nvPicPr>
              <p:blipFill>
                <a:blip r:embed="rId3"/>
                <a:stretch>
                  <a:fillRect/>
                </a:stretch>
              </p:blipFill>
              <p:spPr>
                <a:xfrm>
                  <a:off x="3439613" y="5456255"/>
                  <a:ext cx="1929966" cy="776600"/>
                </a:xfrm>
                <a:prstGeom prst="rect">
                  <a:avLst/>
                </a:prstGeom>
              </p:spPr>
            </p:pic>
            <p:pic>
              <p:nvPicPr>
                <p:cNvPr id="21" name="図 20">
                  <a:extLst>
                    <a:ext uri="{FF2B5EF4-FFF2-40B4-BE49-F238E27FC236}">
                      <a16:creationId xmlns:a16="http://schemas.microsoft.com/office/drawing/2014/main" id="{4115AFC5-C80F-D5E6-2B37-77BDF5D4DB0C}"/>
                    </a:ext>
                  </a:extLst>
                </p:cNvPr>
                <p:cNvPicPr>
                  <a:picLocks noChangeAspect="1"/>
                </p:cNvPicPr>
                <p:nvPr/>
              </p:nvPicPr>
              <p:blipFill>
                <a:blip r:embed="rId3"/>
                <a:stretch>
                  <a:fillRect/>
                </a:stretch>
              </p:blipFill>
              <p:spPr>
                <a:xfrm>
                  <a:off x="3592013" y="5608655"/>
                  <a:ext cx="1929966" cy="776600"/>
                </a:xfrm>
                <a:prstGeom prst="rect">
                  <a:avLst/>
                </a:prstGeom>
              </p:spPr>
            </p:pic>
            <p:pic>
              <p:nvPicPr>
                <p:cNvPr id="22" name="図 21">
                  <a:extLst>
                    <a:ext uri="{FF2B5EF4-FFF2-40B4-BE49-F238E27FC236}">
                      <a16:creationId xmlns:a16="http://schemas.microsoft.com/office/drawing/2014/main" id="{7B9887F3-3053-8971-0EA2-DAE127046519}"/>
                    </a:ext>
                  </a:extLst>
                </p:cNvPr>
                <p:cNvPicPr>
                  <a:picLocks noChangeAspect="1"/>
                </p:cNvPicPr>
                <p:nvPr/>
              </p:nvPicPr>
              <p:blipFill>
                <a:blip r:embed="rId3"/>
                <a:stretch>
                  <a:fillRect/>
                </a:stretch>
              </p:blipFill>
              <p:spPr>
                <a:xfrm>
                  <a:off x="3744413" y="5761055"/>
                  <a:ext cx="1929966" cy="776600"/>
                </a:xfrm>
                <a:prstGeom prst="rect">
                  <a:avLst/>
                </a:prstGeom>
              </p:spPr>
            </p:pic>
          </p:grpSp>
          <p:grpSp>
            <p:nvGrpSpPr>
              <p:cNvPr id="23" name="グループ化 22">
                <a:extLst>
                  <a:ext uri="{FF2B5EF4-FFF2-40B4-BE49-F238E27FC236}">
                    <a16:creationId xmlns:a16="http://schemas.microsoft.com/office/drawing/2014/main" id="{23681389-2473-CBE9-A900-EED13202E4CA}"/>
                  </a:ext>
                </a:extLst>
              </p:cNvPr>
              <p:cNvGrpSpPr/>
              <p:nvPr/>
            </p:nvGrpSpPr>
            <p:grpSpPr>
              <a:xfrm>
                <a:off x="3723455" y="4058145"/>
                <a:ext cx="1158405" cy="692421"/>
                <a:chOff x="2372813" y="4389455"/>
                <a:chExt cx="3301566" cy="2148200"/>
              </a:xfrm>
            </p:grpSpPr>
            <p:pic>
              <p:nvPicPr>
                <p:cNvPr id="24" name="図 23">
                  <a:extLst>
                    <a:ext uri="{FF2B5EF4-FFF2-40B4-BE49-F238E27FC236}">
                      <a16:creationId xmlns:a16="http://schemas.microsoft.com/office/drawing/2014/main" id="{3E464742-5AE6-100C-A0DB-4298296BE143}"/>
                    </a:ext>
                  </a:extLst>
                </p:cNvPr>
                <p:cNvPicPr>
                  <a:picLocks noChangeAspect="1"/>
                </p:cNvPicPr>
                <p:nvPr/>
              </p:nvPicPr>
              <p:blipFill>
                <a:blip r:embed="rId3"/>
                <a:stretch>
                  <a:fillRect/>
                </a:stretch>
              </p:blipFill>
              <p:spPr>
                <a:xfrm>
                  <a:off x="2372813" y="4389455"/>
                  <a:ext cx="1929966" cy="776600"/>
                </a:xfrm>
                <a:prstGeom prst="rect">
                  <a:avLst/>
                </a:prstGeom>
              </p:spPr>
            </p:pic>
            <p:pic>
              <p:nvPicPr>
                <p:cNvPr id="25" name="図 24">
                  <a:extLst>
                    <a:ext uri="{FF2B5EF4-FFF2-40B4-BE49-F238E27FC236}">
                      <a16:creationId xmlns:a16="http://schemas.microsoft.com/office/drawing/2014/main" id="{A9F22C79-FCE1-1247-95B5-0E38CB0ACB22}"/>
                    </a:ext>
                  </a:extLst>
                </p:cNvPr>
                <p:cNvPicPr>
                  <a:picLocks noChangeAspect="1"/>
                </p:cNvPicPr>
                <p:nvPr/>
              </p:nvPicPr>
              <p:blipFill>
                <a:blip r:embed="rId3"/>
                <a:stretch>
                  <a:fillRect/>
                </a:stretch>
              </p:blipFill>
              <p:spPr>
                <a:xfrm>
                  <a:off x="2525213" y="4541855"/>
                  <a:ext cx="1929966" cy="776600"/>
                </a:xfrm>
                <a:prstGeom prst="rect">
                  <a:avLst/>
                </a:prstGeom>
              </p:spPr>
            </p:pic>
            <p:pic>
              <p:nvPicPr>
                <p:cNvPr id="26" name="図 25">
                  <a:extLst>
                    <a:ext uri="{FF2B5EF4-FFF2-40B4-BE49-F238E27FC236}">
                      <a16:creationId xmlns:a16="http://schemas.microsoft.com/office/drawing/2014/main" id="{6D5B98DD-C965-B8F5-0312-0C0A8B4DD271}"/>
                    </a:ext>
                  </a:extLst>
                </p:cNvPr>
                <p:cNvPicPr>
                  <a:picLocks noChangeAspect="1"/>
                </p:cNvPicPr>
                <p:nvPr/>
              </p:nvPicPr>
              <p:blipFill>
                <a:blip r:embed="rId3"/>
                <a:stretch>
                  <a:fillRect/>
                </a:stretch>
              </p:blipFill>
              <p:spPr>
                <a:xfrm>
                  <a:off x="2677613" y="4694255"/>
                  <a:ext cx="1929966" cy="776600"/>
                </a:xfrm>
                <a:prstGeom prst="rect">
                  <a:avLst/>
                </a:prstGeom>
              </p:spPr>
            </p:pic>
            <p:pic>
              <p:nvPicPr>
                <p:cNvPr id="27" name="図 26">
                  <a:extLst>
                    <a:ext uri="{FF2B5EF4-FFF2-40B4-BE49-F238E27FC236}">
                      <a16:creationId xmlns:a16="http://schemas.microsoft.com/office/drawing/2014/main" id="{38F95625-46AC-576A-725C-DBD73C0AF701}"/>
                    </a:ext>
                  </a:extLst>
                </p:cNvPr>
                <p:cNvPicPr>
                  <a:picLocks noChangeAspect="1"/>
                </p:cNvPicPr>
                <p:nvPr/>
              </p:nvPicPr>
              <p:blipFill>
                <a:blip r:embed="rId3"/>
                <a:stretch>
                  <a:fillRect/>
                </a:stretch>
              </p:blipFill>
              <p:spPr>
                <a:xfrm>
                  <a:off x="2830013" y="4846655"/>
                  <a:ext cx="1929966" cy="776600"/>
                </a:xfrm>
                <a:prstGeom prst="rect">
                  <a:avLst/>
                </a:prstGeom>
              </p:spPr>
            </p:pic>
            <p:pic>
              <p:nvPicPr>
                <p:cNvPr id="28" name="図 27">
                  <a:extLst>
                    <a:ext uri="{FF2B5EF4-FFF2-40B4-BE49-F238E27FC236}">
                      <a16:creationId xmlns:a16="http://schemas.microsoft.com/office/drawing/2014/main" id="{F23D886B-66C6-1BE4-2952-7CF3E485AD8B}"/>
                    </a:ext>
                  </a:extLst>
                </p:cNvPr>
                <p:cNvPicPr>
                  <a:picLocks noChangeAspect="1"/>
                </p:cNvPicPr>
                <p:nvPr/>
              </p:nvPicPr>
              <p:blipFill>
                <a:blip r:embed="rId3"/>
                <a:stretch>
                  <a:fillRect/>
                </a:stretch>
              </p:blipFill>
              <p:spPr>
                <a:xfrm>
                  <a:off x="2982413" y="4999055"/>
                  <a:ext cx="1929966" cy="776600"/>
                </a:xfrm>
                <a:prstGeom prst="rect">
                  <a:avLst/>
                </a:prstGeom>
              </p:spPr>
            </p:pic>
            <p:pic>
              <p:nvPicPr>
                <p:cNvPr id="29" name="図 28">
                  <a:extLst>
                    <a:ext uri="{FF2B5EF4-FFF2-40B4-BE49-F238E27FC236}">
                      <a16:creationId xmlns:a16="http://schemas.microsoft.com/office/drawing/2014/main" id="{B12E3C1D-E995-1969-5F9A-A91436E64106}"/>
                    </a:ext>
                  </a:extLst>
                </p:cNvPr>
                <p:cNvPicPr>
                  <a:picLocks noChangeAspect="1"/>
                </p:cNvPicPr>
                <p:nvPr/>
              </p:nvPicPr>
              <p:blipFill>
                <a:blip r:embed="rId3"/>
                <a:stretch>
                  <a:fillRect/>
                </a:stretch>
              </p:blipFill>
              <p:spPr>
                <a:xfrm>
                  <a:off x="3134813" y="5151455"/>
                  <a:ext cx="1929966" cy="776600"/>
                </a:xfrm>
                <a:prstGeom prst="rect">
                  <a:avLst/>
                </a:prstGeom>
              </p:spPr>
            </p:pic>
            <p:pic>
              <p:nvPicPr>
                <p:cNvPr id="30" name="図 29">
                  <a:extLst>
                    <a:ext uri="{FF2B5EF4-FFF2-40B4-BE49-F238E27FC236}">
                      <a16:creationId xmlns:a16="http://schemas.microsoft.com/office/drawing/2014/main" id="{51DB085B-8C43-EE5A-AFFB-EED991EA2BF1}"/>
                    </a:ext>
                  </a:extLst>
                </p:cNvPr>
                <p:cNvPicPr>
                  <a:picLocks noChangeAspect="1"/>
                </p:cNvPicPr>
                <p:nvPr/>
              </p:nvPicPr>
              <p:blipFill>
                <a:blip r:embed="rId3"/>
                <a:stretch>
                  <a:fillRect/>
                </a:stretch>
              </p:blipFill>
              <p:spPr>
                <a:xfrm>
                  <a:off x="3287213" y="5303855"/>
                  <a:ext cx="1929966" cy="776600"/>
                </a:xfrm>
                <a:prstGeom prst="rect">
                  <a:avLst/>
                </a:prstGeom>
              </p:spPr>
            </p:pic>
            <p:pic>
              <p:nvPicPr>
                <p:cNvPr id="31" name="図 30">
                  <a:extLst>
                    <a:ext uri="{FF2B5EF4-FFF2-40B4-BE49-F238E27FC236}">
                      <a16:creationId xmlns:a16="http://schemas.microsoft.com/office/drawing/2014/main" id="{2894FA6A-59CA-9E72-5AFD-8C6D7661421D}"/>
                    </a:ext>
                  </a:extLst>
                </p:cNvPr>
                <p:cNvPicPr>
                  <a:picLocks noChangeAspect="1"/>
                </p:cNvPicPr>
                <p:nvPr/>
              </p:nvPicPr>
              <p:blipFill>
                <a:blip r:embed="rId3"/>
                <a:stretch>
                  <a:fillRect/>
                </a:stretch>
              </p:blipFill>
              <p:spPr>
                <a:xfrm>
                  <a:off x="3439613" y="5456255"/>
                  <a:ext cx="1929966" cy="776600"/>
                </a:xfrm>
                <a:prstGeom prst="rect">
                  <a:avLst/>
                </a:prstGeom>
              </p:spPr>
            </p:pic>
            <p:pic>
              <p:nvPicPr>
                <p:cNvPr id="32" name="図 31">
                  <a:extLst>
                    <a:ext uri="{FF2B5EF4-FFF2-40B4-BE49-F238E27FC236}">
                      <a16:creationId xmlns:a16="http://schemas.microsoft.com/office/drawing/2014/main" id="{6F8AB4EF-9D16-04FF-C445-664E191ABC26}"/>
                    </a:ext>
                  </a:extLst>
                </p:cNvPr>
                <p:cNvPicPr>
                  <a:picLocks noChangeAspect="1"/>
                </p:cNvPicPr>
                <p:nvPr/>
              </p:nvPicPr>
              <p:blipFill>
                <a:blip r:embed="rId3"/>
                <a:stretch>
                  <a:fillRect/>
                </a:stretch>
              </p:blipFill>
              <p:spPr>
                <a:xfrm>
                  <a:off x="3592013" y="5608655"/>
                  <a:ext cx="1929966" cy="776600"/>
                </a:xfrm>
                <a:prstGeom prst="rect">
                  <a:avLst/>
                </a:prstGeom>
              </p:spPr>
            </p:pic>
            <p:pic>
              <p:nvPicPr>
                <p:cNvPr id="33" name="図 32">
                  <a:extLst>
                    <a:ext uri="{FF2B5EF4-FFF2-40B4-BE49-F238E27FC236}">
                      <a16:creationId xmlns:a16="http://schemas.microsoft.com/office/drawing/2014/main" id="{61A95A5A-4BD7-FA0C-0A22-B8671091119B}"/>
                    </a:ext>
                  </a:extLst>
                </p:cNvPr>
                <p:cNvPicPr>
                  <a:picLocks noChangeAspect="1"/>
                </p:cNvPicPr>
                <p:nvPr/>
              </p:nvPicPr>
              <p:blipFill>
                <a:blip r:embed="rId3"/>
                <a:stretch>
                  <a:fillRect/>
                </a:stretch>
              </p:blipFill>
              <p:spPr>
                <a:xfrm>
                  <a:off x="3744413" y="5761055"/>
                  <a:ext cx="1929966" cy="776600"/>
                </a:xfrm>
                <a:prstGeom prst="rect">
                  <a:avLst/>
                </a:prstGeom>
              </p:spPr>
            </p:pic>
          </p:grpSp>
          <p:grpSp>
            <p:nvGrpSpPr>
              <p:cNvPr id="34" name="グループ化 33">
                <a:extLst>
                  <a:ext uri="{FF2B5EF4-FFF2-40B4-BE49-F238E27FC236}">
                    <a16:creationId xmlns:a16="http://schemas.microsoft.com/office/drawing/2014/main" id="{29618116-7981-B721-DD5D-7F2DC5CD09A8}"/>
                  </a:ext>
                </a:extLst>
              </p:cNvPr>
              <p:cNvGrpSpPr/>
              <p:nvPr/>
            </p:nvGrpSpPr>
            <p:grpSpPr>
              <a:xfrm>
                <a:off x="7705368" y="4009022"/>
                <a:ext cx="1158405" cy="692421"/>
                <a:chOff x="2372813" y="4389455"/>
                <a:chExt cx="3301566" cy="2148200"/>
              </a:xfrm>
            </p:grpSpPr>
            <p:pic>
              <p:nvPicPr>
                <p:cNvPr id="35" name="図 34">
                  <a:extLst>
                    <a:ext uri="{FF2B5EF4-FFF2-40B4-BE49-F238E27FC236}">
                      <a16:creationId xmlns:a16="http://schemas.microsoft.com/office/drawing/2014/main" id="{EDF13DAC-F622-1BB9-4091-0B6E67719389}"/>
                    </a:ext>
                  </a:extLst>
                </p:cNvPr>
                <p:cNvPicPr>
                  <a:picLocks noChangeAspect="1"/>
                </p:cNvPicPr>
                <p:nvPr/>
              </p:nvPicPr>
              <p:blipFill>
                <a:blip r:embed="rId3"/>
                <a:stretch>
                  <a:fillRect/>
                </a:stretch>
              </p:blipFill>
              <p:spPr>
                <a:xfrm>
                  <a:off x="2372813" y="4389455"/>
                  <a:ext cx="1929966" cy="776600"/>
                </a:xfrm>
                <a:prstGeom prst="rect">
                  <a:avLst/>
                </a:prstGeom>
              </p:spPr>
            </p:pic>
            <p:pic>
              <p:nvPicPr>
                <p:cNvPr id="36" name="図 35">
                  <a:extLst>
                    <a:ext uri="{FF2B5EF4-FFF2-40B4-BE49-F238E27FC236}">
                      <a16:creationId xmlns:a16="http://schemas.microsoft.com/office/drawing/2014/main" id="{D20A0B97-34BD-C3D0-39FA-072D4A6C96C6}"/>
                    </a:ext>
                  </a:extLst>
                </p:cNvPr>
                <p:cNvPicPr>
                  <a:picLocks noChangeAspect="1"/>
                </p:cNvPicPr>
                <p:nvPr/>
              </p:nvPicPr>
              <p:blipFill>
                <a:blip r:embed="rId3"/>
                <a:stretch>
                  <a:fillRect/>
                </a:stretch>
              </p:blipFill>
              <p:spPr>
                <a:xfrm>
                  <a:off x="2525213" y="4541855"/>
                  <a:ext cx="1929966" cy="776600"/>
                </a:xfrm>
                <a:prstGeom prst="rect">
                  <a:avLst/>
                </a:prstGeom>
              </p:spPr>
            </p:pic>
            <p:pic>
              <p:nvPicPr>
                <p:cNvPr id="37" name="図 36">
                  <a:extLst>
                    <a:ext uri="{FF2B5EF4-FFF2-40B4-BE49-F238E27FC236}">
                      <a16:creationId xmlns:a16="http://schemas.microsoft.com/office/drawing/2014/main" id="{DA4184E2-E4CC-8B43-A692-33E543677F5A}"/>
                    </a:ext>
                  </a:extLst>
                </p:cNvPr>
                <p:cNvPicPr>
                  <a:picLocks noChangeAspect="1"/>
                </p:cNvPicPr>
                <p:nvPr/>
              </p:nvPicPr>
              <p:blipFill>
                <a:blip r:embed="rId3"/>
                <a:stretch>
                  <a:fillRect/>
                </a:stretch>
              </p:blipFill>
              <p:spPr>
                <a:xfrm>
                  <a:off x="2677613" y="4694255"/>
                  <a:ext cx="1929966" cy="776600"/>
                </a:xfrm>
                <a:prstGeom prst="rect">
                  <a:avLst/>
                </a:prstGeom>
              </p:spPr>
            </p:pic>
            <p:pic>
              <p:nvPicPr>
                <p:cNvPr id="38" name="図 37">
                  <a:extLst>
                    <a:ext uri="{FF2B5EF4-FFF2-40B4-BE49-F238E27FC236}">
                      <a16:creationId xmlns:a16="http://schemas.microsoft.com/office/drawing/2014/main" id="{62B93919-ACBF-FAEF-FBFF-E8CC9DE6A6FE}"/>
                    </a:ext>
                  </a:extLst>
                </p:cNvPr>
                <p:cNvPicPr>
                  <a:picLocks noChangeAspect="1"/>
                </p:cNvPicPr>
                <p:nvPr/>
              </p:nvPicPr>
              <p:blipFill>
                <a:blip r:embed="rId3"/>
                <a:stretch>
                  <a:fillRect/>
                </a:stretch>
              </p:blipFill>
              <p:spPr>
                <a:xfrm>
                  <a:off x="2830013" y="4846655"/>
                  <a:ext cx="1929966" cy="776600"/>
                </a:xfrm>
                <a:prstGeom prst="rect">
                  <a:avLst/>
                </a:prstGeom>
              </p:spPr>
            </p:pic>
            <p:pic>
              <p:nvPicPr>
                <p:cNvPr id="39" name="図 38">
                  <a:extLst>
                    <a:ext uri="{FF2B5EF4-FFF2-40B4-BE49-F238E27FC236}">
                      <a16:creationId xmlns:a16="http://schemas.microsoft.com/office/drawing/2014/main" id="{373E6530-C51B-20AF-CCE5-561B12A6C460}"/>
                    </a:ext>
                  </a:extLst>
                </p:cNvPr>
                <p:cNvPicPr>
                  <a:picLocks noChangeAspect="1"/>
                </p:cNvPicPr>
                <p:nvPr/>
              </p:nvPicPr>
              <p:blipFill>
                <a:blip r:embed="rId3"/>
                <a:stretch>
                  <a:fillRect/>
                </a:stretch>
              </p:blipFill>
              <p:spPr>
                <a:xfrm>
                  <a:off x="2982413" y="4999055"/>
                  <a:ext cx="1929966" cy="776600"/>
                </a:xfrm>
                <a:prstGeom prst="rect">
                  <a:avLst/>
                </a:prstGeom>
              </p:spPr>
            </p:pic>
            <p:pic>
              <p:nvPicPr>
                <p:cNvPr id="40" name="図 39">
                  <a:extLst>
                    <a:ext uri="{FF2B5EF4-FFF2-40B4-BE49-F238E27FC236}">
                      <a16:creationId xmlns:a16="http://schemas.microsoft.com/office/drawing/2014/main" id="{88FF8F55-D878-6D2D-00E5-B5D0D7423F7E}"/>
                    </a:ext>
                  </a:extLst>
                </p:cNvPr>
                <p:cNvPicPr>
                  <a:picLocks noChangeAspect="1"/>
                </p:cNvPicPr>
                <p:nvPr/>
              </p:nvPicPr>
              <p:blipFill>
                <a:blip r:embed="rId3"/>
                <a:stretch>
                  <a:fillRect/>
                </a:stretch>
              </p:blipFill>
              <p:spPr>
                <a:xfrm>
                  <a:off x="3134813" y="5151455"/>
                  <a:ext cx="1929966" cy="776600"/>
                </a:xfrm>
                <a:prstGeom prst="rect">
                  <a:avLst/>
                </a:prstGeom>
              </p:spPr>
            </p:pic>
            <p:pic>
              <p:nvPicPr>
                <p:cNvPr id="41" name="図 40">
                  <a:extLst>
                    <a:ext uri="{FF2B5EF4-FFF2-40B4-BE49-F238E27FC236}">
                      <a16:creationId xmlns:a16="http://schemas.microsoft.com/office/drawing/2014/main" id="{3204962E-23F4-4E4D-D15D-1B0006BC50E5}"/>
                    </a:ext>
                  </a:extLst>
                </p:cNvPr>
                <p:cNvPicPr>
                  <a:picLocks noChangeAspect="1"/>
                </p:cNvPicPr>
                <p:nvPr/>
              </p:nvPicPr>
              <p:blipFill>
                <a:blip r:embed="rId3"/>
                <a:stretch>
                  <a:fillRect/>
                </a:stretch>
              </p:blipFill>
              <p:spPr>
                <a:xfrm>
                  <a:off x="3287213" y="5303855"/>
                  <a:ext cx="1929966" cy="776600"/>
                </a:xfrm>
                <a:prstGeom prst="rect">
                  <a:avLst/>
                </a:prstGeom>
              </p:spPr>
            </p:pic>
            <p:pic>
              <p:nvPicPr>
                <p:cNvPr id="42" name="図 41">
                  <a:extLst>
                    <a:ext uri="{FF2B5EF4-FFF2-40B4-BE49-F238E27FC236}">
                      <a16:creationId xmlns:a16="http://schemas.microsoft.com/office/drawing/2014/main" id="{ABD9648E-CBF7-0B9D-F43A-9A2134B560C3}"/>
                    </a:ext>
                  </a:extLst>
                </p:cNvPr>
                <p:cNvPicPr>
                  <a:picLocks noChangeAspect="1"/>
                </p:cNvPicPr>
                <p:nvPr/>
              </p:nvPicPr>
              <p:blipFill>
                <a:blip r:embed="rId3"/>
                <a:stretch>
                  <a:fillRect/>
                </a:stretch>
              </p:blipFill>
              <p:spPr>
                <a:xfrm>
                  <a:off x="3439613" y="5456255"/>
                  <a:ext cx="1929966" cy="776600"/>
                </a:xfrm>
                <a:prstGeom prst="rect">
                  <a:avLst/>
                </a:prstGeom>
              </p:spPr>
            </p:pic>
            <p:pic>
              <p:nvPicPr>
                <p:cNvPr id="43" name="図 42">
                  <a:extLst>
                    <a:ext uri="{FF2B5EF4-FFF2-40B4-BE49-F238E27FC236}">
                      <a16:creationId xmlns:a16="http://schemas.microsoft.com/office/drawing/2014/main" id="{0905864A-583E-DFF1-5496-FEE9B96D148C}"/>
                    </a:ext>
                  </a:extLst>
                </p:cNvPr>
                <p:cNvPicPr>
                  <a:picLocks noChangeAspect="1"/>
                </p:cNvPicPr>
                <p:nvPr/>
              </p:nvPicPr>
              <p:blipFill>
                <a:blip r:embed="rId3"/>
                <a:stretch>
                  <a:fillRect/>
                </a:stretch>
              </p:blipFill>
              <p:spPr>
                <a:xfrm>
                  <a:off x="3592013" y="5608655"/>
                  <a:ext cx="1929966" cy="776600"/>
                </a:xfrm>
                <a:prstGeom prst="rect">
                  <a:avLst/>
                </a:prstGeom>
              </p:spPr>
            </p:pic>
            <p:pic>
              <p:nvPicPr>
                <p:cNvPr id="44" name="図 43">
                  <a:extLst>
                    <a:ext uri="{FF2B5EF4-FFF2-40B4-BE49-F238E27FC236}">
                      <a16:creationId xmlns:a16="http://schemas.microsoft.com/office/drawing/2014/main" id="{8334A681-2680-FB07-42DE-6D58763E50E3}"/>
                    </a:ext>
                  </a:extLst>
                </p:cNvPr>
                <p:cNvPicPr>
                  <a:picLocks noChangeAspect="1"/>
                </p:cNvPicPr>
                <p:nvPr/>
              </p:nvPicPr>
              <p:blipFill>
                <a:blip r:embed="rId3"/>
                <a:stretch>
                  <a:fillRect/>
                </a:stretch>
              </p:blipFill>
              <p:spPr>
                <a:xfrm>
                  <a:off x="3744413" y="5761055"/>
                  <a:ext cx="1929966" cy="776600"/>
                </a:xfrm>
                <a:prstGeom prst="rect">
                  <a:avLst/>
                </a:prstGeom>
              </p:spPr>
            </p:pic>
          </p:grpSp>
          <p:pic>
            <p:nvPicPr>
              <p:cNvPr id="45" name="グラフィックス 44" descr="右矢印 単色塗りつぶし">
                <a:extLst>
                  <a:ext uri="{FF2B5EF4-FFF2-40B4-BE49-F238E27FC236}">
                    <a16:creationId xmlns:a16="http://schemas.microsoft.com/office/drawing/2014/main" id="{FDABC9C8-60AA-A7ED-CE18-60A8B5BB75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936031">
                <a:off x="1508956" y="4707932"/>
                <a:ext cx="555309" cy="827972"/>
              </a:xfrm>
              <a:prstGeom prst="rect">
                <a:avLst/>
              </a:prstGeom>
            </p:spPr>
          </p:pic>
          <p:sp>
            <p:nvSpPr>
              <p:cNvPr id="46" name="テキスト ボックス 45">
                <a:extLst>
                  <a:ext uri="{FF2B5EF4-FFF2-40B4-BE49-F238E27FC236}">
                    <a16:creationId xmlns:a16="http://schemas.microsoft.com/office/drawing/2014/main" id="{69D1EC2B-B42B-BD9B-03AB-17299E5B5BA6}"/>
                  </a:ext>
                </a:extLst>
              </p:cNvPr>
              <p:cNvSpPr txBox="1"/>
              <p:nvPr/>
            </p:nvSpPr>
            <p:spPr>
              <a:xfrm>
                <a:off x="2088923" y="5313718"/>
                <a:ext cx="2213735" cy="461665"/>
              </a:xfrm>
              <a:prstGeom prst="rect">
                <a:avLst/>
              </a:prstGeom>
              <a:noFill/>
            </p:spPr>
            <p:txBody>
              <a:bodyPr wrap="square" rtlCol="0">
                <a:spAutoFit/>
              </a:bodyPr>
              <a:lstStyle/>
              <a:p>
                <a:r>
                  <a:rPr lang="ja-JP" altLang="en-US" sz="2400">
                    <a:latin typeface="ＭＳ Ｐゴシック" panose="020B0600070205080204" pitchFamily="50" charset="-128"/>
                    <a:ea typeface="ＭＳ Ｐゴシック" panose="020B0600070205080204" pitchFamily="50" charset="-128"/>
                  </a:rPr>
                  <a:t>中央のみ</a:t>
                </a:r>
                <a:endParaRPr kumimoji="1" lang="ja-JP" altLang="en-US" sz="2400">
                  <a:latin typeface="ＭＳ Ｐゴシック" panose="020B0600070205080204" pitchFamily="50" charset="-128"/>
                  <a:ea typeface="ＭＳ Ｐゴシック" panose="020B0600070205080204" pitchFamily="50" charset="-128"/>
                </a:endParaRPr>
              </a:p>
            </p:txBody>
          </p:sp>
          <p:sp>
            <p:nvSpPr>
              <p:cNvPr id="47" name="テキスト ボックス 46">
                <a:extLst>
                  <a:ext uri="{FF2B5EF4-FFF2-40B4-BE49-F238E27FC236}">
                    <a16:creationId xmlns:a16="http://schemas.microsoft.com/office/drawing/2014/main" id="{C6691AB9-CCCB-0FBC-F7CB-3BF2C0A5BFFE}"/>
                  </a:ext>
                </a:extLst>
              </p:cNvPr>
              <p:cNvSpPr txBox="1"/>
              <p:nvPr/>
            </p:nvSpPr>
            <p:spPr>
              <a:xfrm>
                <a:off x="5450776" y="5260612"/>
                <a:ext cx="2612592" cy="461665"/>
              </a:xfrm>
              <a:prstGeom prst="rect">
                <a:avLst/>
              </a:prstGeom>
              <a:noFill/>
            </p:spPr>
            <p:txBody>
              <a:bodyPr wrap="square" rtlCol="0">
                <a:spAutoFit/>
              </a:bodyPr>
              <a:lstStyle/>
              <a:p>
                <a:r>
                  <a:rPr kumimoji="1" lang="ja-JP" altLang="en-US" sz="2400">
                    <a:latin typeface="ＭＳ Ｐゴシック" panose="020B0600070205080204" pitchFamily="50" charset="-128"/>
                    <a:ea typeface="ＭＳ Ｐゴシック" panose="020B0600070205080204" pitchFamily="50" charset="-128"/>
                  </a:rPr>
                  <a:t>ランダムにひとつ</a:t>
                </a:r>
              </a:p>
            </p:txBody>
          </p:sp>
          <p:pic>
            <p:nvPicPr>
              <p:cNvPr id="49" name="グラフィックス 48" descr="右矢印 単色塗りつぶし">
                <a:extLst>
                  <a:ext uri="{FF2B5EF4-FFF2-40B4-BE49-F238E27FC236}">
                    <a16:creationId xmlns:a16="http://schemas.microsoft.com/office/drawing/2014/main" id="{3C4ED2F7-DDB0-35B4-06FC-8F3E51FE74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012157">
                <a:off x="4950849" y="4607598"/>
                <a:ext cx="555309" cy="827972"/>
              </a:xfrm>
              <a:prstGeom prst="rect">
                <a:avLst/>
              </a:prstGeom>
            </p:spPr>
          </p:pic>
          <p:pic>
            <p:nvPicPr>
              <p:cNvPr id="51" name="グラフィックス 50" descr="右矢印 単色塗りつぶし">
                <a:extLst>
                  <a:ext uri="{FF2B5EF4-FFF2-40B4-BE49-F238E27FC236}">
                    <a16:creationId xmlns:a16="http://schemas.microsoft.com/office/drawing/2014/main" id="{9AF4C5A3-6300-C40F-07EB-2C13C55FDAF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2425709">
                <a:off x="9092376" y="4582266"/>
                <a:ext cx="555309" cy="827972"/>
              </a:xfrm>
              <a:prstGeom prst="rect">
                <a:avLst/>
              </a:prstGeom>
            </p:spPr>
          </p:pic>
        </p:grpSp>
      </p:grpSp>
    </p:spTree>
    <p:extLst>
      <p:ext uri="{BB962C8B-B14F-4D97-AF65-F5344CB8AC3E}">
        <p14:creationId xmlns:p14="http://schemas.microsoft.com/office/powerpoint/2010/main" val="885892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結果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8" name="グループ化 7">
            <a:extLst>
              <a:ext uri="{FF2B5EF4-FFF2-40B4-BE49-F238E27FC236}">
                <a16:creationId xmlns:a16="http://schemas.microsoft.com/office/drawing/2014/main" id="{81372697-1BC1-616A-C33B-93CB6852FA13}"/>
              </a:ext>
            </a:extLst>
          </p:cNvPr>
          <p:cNvGrpSpPr/>
          <p:nvPr/>
        </p:nvGrpSpPr>
        <p:grpSpPr>
          <a:xfrm>
            <a:off x="988553" y="3276601"/>
            <a:ext cx="10122875" cy="3326140"/>
            <a:chOff x="342596" y="4150896"/>
            <a:chExt cx="10905667" cy="2468364"/>
          </a:xfrm>
        </p:grpSpPr>
        <p:pic>
          <p:nvPicPr>
            <p:cNvPr id="5" name="図 4">
              <a:extLst>
                <a:ext uri="{FF2B5EF4-FFF2-40B4-BE49-F238E27FC236}">
                  <a16:creationId xmlns:a16="http://schemas.microsoft.com/office/drawing/2014/main" id="{B168FFEF-5A53-DE74-7957-D50753499154}"/>
                </a:ext>
              </a:extLst>
            </p:cNvPr>
            <p:cNvPicPr>
              <a:picLocks noChangeAspect="1"/>
            </p:cNvPicPr>
            <p:nvPr/>
          </p:nvPicPr>
          <p:blipFill>
            <a:blip r:embed="rId3"/>
            <a:stretch>
              <a:fillRect/>
            </a:stretch>
          </p:blipFill>
          <p:spPr>
            <a:xfrm>
              <a:off x="342596" y="4150896"/>
              <a:ext cx="10905667" cy="2468364"/>
            </a:xfrm>
            <a:prstGeom prst="rect">
              <a:avLst/>
            </a:prstGeom>
          </p:spPr>
        </p:pic>
        <p:sp>
          <p:nvSpPr>
            <p:cNvPr id="3" name="正方形/長方形 2">
              <a:extLst>
                <a:ext uri="{FF2B5EF4-FFF2-40B4-BE49-F238E27FC236}">
                  <a16:creationId xmlns:a16="http://schemas.microsoft.com/office/drawing/2014/main" id="{D3D7C814-C0DA-F1E0-A1EB-E1E3A9EEFB39}"/>
                </a:ext>
              </a:extLst>
            </p:cNvPr>
            <p:cNvSpPr/>
            <p:nvPr/>
          </p:nvSpPr>
          <p:spPr>
            <a:xfrm>
              <a:off x="6823031" y="4295388"/>
              <a:ext cx="1692472" cy="2210535"/>
            </a:xfrm>
            <a:prstGeom prst="rect">
              <a:avLst/>
            </a:prstGeom>
            <a:noFill/>
            <a:ln w="5715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u="sng"/>
            </a:p>
          </p:txBody>
        </p:sp>
      </p:grpSp>
      <p:sp>
        <p:nvSpPr>
          <p:cNvPr id="14" name="テキスト ボックス 13">
            <a:extLst>
              <a:ext uri="{FF2B5EF4-FFF2-40B4-BE49-F238E27FC236}">
                <a16:creationId xmlns:a16="http://schemas.microsoft.com/office/drawing/2014/main" id="{5A1D55D1-339A-C46E-5D21-83A131640A30}"/>
              </a:ext>
            </a:extLst>
          </p:cNvPr>
          <p:cNvSpPr txBox="1"/>
          <p:nvPr/>
        </p:nvSpPr>
        <p:spPr>
          <a:xfrm>
            <a:off x="1597152" y="724132"/>
            <a:ext cx="6196262" cy="523220"/>
          </a:xfrm>
          <a:prstGeom prst="rect">
            <a:avLst/>
          </a:prstGeom>
          <a:noFill/>
        </p:spPr>
        <p:txBody>
          <a:bodyPr wrap="square">
            <a:spAutoFit/>
          </a:bodyPr>
          <a:lstStyle/>
          <a:p>
            <a:pPr>
              <a:defRPr/>
            </a:pPr>
            <a:r>
              <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2D-CNN</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モデルとの比較</a:t>
            </a:r>
            <a:endPar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5" name="テキスト ボックス 14">
            <a:extLst>
              <a:ext uri="{FF2B5EF4-FFF2-40B4-BE49-F238E27FC236}">
                <a16:creationId xmlns:a16="http://schemas.microsoft.com/office/drawing/2014/main" id="{8D1B3844-BC5B-7CCF-D969-8F2CD20702B8}"/>
              </a:ext>
            </a:extLst>
          </p:cNvPr>
          <p:cNvSpPr txBox="1"/>
          <p:nvPr/>
        </p:nvSpPr>
        <p:spPr>
          <a:xfrm>
            <a:off x="988552" y="1932754"/>
            <a:ext cx="10122875" cy="830997"/>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latin typeface="ＭＳ Ｐゴシック" panose="020B0600070205080204" pitchFamily="50" charset="-128"/>
                <a:ea typeface="ＭＳ Ｐゴシック" panose="020B0600070205080204" pitchFamily="50" charset="-128"/>
              </a:rPr>
              <a:t>提案モデルは</a:t>
            </a:r>
            <a:r>
              <a:rPr lang="en-US" altLang="ja-JP" sz="2400" dirty="0" err="1">
                <a:latin typeface="ＭＳ Ｐゴシック" panose="020B0600070205080204" pitchFamily="50" charset="-128"/>
                <a:ea typeface="ＭＳ Ｐゴシック" panose="020B0600070205080204" pitchFamily="50" charset="-128"/>
              </a:rPr>
              <a:t>CTestset</a:t>
            </a:r>
            <a:r>
              <a:rPr lang="ja-JP" altLang="en-US" sz="2400" dirty="0">
                <a:latin typeface="ＭＳ Ｐゴシック" panose="020B0600070205080204" pitchFamily="50" charset="-128"/>
                <a:ea typeface="ＭＳ Ｐゴシック" panose="020B0600070205080204" pitchFamily="50" charset="-128"/>
              </a:rPr>
              <a:t>と</a:t>
            </a:r>
            <a:r>
              <a:rPr lang="en-US" altLang="ja-JP" sz="2400" dirty="0" err="1">
                <a:latin typeface="ＭＳ Ｐゴシック" panose="020B0600070205080204" pitchFamily="50" charset="-128"/>
                <a:ea typeface="ＭＳ Ｐゴシック" panose="020B0600070205080204" pitchFamily="50" charset="-128"/>
              </a:rPr>
              <a:t>HCTestset</a:t>
            </a:r>
            <a:r>
              <a:rPr lang="ja-JP" altLang="en-US" sz="2400" dirty="0">
                <a:latin typeface="ＭＳ Ｐゴシック" panose="020B0600070205080204" pitchFamily="50" charset="-128"/>
                <a:ea typeface="ＭＳ Ｐゴシック" panose="020B0600070205080204" pitchFamily="50" charset="-128"/>
              </a:rPr>
              <a:t>で</a:t>
            </a:r>
            <a:r>
              <a:rPr kumimoji="1" lang="ja-JP"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その他の</a:t>
            </a:r>
            <a:r>
              <a:rPr kumimoji="1" lang="en-US" altLang="ja-JP"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2D-CNN</a:t>
            </a:r>
            <a:r>
              <a:rPr lang="ja-JP" altLang="en-US" sz="2400" dirty="0">
                <a:solidFill>
                  <a:prstClr val="black"/>
                </a:solidFill>
                <a:latin typeface="Arial" panose="020B0604020202020204" pitchFamily="34" charset="0"/>
                <a:ea typeface="MS PGothic" panose="020B0600070205080204" pitchFamily="34" charset="-128"/>
                <a:cs typeface="Arial" panose="020B0604020202020204" pitchFamily="34" charset="0"/>
              </a:rPr>
              <a:t>モデルより高い</a:t>
            </a:r>
            <a:r>
              <a:rPr lang="en-US" altLang="ja-JP" sz="2400" dirty="0">
                <a:solidFill>
                  <a:prstClr val="black"/>
                </a:solidFill>
                <a:latin typeface="Arial" panose="020B0604020202020204" pitchFamily="34" charset="0"/>
                <a:ea typeface="MS PGothic" panose="020B0600070205080204" pitchFamily="34" charset="-128"/>
                <a:cs typeface="Arial" panose="020B0604020202020204" pitchFamily="34" charset="0"/>
              </a:rPr>
              <a:t>MCC</a:t>
            </a:r>
            <a:r>
              <a:rPr lang="ja-JP" altLang="en-US" sz="2400" dirty="0">
                <a:solidFill>
                  <a:prstClr val="black"/>
                </a:solidFill>
                <a:latin typeface="Arial" panose="020B0604020202020204" pitchFamily="34" charset="0"/>
                <a:ea typeface="MS PGothic" panose="020B0600070205080204" pitchFamily="34" charset="-128"/>
                <a:cs typeface="Arial" panose="020B0604020202020204" pitchFamily="34" charset="0"/>
              </a:rPr>
              <a:t>と</a:t>
            </a:r>
            <a:r>
              <a:rPr lang="en-US" altLang="ja-JP" sz="2400" dirty="0">
                <a:solidFill>
                  <a:prstClr val="black"/>
                </a:solidFill>
                <a:latin typeface="Arial" panose="020B0604020202020204" pitchFamily="34" charset="0"/>
                <a:ea typeface="MS PGothic" panose="020B0600070205080204" pitchFamily="34" charset="-128"/>
                <a:cs typeface="Arial" panose="020B0604020202020204" pitchFamily="34" charset="0"/>
              </a:rPr>
              <a:t>F</a:t>
            </a:r>
            <a:r>
              <a:rPr lang="ja-JP" altLang="en-US" sz="2400" dirty="0">
                <a:solidFill>
                  <a:prstClr val="black"/>
                </a:solidFill>
                <a:latin typeface="Arial" panose="020B0604020202020204" pitchFamily="34" charset="0"/>
                <a:ea typeface="MS PGothic" panose="020B0600070205080204" pitchFamily="34" charset="-128"/>
                <a:cs typeface="Arial" panose="020B0604020202020204" pitchFamily="34" charset="0"/>
              </a:rPr>
              <a:t>１スコアを記録した</a:t>
            </a:r>
            <a:endParaRPr lang="en-US" altLang="ja-JP" sz="2400" dirty="0">
              <a:solidFill>
                <a:prstClr val="black"/>
              </a:solidFill>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1207156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結言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テキスト ボックス 2">
            <a:extLst>
              <a:ext uri="{FF2B5EF4-FFF2-40B4-BE49-F238E27FC236}">
                <a16:creationId xmlns:a16="http://schemas.microsoft.com/office/drawing/2014/main" id="{CB4078B6-638C-DDDC-5298-E4B2A4930706}"/>
              </a:ext>
            </a:extLst>
          </p:cNvPr>
          <p:cNvSpPr txBox="1"/>
          <p:nvPr/>
        </p:nvSpPr>
        <p:spPr>
          <a:xfrm>
            <a:off x="988553" y="4166608"/>
            <a:ext cx="9428329" cy="1569660"/>
          </a:xfrm>
          <a:prstGeom prst="rect">
            <a:avLst/>
          </a:prstGeom>
          <a:noFill/>
        </p:spPr>
        <p:txBody>
          <a:bodyPr wrap="square" rtlCol="0">
            <a:spAutoFit/>
          </a:bodyPr>
          <a:lstStyle/>
          <a:p>
            <a:pPr marL="457200" indent="-457200">
              <a:buFont typeface="Arial" panose="020B0604020202020204" pitchFamily="34" charset="0"/>
              <a:buChar char="•"/>
            </a:pPr>
            <a:r>
              <a:rPr lang="ja-JP" altLang="en-US" sz="3200" dirty="0">
                <a:latin typeface="ＭＳ Ｐゴシック" panose="020B0600070205080204" pitchFamily="50" charset="-128"/>
                <a:ea typeface="ＭＳ Ｐゴシック" panose="020B0600070205080204" pitchFamily="50" charset="-128"/>
                <a:cs typeface="Arial" panose="020B0604020202020204" pitchFamily="34" charset="0"/>
              </a:rPr>
              <a:t>提案モデル（二段階のディープラーニングアプローチ）はその他の</a:t>
            </a:r>
            <a:r>
              <a:rPr lang="en-US" altLang="ja-JP" sz="3200" dirty="0">
                <a:latin typeface="ＭＳ Ｐゴシック" panose="020B0600070205080204" pitchFamily="50" charset="-128"/>
                <a:ea typeface="ＭＳ Ｐゴシック" panose="020B0600070205080204" pitchFamily="50" charset="-128"/>
              </a:rPr>
              <a:t>2D-CNN</a:t>
            </a:r>
            <a:r>
              <a:rPr lang="ja-JP" altLang="en-US" sz="3200" dirty="0">
                <a:latin typeface="ＭＳ Ｐゴシック" panose="020B0600070205080204" pitchFamily="50" charset="-128"/>
                <a:ea typeface="ＭＳ Ｐゴシック" panose="020B0600070205080204" pitchFamily="50" charset="-128"/>
              </a:rPr>
              <a:t>モデル、</a:t>
            </a:r>
            <a:r>
              <a:rPr lang="en-US" altLang="ja-JP" sz="3200" dirty="0">
                <a:latin typeface="ＭＳ Ｐゴシック" panose="020B0600070205080204" pitchFamily="50" charset="-128"/>
                <a:ea typeface="ＭＳ Ｐゴシック" panose="020B0600070205080204" pitchFamily="50" charset="-128"/>
                <a:cs typeface="Arial" panose="020B0604020202020204" pitchFamily="34" charset="0"/>
              </a:rPr>
              <a:t>3D-CNN</a:t>
            </a:r>
            <a:r>
              <a:rPr lang="ja-JP" altLang="en-US" sz="3200" dirty="0">
                <a:latin typeface="ＭＳ Ｐゴシック" panose="020B0600070205080204" pitchFamily="50" charset="-128"/>
                <a:ea typeface="ＭＳ Ｐゴシック" panose="020B0600070205080204" pitchFamily="50" charset="-128"/>
                <a:cs typeface="Arial" panose="020B0604020202020204" pitchFamily="34" charset="0"/>
              </a:rPr>
              <a:t>モデルよりもが精度が高いことが示唆された</a:t>
            </a:r>
            <a:endParaRPr lang="en-US" altLang="ja-JP" sz="3200" dirty="0"/>
          </a:p>
        </p:txBody>
      </p:sp>
      <p:sp>
        <p:nvSpPr>
          <p:cNvPr id="7" name="テキスト ボックス 6">
            <a:extLst>
              <a:ext uri="{FF2B5EF4-FFF2-40B4-BE49-F238E27FC236}">
                <a16:creationId xmlns:a16="http://schemas.microsoft.com/office/drawing/2014/main" id="{F9F12DE7-0EEA-844F-AC1A-08A95E3EC7DF}"/>
              </a:ext>
            </a:extLst>
          </p:cNvPr>
          <p:cNvSpPr txBox="1"/>
          <p:nvPr/>
        </p:nvSpPr>
        <p:spPr>
          <a:xfrm>
            <a:off x="988553" y="1545926"/>
            <a:ext cx="9428329" cy="2062103"/>
          </a:xfrm>
          <a:prstGeom prst="rect">
            <a:avLst/>
          </a:prstGeom>
          <a:noFill/>
        </p:spPr>
        <p:txBody>
          <a:bodyPr wrap="square" rtlCol="0">
            <a:spAutoFit/>
          </a:bodyPr>
          <a:lstStyle/>
          <a:p>
            <a:pPr marL="457200" indent="-457200">
              <a:buFont typeface="Arial" panose="020B0604020202020204" pitchFamily="34" charset="0"/>
              <a:buChar char="•"/>
            </a:pPr>
            <a:r>
              <a:rPr lang="ja-JP" altLang="en-US" sz="3200" dirty="0">
                <a:latin typeface="ＭＳ Ｐゴシック" panose="020B0600070205080204" pitchFamily="50" charset="-128"/>
                <a:ea typeface="ＭＳ Ｐゴシック" panose="020B0600070205080204" pitchFamily="50" charset="-128"/>
                <a:cs typeface="Arial" panose="020B0604020202020204" pitchFamily="34" charset="0"/>
              </a:rPr>
              <a:t>提案モデル（二段階のディープラーニングアプローチ）は実世界の</a:t>
            </a:r>
            <a:r>
              <a:rPr lang="en-US" altLang="ja-JP" sz="3200" dirty="0">
                <a:latin typeface="ＭＳ Ｐゴシック" panose="020B0600070205080204" pitchFamily="50" charset="-128"/>
                <a:ea typeface="ＭＳ Ｐゴシック" panose="020B0600070205080204" pitchFamily="50" charset="-128"/>
                <a:cs typeface="Arial" panose="020B0604020202020204" pitchFamily="34" charset="0"/>
              </a:rPr>
              <a:t>OCT</a:t>
            </a:r>
            <a:r>
              <a:rPr lang="ja-JP" altLang="en-US" sz="3200" dirty="0">
                <a:latin typeface="ＭＳ Ｐゴシック" panose="020B0600070205080204" pitchFamily="50" charset="-128"/>
                <a:ea typeface="ＭＳ Ｐゴシック" panose="020B0600070205080204" pitchFamily="50" charset="-128"/>
                <a:cs typeface="Arial" panose="020B0604020202020204" pitchFamily="34" charset="0"/>
              </a:rPr>
              <a:t>データセット内のバイオマーカーの存在を</a:t>
            </a:r>
            <a:r>
              <a:rPr kumimoji="1" lang="ja-JP" altLang="en-US" sz="3200" dirty="0">
                <a:latin typeface="ＭＳ Ｐゴシック" panose="020B0600070205080204" pitchFamily="50" charset="-128"/>
                <a:ea typeface="ＭＳ Ｐゴシック" panose="020B0600070205080204" pitchFamily="50" charset="-128"/>
              </a:rPr>
              <a:t>解釈性、確実性を保ち、高精度に</a:t>
            </a:r>
            <a:r>
              <a:rPr lang="ja-JP" altLang="en-US" sz="3200" dirty="0">
                <a:latin typeface="ＭＳ Ｐゴシック" panose="020B0600070205080204" pitchFamily="50" charset="-128"/>
                <a:ea typeface="ＭＳ Ｐゴシック" panose="020B0600070205080204" pitchFamily="50" charset="-128"/>
              </a:rPr>
              <a:t>予測</a:t>
            </a:r>
            <a:r>
              <a:rPr kumimoji="1" lang="ja-JP" altLang="en-US" sz="3200" dirty="0">
                <a:latin typeface="ＭＳ Ｐゴシック" panose="020B0600070205080204" pitchFamily="50" charset="-128"/>
                <a:ea typeface="ＭＳ Ｐゴシック" panose="020B0600070205080204" pitchFamily="50" charset="-128"/>
              </a:rPr>
              <a:t>することができた</a:t>
            </a:r>
            <a:endParaRPr lang="en-US" altLang="ja-JP" sz="3200" dirty="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31800996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36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補足</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635252" y="468898"/>
            <a:ext cx="10071473"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推論時のモンテカルロドロップアウトを使用して不確実性を推定</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6" name="テキスト ボックス 15">
            <a:extLst>
              <a:ext uri="{FF2B5EF4-FFF2-40B4-BE49-F238E27FC236}">
                <a16:creationId xmlns:a16="http://schemas.microsoft.com/office/drawing/2014/main" id="{47B2D206-D388-71A1-37DC-60A6C4EA1518}"/>
              </a:ext>
            </a:extLst>
          </p:cNvPr>
          <p:cNvSpPr txBox="1"/>
          <p:nvPr/>
        </p:nvSpPr>
        <p:spPr>
          <a:xfrm>
            <a:off x="485275" y="1442321"/>
            <a:ext cx="11402735" cy="3785652"/>
          </a:xfrm>
          <a:prstGeom prst="rect">
            <a:avLst/>
          </a:prstGeom>
          <a:noFill/>
        </p:spPr>
        <p:txBody>
          <a:bodyPr wrap="square" rtlCol="0" anchor="ctr">
            <a:spAutoFit/>
          </a:bodyPr>
          <a:lstStyle/>
          <a:p>
            <a:pPr marL="342900" lvl="0" indent="-342900" eaLnBrk="0" fontAlgn="base" hangingPunct="0">
              <a:spcBef>
                <a:spcPct val="0"/>
              </a:spcBef>
              <a:spcAft>
                <a:spcPct val="0"/>
              </a:spcAft>
              <a:buFont typeface="Arial" panose="020B0604020202020204" pitchFamily="34" charset="0"/>
              <a:buChar char="•"/>
            </a:pPr>
            <a:r>
              <a:rPr kumimoji="0" lang="ja-JP" altLang="en-US" sz="2400" dirty="0">
                <a:latin typeface="ＭＳ Ｐゴシック" panose="020B0600070205080204" pitchFamily="50" charset="-128"/>
                <a:ea typeface="ＭＳ Ｐゴシック" panose="020B0600070205080204" pitchFamily="50" charset="-128"/>
              </a:rPr>
              <a:t>通常、ドロップアウトは訓練時にのみ使用され、ランダムにネットワークのニューロンを無効にして過学習を防ぐ</a:t>
            </a:r>
            <a:endParaRPr kumimoji="0" lang="en-US" altLang="ja-JP" sz="2400" dirty="0">
              <a:latin typeface="ＭＳ Ｐゴシック" panose="020B0600070205080204" pitchFamily="50" charset="-128"/>
              <a:ea typeface="ＭＳ Ｐゴシック" panose="020B0600070205080204" pitchFamily="50" charset="-128"/>
            </a:endParaRPr>
          </a:p>
          <a:p>
            <a:pPr marL="342900" lvl="0" indent="-342900" eaLnBrk="0" fontAlgn="base" hangingPunct="0">
              <a:spcBef>
                <a:spcPct val="0"/>
              </a:spcBef>
              <a:spcAft>
                <a:spcPct val="0"/>
              </a:spcAft>
              <a:buFont typeface="Arial" panose="020B0604020202020204" pitchFamily="34" charset="0"/>
              <a:buChar char="•"/>
            </a:pPr>
            <a:endParaRPr kumimoji="0" lang="en-US" altLang="ja-JP" sz="2400" dirty="0">
              <a:latin typeface="ＭＳ Ｐゴシック" panose="020B0600070205080204" pitchFamily="50" charset="-128"/>
              <a:ea typeface="ＭＳ Ｐゴシック" panose="020B0600070205080204" pitchFamily="50" charset="-128"/>
            </a:endParaRPr>
          </a:p>
          <a:p>
            <a:pPr marL="342900" indent="-342900" eaLnBrk="0" fontAlgn="base" hangingPunct="0">
              <a:spcBef>
                <a:spcPct val="0"/>
              </a:spcBef>
              <a:spcAft>
                <a:spcPct val="0"/>
              </a:spcAft>
              <a:buFont typeface="Arial" panose="020B0604020202020204" pitchFamily="34" charset="0"/>
              <a:buChar char="•"/>
            </a:pPr>
            <a:r>
              <a:rPr lang="ja-JP" altLang="en-US" sz="2400" dirty="0">
                <a:solidFill>
                  <a:prstClr val="black"/>
                </a:solidFill>
                <a:latin typeface="Arial" panose="020B0604020202020204" pitchFamily="34" charset="0"/>
                <a:ea typeface="MS PGothic" panose="020B0600070205080204" pitchFamily="34" charset="-128"/>
                <a:cs typeface="Arial" panose="020B0604020202020204" pitchFamily="34" charset="0"/>
              </a:rPr>
              <a:t>モンテカルロ</a:t>
            </a:r>
            <a:r>
              <a:rPr kumimoji="0" lang="ja-JP" altLang="en-US" sz="2400" dirty="0">
                <a:latin typeface="ＭＳ Ｐゴシック" panose="020B0600070205080204" pitchFamily="50" charset="-128"/>
                <a:ea typeface="ＭＳ Ｐゴシック" panose="020B0600070205080204" pitchFamily="50" charset="-128"/>
              </a:rPr>
              <a:t>ドロップアウトではこのドロップアウトを推論時にも適用して</a:t>
            </a:r>
            <a:r>
              <a:rPr lang="ja-JP" altLang="en-US" sz="2400" dirty="0">
                <a:solidFill>
                  <a:srgbClr val="FF0000"/>
                </a:solidFill>
                <a:latin typeface="Arial" panose="020B0604020202020204" pitchFamily="34" charset="0"/>
                <a:ea typeface="MS PGothic" panose="020B0600070205080204" pitchFamily="34" charset="-128"/>
                <a:cs typeface="Arial" panose="020B0604020202020204" pitchFamily="34" charset="0"/>
              </a:rPr>
              <a:t>複数回</a:t>
            </a:r>
            <a:r>
              <a:rPr lang="ja-JP" altLang="en-US" sz="2400" dirty="0">
                <a:latin typeface="Arial" panose="020B0604020202020204" pitchFamily="34" charset="0"/>
                <a:ea typeface="MS PGothic" panose="020B0600070205080204" pitchFamily="34" charset="-128"/>
                <a:cs typeface="Arial" panose="020B0604020202020204" pitchFamily="34" charset="0"/>
              </a:rPr>
              <a:t>実行する</a:t>
            </a:r>
            <a:endParaRPr kumimoji="0" lang="en-US" altLang="ja-JP" sz="2400" dirty="0">
              <a:latin typeface="ＭＳ Ｐゴシック" panose="020B0600070205080204" pitchFamily="50" charset="-128"/>
              <a:ea typeface="ＭＳ Ｐゴシック" panose="020B0600070205080204" pitchFamily="50" charset="-128"/>
            </a:endParaRPr>
          </a:p>
          <a:p>
            <a:pPr marL="914400" lvl="1" indent="-457200" eaLnBrk="0" fontAlgn="base" hangingPunct="0">
              <a:spcBef>
                <a:spcPct val="0"/>
              </a:spcBef>
              <a:spcAft>
                <a:spcPct val="0"/>
              </a:spcAft>
              <a:buFont typeface="Wingdings" panose="05000000000000000000" pitchFamily="2" charset="2"/>
              <a:buChar char="Ø"/>
            </a:pPr>
            <a:r>
              <a:rPr kumimoji="0" lang="ja-JP" altLang="en-US" sz="2400" dirty="0">
                <a:latin typeface="ＭＳ Ｐゴシック" panose="020B0600070205080204" pitchFamily="50" charset="-128"/>
                <a:ea typeface="ＭＳ Ｐゴシック" panose="020B0600070205080204" pitchFamily="50" charset="-128"/>
              </a:rPr>
              <a:t>それにより、モデルの出力における不確実性を把握することができる</a:t>
            </a:r>
            <a:endParaRPr kumimoji="0" lang="en-US" altLang="ja-JP" sz="2400" dirty="0">
              <a:latin typeface="ＭＳ Ｐゴシック" panose="020B0600070205080204" pitchFamily="50" charset="-128"/>
              <a:ea typeface="ＭＳ Ｐゴシック" panose="020B0600070205080204" pitchFamily="50" charset="-128"/>
            </a:endParaRPr>
          </a:p>
          <a:p>
            <a:pPr marL="914400" lvl="1" indent="-457200" eaLnBrk="0" fontAlgn="base" hangingPunct="0">
              <a:spcBef>
                <a:spcPct val="0"/>
              </a:spcBef>
              <a:spcAft>
                <a:spcPct val="0"/>
              </a:spcAft>
              <a:buFont typeface="Wingdings" panose="05000000000000000000" pitchFamily="2" charset="2"/>
              <a:buChar char="Ø"/>
            </a:pPr>
            <a:r>
              <a:rPr kumimoji="0" lang="ja-JP" altLang="en-US" sz="2400" dirty="0">
                <a:latin typeface="ＭＳ Ｐゴシック" panose="020B0600070205080204" pitchFamily="50" charset="-128"/>
                <a:ea typeface="ＭＳ Ｐゴシック" panose="020B0600070205080204" pitchFamily="50" charset="-128"/>
              </a:rPr>
              <a:t>今回は不確実性を</a:t>
            </a:r>
            <a:r>
              <a:rPr kumimoji="0" lang="en-US" altLang="ja-JP" sz="2400" dirty="0" err="1">
                <a:latin typeface="ＭＳ Ｐゴシック" panose="020B0600070205080204" pitchFamily="50" charset="-128"/>
                <a:ea typeface="ＭＳ Ｐゴシック" panose="020B0600070205080204" pitchFamily="50" charset="-128"/>
              </a:rPr>
              <a:t>MoC</a:t>
            </a:r>
            <a:r>
              <a:rPr kumimoji="0" lang="ja-JP" altLang="en-US" sz="2400" dirty="0">
                <a:latin typeface="ＭＳ Ｐゴシック" panose="020B0600070205080204" pitchFamily="50" charset="-128"/>
                <a:ea typeface="ＭＳ Ｐゴシック" panose="020B0600070205080204" pitchFamily="50" charset="-128"/>
              </a:rPr>
              <a:t>で評価した</a:t>
            </a:r>
            <a:endParaRPr kumimoji="0" lang="en-US" altLang="ja-JP" sz="2400" dirty="0">
              <a:latin typeface="ＭＳ Ｐゴシック" panose="020B0600070205080204" pitchFamily="50" charset="-128"/>
              <a:ea typeface="ＭＳ Ｐゴシック" panose="020B0600070205080204" pitchFamily="50" charset="-128"/>
            </a:endParaRPr>
          </a:p>
          <a:p>
            <a:pPr marL="342900" lvl="0" indent="-342900" eaLnBrk="0" fontAlgn="base" hangingPunct="0">
              <a:spcBef>
                <a:spcPct val="0"/>
              </a:spcBef>
              <a:spcAft>
                <a:spcPct val="0"/>
              </a:spcAft>
              <a:buFont typeface="Arial" panose="020B0604020202020204" pitchFamily="34" charset="0"/>
              <a:buChar char="•"/>
            </a:pPr>
            <a:endParaRPr kumimoji="0" lang="en-US" altLang="ja-JP" sz="2400" dirty="0">
              <a:latin typeface="ＭＳ Ｐゴシック" panose="020B0600070205080204" pitchFamily="50" charset="-128"/>
              <a:ea typeface="ＭＳ Ｐゴシック" panose="020B0600070205080204" pitchFamily="50" charset="-128"/>
            </a:endParaRPr>
          </a:p>
          <a:p>
            <a:pPr marL="342900" lvl="0" indent="-342900" eaLnBrk="0" fontAlgn="base" hangingPunct="0">
              <a:spcBef>
                <a:spcPct val="0"/>
              </a:spcBef>
              <a:spcAft>
                <a:spcPct val="0"/>
              </a:spcAft>
              <a:buFont typeface="Arial" panose="020B0604020202020204" pitchFamily="34" charset="0"/>
              <a:buChar char="•"/>
            </a:pPr>
            <a:r>
              <a:rPr lang="ja-JP" altLang="en-US" sz="2400" dirty="0">
                <a:latin typeface="Arial" panose="020B0604020202020204" pitchFamily="34" charset="0"/>
                <a:ea typeface="MS PGothic" panose="020B0600070205080204" pitchFamily="34" charset="-128"/>
                <a:cs typeface="Arial" panose="020B0604020202020204" pitchFamily="34" charset="0"/>
              </a:rPr>
              <a:t>各実行は、ランダムに異なるニューロンがドロップアウトされるため、</a:t>
            </a:r>
            <a:r>
              <a:rPr lang="ja-JP" altLang="en-US" sz="2400" dirty="0">
                <a:solidFill>
                  <a:srgbClr val="FF0000"/>
                </a:solidFill>
                <a:latin typeface="Arial" panose="020B0604020202020204" pitchFamily="34" charset="0"/>
                <a:ea typeface="MS PGothic" panose="020B0600070205080204" pitchFamily="34" charset="-128"/>
                <a:cs typeface="Arial" panose="020B0604020202020204" pitchFamily="34" charset="0"/>
              </a:rPr>
              <a:t>異なる出力</a:t>
            </a:r>
            <a:r>
              <a:rPr lang="ja-JP" altLang="en-US" sz="2400" dirty="0">
                <a:latin typeface="Arial" panose="020B0604020202020204" pitchFamily="34" charset="0"/>
                <a:ea typeface="MS PGothic" panose="020B0600070205080204" pitchFamily="34" charset="-128"/>
                <a:cs typeface="Arial" panose="020B0604020202020204" pitchFamily="34" charset="0"/>
              </a:rPr>
              <a:t>が得られる</a:t>
            </a:r>
            <a:endParaRPr lang="en-US" altLang="ja-JP" sz="2400" dirty="0">
              <a:latin typeface="Arial" panose="020B0604020202020204" pitchFamily="34" charset="0"/>
              <a:ea typeface="MS PGothic" panose="020B0600070205080204" pitchFamily="34" charset="-128"/>
              <a:cs typeface="Arial" panose="020B0604020202020204" pitchFamily="34" charset="0"/>
            </a:endParaRPr>
          </a:p>
        </p:txBody>
      </p:sp>
      <p:sp>
        <p:nvSpPr>
          <p:cNvPr id="6" name="矢印: 下 5">
            <a:extLst>
              <a:ext uri="{FF2B5EF4-FFF2-40B4-BE49-F238E27FC236}">
                <a16:creationId xmlns:a16="http://schemas.microsoft.com/office/drawing/2014/main" id="{14513D3C-E17A-A8ED-1454-8E26DB976EF5}"/>
              </a:ext>
            </a:extLst>
          </p:cNvPr>
          <p:cNvSpPr/>
          <p:nvPr/>
        </p:nvSpPr>
        <p:spPr>
          <a:xfrm>
            <a:off x="5691772" y="4792673"/>
            <a:ext cx="808456" cy="564845"/>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D87B86CA-F10B-F2CA-7E4C-240C7375AC4D}"/>
              </a:ext>
            </a:extLst>
          </p:cNvPr>
          <p:cNvSpPr txBox="1"/>
          <p:nvPr/>
        </p:nvSpPr>
        <p:spPr>
          <a:xfrm>
            <a:off x="1153389" y="5668378"/>
            <a:ext cx="10576737" cy="461665"/>
          </a:xfrm>
          <a:prstGeom prst="rect">
            <a:avLst/>
          </a:prstGeom>
          <a:noFill/>
        </p:spPr>
        <p:txBody>
          <a:bodyPr wrap="square">
            <a:spAutoFit/>
          </a:bodyPr>
          <a:lstStyle/>
          <a:p>
            <a:r>
              <a:rPr kumimoji="0" lang="ja-JP" altLang="en-US" sz="2400">
                <a:latin typeface="ＭＳ Ｐゴシック" panose="020B0600070205080204" pitchFamily="50" charset="-128"/>
                <a:ea typeface="ＭＳ Ｐゴシック" panose="020B0600070205080204" pitchFamily="50" charset="-128"/>
              </a:rPr>
              <a:t>モデルの異なる出力に対して</a:t>
            </a:r>
            <a:r>
              <a:rPr kumimoji="0" lang="en-US" altLang="ja-JP" sz="2400" err="1">
                <a:latin typeface="ＭＳ Ｐゴシック" panose="020B0600070205080204" pitchFamily="50" charset="-128"/>
                <a:ea typeface="ＭＳ Ｐゴシック" panose="020B0600070205080204" pitchFamily="50" charset="-128"/>
              </a:rPr>
              <a:t>MoC</a:t>
            </a:r>
            <a:r>
              <a:rPr kumimoji="0" lang="ja-JP" altLang="en-US" sz="2400">
                <a:latin typeface="ＭＳ Ｐゴシック" panose="020B0600070205080204" pitchFamily="50" charset="-128"/>
                <a:ea typeface="ＭＳ Ｐゴシック" panose="020B0600070205080204" pitchFamily="50" charset="-128"/>
              </a:rPr>
              <a:t>を各実行で計算してそれらの平均を求める</a:t>
            </a:r>
            <a:endParaRPr lang="ja-JP" altLang="en-US" sz="240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1670683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36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補足</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635252" y="468898"/>
            <a:ext cx="10071473"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0" i="0" u="none" strike="noStrike" kern="1200" cap="none" spc="0" normalizeH="0" baseline="0" noProof="0" err="1">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CTestset</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と</a:t>
            </a:r>
            <a:r>
              <a:rPr kumimoji="1" lang="en-US" altLang="ja-JP" sz="2800" b="0" i="0" u="none" strike="noStrike" kern="1200" cap="none" spc="0" normalizeH="0" baseline="0" noProof="0" err="1">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HCTestset</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について</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5" name="グループ化 4">
            <a:extLst>
              <a:ext uri="{FF2B5EF4-FFF2-40B4-BE49-F238E27FC236}">
                <a16:creationId xmlns:a16="http://schemas.microsoft.com/office/drawing/2014/main" id="{FB545FC2-97F3-A6F6-0C7E-8229D659F912}"/>
              </a:ext>
            </a:extLst>
          </p:cNvPr>
          <p:cNvGrpSpPr/>
          <p:nvPr/>
        </p:nvGrpSpPr>
        <p:grpSpPr>
          <a:xfrm>
            <a:off x="1231196" y="4161369"/>
            <a:ext cx="8079509" cy="2227733"/>
            <a:chOff x="-633620" y="3987131"/>
            <a:chExt cx="10905667" cy="2468364"/>
          </a:xfrm>
        </p:grpSpPr>
        <p:pic>
          <p:nvPicPr>
            <p:cNvPr id="7" name="図 6">
              <a:extLst>
                <a:ext uri="{FF2B5EF4-FFF2-40B4-BE49-F238E27FC236}">
                  <a16:creationId xmlns:a16="http://schemas.microsoft.com/office/drawing/2014/main" id="{45183D79-5960-F77E-605E-B8728F50364D}"/>
                </a:ext>
              </a:extLst>
            </p:cNvPr>
            <p:cNvPicPr>
              <a:picLocks noChangeAspect="1"/>
            </p:cNvPicPr>
            <p:nvPr/>
          </p:nvPicPr>
          <p:blipFill>
            <a:blip r:embed="rId3"/>
            <a:stretch>
              <a:fillRect/>
            </a:stretch>
          </p:blipFill>
          <p:spPr>
            <a:xfrm>
              <a:off x="-633620" y="3987131"/>
              <a:ext cx="10905667" cy="2468364"/>
            </a:xfrm>
            <a:prstGeom prst="rect">
              <a:avLst/>
            </a:prstGeom>
          </p:spPr>
        </p:pic>
        <p:sp>
          <p:nvSpPr>
            <p:cNvPr id="8" name="正方形/長方形 7">
              <a:extLst>
                <a:ext uri="{FF2B5EF4-FFF2-40B4-BE49-F238E27FC236}">
                  <a16:creationId xmlns:a16="http://schemas.microsoft.com/office/drawing/2014/main" id="{771979C3-64EC-33DD-E49E-BA9DCAD0152D}"/>
                </a:ext>
              </a:extLst>
            </p:cNvPr>
            <p:cNvSpPr/>
            <p:nvPr/>
          </p:nvSpPr>
          <p:spPr>
            <a:xfrm>
              <a:off x="985357" y="5358916"/>
              <a:ext cx="1108707" cy="958403"/>
            </a:xfrm>
            <a:prstGeom prst="rect">
              <a:avLst/>
            </a:prstGeom>
            <a:noFill/>
            <a:ln w="5715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u="sng"/>
            </a:p>
          </p:txBody>
        </p:sp>
      </p:grpSp>
      <p:sp>
        <p:nvSpPr>
          <p:cNvPr id="13" name="テキスト ボックス 12">
            <a:extLst>
              <a:ext uri="{FF2B5EF4-FFF2-40B4-BE49-F238E27FC236}">
                <a16:creationId xmlns:a16="http://schemas.microsoft.com/office/drawing/2014/main" id="{C89D9B4F-3A6B-627A-2E99-709D747169DE}"/>
              </a:ext>
            </a:extLst>
          </p:cNvPr>
          <p:cNvSpPr txBox="1"/>
          <p:nvPr/>
        </p:nvSpPr>
        <p:spPr>
          <a:xfrm>
            <a:off x="1231196" y="2711344"/>
            <a:ext cx="9968299" cy="830997"/>
          </a:xfrm>
          <a:prstGeom prst="rect">
            <a:avLst/>
          </a:prstGeom>
          <a:noFill/>
        </p:spPr>
        <p:txBody>
          <a:bodyPr wrap="square">
            <a:spAutoFit/>
          </a:bodyPr>
          <a:lstStyle/>
          <a:p>
            <a:pPr marL="342900" indent="-342900">
              <a:buFont typeface="Arial" panose="020B0604020202020204" pitchFamily="34" charset="0"/>
              <a:buChar char="•"/>
            </a:pPr>
            <a:r>
              <a:rPr lang="en-US" altLang="ja-JP" sz="2400" err="1">
                <a:latin typeface="ＭＳ Ｐゴシック" panose="020B0600070205080204" pitchFamily="50" charset="-128"/>
                <a:ea typeface="ＭＳ Ｐゴシック" panose="020B0600070205080204" pitchFamily="50" charset="-128"/>
              </a:rPr>
              <a:t>HCTestSet</a:t>
            </a:r>
            <a:r>
              <a:rPr lang="ja-JP" altLang="en-US" sz="2400">
                <a:latin typeface="ＭＳ Ｐゴシック" panose="020B0600070205080204" pitchFamily="50" charset="-128"/>
                <a:ea typeface="ＭＳ Ｐゴシック" panose="020B0600070205080204" pitchFamily="50" charset="-128"/>
              </a:rPr>
              <a:t>：</a:t>
            </a:r>
            <a:r>
              <a:rPr lang="en-US" altLang="ja-JP" sz="2400" err="1">
                <a:latin typeface="ＭＳ Ｐゴシック" panose="020B0600070205080204" pitchFamily="50" charset="-128"/>
                <a:ea typeface="ＭＳ Ｐゴシック" panose="020B0600070205080204" pitchFamily="50" charset="-128"/>
              </a:rPr>
              <a:t>TestSet</a:t>
            </a:r>
            <a:r>
              <a:rPr lang="ja-JP" altLang="en-US" sz="2400">
                <a:latin typeface="ＭＳ Ｐゴシック" panose="020B0600070205080204" pitchFamily="50" charset="-128"/>
                <a:ea typeface="ＭＳ Ｐゴシック" panose="020B0600070205080204" pitchFamily="50" charset="-128"/>
              </a:rPr>
              <a:t>の中でも</a:t>
            </a:r>
            <a:r>
              <a:rPr lang="en-US" altLang="ja-JP" sz="2400" err="1">
                <a:latin typeface="ＭＳ Ｐゴシック" panose="020B0600070205080204" pitchFamily="50" charset="-128"/>
                <a:ea typeface="ＭＳ Ｐゴシック" panose="020B0600070205080204" pitchFamily="50" charset="-128"/>
              </a:rPr>
              <a:t>MoC</a:t>
            </a:r>
            <a:r>
              <a:rPr lang="ja-JP" altLang="en-US" sz="2400">
                <a:latin typeface="ＭＳ Ｐゴシック" panose="020B0600070205080204" pitchFamily="50" charset="-128"/>
                <a:ea typeface="ＭＳ Ｐゴシック" panose="020B0600070205080204" pitchFamily="50" charset="-128"/>
              </a:rPr>
              <a:t>が</a:t>
            </a:r>
            <a:r>
              <a:rPr lang="ja-JP" altLang="en-US" sz="2400">
                <a:solidFill>
                  <a:srgbClr val="FF0000"/>
                </a:solidFill>
                <a:latin typeface="ＭＳ Ｐゴシック" panose="020B0600070205080204" pitchFamily="50" charset="-128"/>
                <a:ea typeface="ＭＳ Ｐゴシック" panose="020B0600070205080204" pitchFamily="50" charset="-128"/>
              </a:rPr>
              <a:t>非常に</a:t>
            </a:r>
            <a:r>
              <a:rPr lang="ja-JP" altLang="en-US" sz="2400">
                <a:latin typeface="ＭＳ Ｐゴシック" panose="020B0600070205080204" pitchFamily="50" charset="-128"/>
                <a:ea typeface="ＭＳ Ｐゴシック" panose="020B0600070205080204" pitchFamily="50" charset="-128"/>
              </a:rPr>
              <a:t>高かったデータセット</a:t>
            </a:r>
            <a:endParaRPr lang="en-US" altLang="ja-JP" sz="2400">
              <a:latin typeface="ＭＳ Ｐゴシック" panose="020B0600070205080204" pitchFamily="50" charset="-128"/>
              <a:ea typeface="ＭＳ Ｐゴシック" panose="020B0600070205080204" pitchFamily="50" charset="-128"/>
            </a:endParaRPr>
          </a:p>
          <a:p>
            <a:pPr marL="800100" lvl="1" indent="-342900">
              <a:buFont typeface="Wingdings" panose="05000000000000000000" pitchFamily="2" charset="2"/>
              <a:buChar char="Ø"/>
            </a:pPr>
            <a:r>
              <a:rPr lang="ja-JP" altLang="en-US" sz="2400">
                <a:latin typeface="ＭＳ Ｐゴシック" panose="020B0600070205080204" pitchFamily="50" charset="-128"/>
                <a:ea typeface="ＭＳ Ｐゴシック" panose="020B0600070205080204" pitchFamily="50" charset="-128"/>
              </a:rPr>
              <a:t>その他の</a:t>
            </a:r>
            <a:r>
              <a:rPr lang="en-US" altLang="ja-JP" sz="2400">
                <a:latin typeface="ＭＳ Ｐゴシック" panose="020B0600070205080204" pitchFamily="50" charset="-128"/>
                <a:ea typeface="ＭＳ Ｐゴシック" panose="020B0600070205080204" pitchFamily="50" charset="-128"/>
              </a:rPr>
              <a:t>2D-CNN</a:t>
            </a:r>
            <a:r>
              <a:rPr lang="ja-JP" altLang="en-US" sz="2400">
                <a:latin typeface="ＭＳ Ｐゴシック" panose="020B0600070205080204" pitchFamily="50" charset="-128"/>
                <a:ea typeface="ＭＳ Ｐゴシック" panose="020B0600070205080204" pitchFamily="50" charset="-128"/>
              </a:rPr>
              <a:t>モデル、</a:t>
            </a:r>
            <a:r>
              <a:rPr lang="en-US" altLang="ja-JP" sz="2400">
                <a:latin typeface="ＭＳ Ｐゴシック" panose="020B0600070205080204" pitchFamily="50" charset="-128"/>
                <a:ea typeface="ＭＳ Ｐゴシック" panose="020B0600070205080204" pitchFamily="50" charset="-128"/>
              </a:rPr>
              <a:t> </a:t>
            </a:r>
            <a:r>
              <a:rPr lang="en-US" altLang="ja-JP" sz="2400" err="1">
                <a:latin typeface="ＭＳ Ｐゴシック" panose="020B0600070205080204" pitchFamily="50" charset="-128"/>
                <a:ea typeface="ＭＳ Ｐゴシック" panose="020B0600070205080204" pitchFamily="50" charset="-128"/>
              </a:rPr>
              <a:t>CTestSet</a:t>
            </a:r>
            <a:r>
              <a:rPr lang="ja-JP" altLang="en-US" sz="2400">
                <a:latin typeface="ＭＳ Ｐゴシック" panose="020B0600070205080204" pitchFamily="50" charset="-128"/>
                <a:ea typeface="ＭＳ Ｐゴシック" panose="020B0600070205080204" pitchFamily="50" charset="-128"/>
              </a:rPr>
              <a:t>より精度が高い</a:t>
            </a:r>
            <a:endParaRPr lang="en-US" altLang="ja-JP" sz="2400">
              <a:latin typeface="ＭＳ Ｐゴシック" panose="020B0600070205080204" pitchFamily="50" charset="-128"/>
              <a:ea typeface="ＭＳ Ｐゴシック" panose="020B0600070205080204" pitchFamily="50" charset="-128"/>
            </a:endParaRPr>
          </a:p>
        </p:txBody>
      </p:sp>
      <p:sp>
        <p:nvSpPr>
          <p:cNvPr id="19" name="テキスト ボックス 18">
            <a:extLst>
              <a:ext uri="{FF2B5EF4-FFF2-40B4-BE49-F238E27FC236}">
                <a16:creationId xmlns:a16="http://schemas.microsoft.com/office/drawing/2014/main" id="{929F0681-25D8-61B5-50CE-8AC6B3F1987F}"/>
              </a:ext>
            </a:extLst>
          </p:cNvPr>
          <p:cNvSpPr txBox="1"/>
          <p:nvPr/>
        </p:nvSpPr>
        <p:spPr>
          <a:xfrm>
            <a:off x="1231196" y="1442466"/>
            <a:ext cx="9968299" cy="830997"/>
          </a:xfrm>
          <a:prstGeom prst="rect">
            <a:avLst/>
          </a:prstGeom>
          <a:noFill/>
        </p:spPr>
        <p:txBody>
          <a:bodyPr wrap="square">
            <a:spAutoFit/>
          </a:bodyPr>
          <a:lstStyle/>
          <a:p>
            <a:pPr marL="342900" indent="-342900">
              <a:buFont typeface="Arial" panose="020B0604020202020204" pitchFamily="34" charset="0"/>
              <a:buChar char="•"/>
            </a:pPr>
            <a:r>
              <a:rPr lang="en-US" altLang="ja-JP" sz="2400" err="1">
                <a:latin typeface="ＭＳ Ｐゴシック" panose="020B0600070205080204" pitchFamily="50" charset="-128"/>
                <a:ea typeface="ＭＳ Ｐゴシック" panose="020B0600070205080204" pitchFamily="50" charset="-128"/>
              </a:rPr>
              <a:t>CTestSet</a:t>
            </a:r>
            <a:r>
              <a:rPr lang="ja-JP" altLang="en-US" sz="2400">
                <a:latin typeface="ＭＳ Ｐゴシック" panose="020B0600070205080204" pitchFamily="50" charset="-128"/>
                <a:ea typeface="ＭＳ Ｐゴシック" panose="020B0600070205080204" pitchFamily="50" charset="-128"/>
              </a:rPr>
              <a:t>：</a:t>
            </a:r>
            <a:r>
              <a:rPr lang="en-US" altLang="ja-JP" sz="2400" err="1">
                <a:latin typeface="ＭＳ Ｐゴシック" panose="020B0600070205080204" pitchFamily="50" charset="-128"/>
                <a:ea typeface="ＭＳ Ｐゴシック" panose="020B0600070205080204" pitchFamily="50" charset="-128"/>
              </a:rPr>
              <a:t>TestSet</a:t>
            </a:r>
            <a:r>
              <a:rPr lang="ja-JP" altLang="en-US" sz="2400">
                <a:latin typeface="ＭＳ Ｐゴシック" panose="020B0600070205080204" pitchFamily="50" charset="-128"/>
                <a:ea typeface="ＭＳ Ｐゴシック" panose="020B0600070205080204" pitchFamily="50" charset="-128"/>
              </a:rPr>
              <a:t>の中でも</a:t>
            </a:r>
            <a:r>
              <a:rPr lang="en-US" altLang="ja-JP" sz="2400" err="1">
                <a:latin typeface="ＭＳ Ｐゴシック" panose="020B0600070205080204" pitchFamily="50" charset="-128"/>
                <a:ea typeface="ＭＳ Ｐゴシック" panose="020B0600070205080204" pitchFamily="50" charset="-128"/>
              </a:rPr>
              <a:t>MoC</a:t>
            </a:r>
            <a:r>
              <a:rPr lang="ja-JP" altLang="en-US" sz="2400">
                <a:latin typeface="ＭＳ Ｐゴシック" panose="020B0600070205080204" pitchFamily="50" charset="-128"/>
                <a:ea typeface="ＭＳ Ｐゴシック" panose="020B0600070205080204" pitchFamily="50" charset="-128"/>
              </a:rPr>
              <a:t>が高かったデータセット</a:t>
            </a:r>
            <a:endParaRPr lang="en-US" altLang="ja-JP" sz="2400">
              <a:latin typeface="ＭＳ Ｐゴシック" panose="020B0600070205080204" pitchFamily="50" charset="-128"/>
              <a:ea typeface="ＭＳ Ｐゴシック" panose="020B0600070205080204" pitchFamily="50" charset="-128"/>
            </a:endParaRPr>
          </a:p>
          <a:p>
            <a:pPr marL="800100" lvl="1" indent="-342900">
              <a:buFont typeface="Wingdings" panose="05000000000000000000" pitchFamily="2" charset="2"/>
              <a:buChar char="Ø"/>
            </a:pPr>
            <a:r>
              <a:rPr lang="ja-JP" altLang="en-US" sz="2400">
                <a:latin typeface="ＭＳ Ｐゴシック" panose="020B0600070205080204" pitchFamily="50" charset="-128"/>
                <a:ea typeface="ＭＳ Ｐゴシック" panose="020B0600070205080204" pitchFamily="50" charset="-128"/>
              </a:rPr>
              <a:t>その他の</a:t>
            </a:r>
            <a:r>
              <a:rPr lang="en-US" altLang="ja-JP" sz="2400">
                <a:latin typeface="ＭＳ Ｐゴシック" panose="020B0600070205080204" pitchFamily="50" charset="-128"/>
                <a:ea typeface="ＭＳ Ｐゴシック" panose="020B0600070205080204" pitchFamily="50" charset="-128"/>
              </a:rPr>
              <a:t>2D-CNN</a:t>
            </a:r>
            <a:r>
              <a:rPr lang="ja-JP" altLang="en-US" sz="2400">
                <a:latin typeface="ＭＳ Ｐゴシック" panose="020B0600070205080204" pitchFamily="50" charset="-128"/>
                <a:ea typeface="ＭＳ Ｐゴシック" panose="020B0600070205080204" pitchFamily="50" charset="-128"/>
              </a:rPr>
              <a:t>モデルより精度が高い</a:t>
            </a:r>
            <a:endParaRPr lang="en-US" altLang="ja-JP" sz="2400">
              <a:latin typeface="ＭＳ Ｐゴシック" panose="020B0600070205080204" pitchFamily="50" charset="-128"/>
              <a:ea typeface="ＭＳ Ｐゴシック" panose="020B0600070205080204" pitchFamily="50" charset="-128"/>
            </a:endParaRPr>
          </a:p>
        </p:txBody>
      </p:sp>
    </p:spTree>
    <p:extLst>
      <p:ext uri="{BB962C8B-B14F-4D97-AF65-F5344CB8AC3E}">
        <p14:creationId xmlns:p14="http://schemas.microsoft.com/office/powerpoint/2010/main" val="25699160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36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補足</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en-US" altLang="ja-JP"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Resnet</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について</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 name="テキスト ボックス 7">
            <a:extLst>
              <a:ext uri="{FF2B5EF4-FFF2-40B4-BE49-F238E27FC236}">
                <a16:creationId xmlns:a16="http://schemas.microsoft.com/office/drawing/2014/main" id="{4C993585-D37E-9D30-571F-1A2001AFD062}"/>
              </a:ext>
            </a:extLst>
          </p:cNvPr>
          <p:cNvSpPr txBox="1"/>
          <p:nvPr/>
        </p:nvSpPr>
        <p:spPr>
          <a:xfrm>
            <a:off x="627105" y="1625107"/>
            <a:ext cx="9684094" cy="830997"/>
          </a:xfrm>
          <a:prstGeom prst="rect">
            <a:avLst/>
          </a:prstGeom>
          <a:noFill/>
        </p:spPr>
        <p:txBody>
          <a:bodyPr wrap="square">
            <a:spAutoFit/>
          </a:bodyPr>
          <a:lstStyle/>
          <a:p>
            <a:r>
              <a:rPr lang="en-US" altLang="ja-JP" sz="2400" err="1">
                <a:latin typeface="ＭＳ Ｐゴシック" panose="020B0600070205080204" pitchFamily="50" charset="-128"/>
                <a:ea typeface="ＭＳ Ｐゴシック" panose="020B0600070205080204" pitchFamily="50" charset="-128"/>
              </a:rPr>
              <a:t>ResNet</a:t>
            </a:r>
            <a:r>
              <a:rPr lang="ja-JP" altLang="en-US" sz="2400">
                <a:latin typeface="ＭＳ Ｐゴシック" panose="020B0600070205080204" pitchFamily="50" charset="-128"/>
                <a:ea typeface="ＭＳ Ｐゴシック" panose="020B0600070205080204" pitchFamily="50" charset="-128"/>
              </a:rPr>
              <a:t>（</a:t>
            </a:r>
            <a:r>
              <a:rPr lang="en-US" altLang="ja-JP" sz="2400">
                <a:latin typeface="ＭＳ Ｐゴシック" panose="020B0600070205080204" pitchFamily="50" charset="-128"/>
                <a:ea typeface="ＭＳ Ｐゴシック" panose="020B0600070205080204" pitchFamily="50" charset="-128"/>
              </a:rPr>
              <a:t>Residual Network</a:t>
            </a:r>
            <a:r>
              <a:rPr lang="ja-JP" altLang="en-US" sz="2400">
                <a:latin typeface="ＭＳ Ｐゴシック" panose="020B0600070205080204" pitchFamily="50" charset="-128"/>
                <a:ea typeface="ＭＳ Ｐゴシック" panose="020B0600070205080204" pitchFamily="50" charset="-128"/>
              </a:rPr>
              <a:t>）は、深層学習で広く使用されている畳み込みニューラルネットワーク（</a:t>
            </a:r>
            <a:r>
              <a:rPr lang="en-US" altLang="ja-JP" sz="2400">
                <a:latin typeface="ＭＳ Ｐゴシック" panose="020B0600070205080204" pitchFamily="50" charset="-128"/>
                <a:ea typeface="ＭＳ Ｐゴシック" panose="020B0600070205080204" pitchFamily="50" charset="-128"/>
              </a:rPr>
              <a:t>CNN</a:t>
            </a:r>
            <a:r>
              <a:rPr lang="ja-JP" altLang="en-US" sz="2400">
                <a:latin typeface="ＭＳ Ｐゴシック" panose="020B0600070205080204" pitchFamily="50" charset="-128"/>
                <a:ea typeface="ＭＳ Ｐゴシック" panose="020B0600070205080204" pitchFamily="50" charset="-128"/>
              </a:rPr>
              <a:t>）のアーキテクチャの一つ</a:t>
            </a:r>
          </a:p>
        </p:txBody>
      </p:sp>
      <p:sp>
        <p:nvSpPr>
          <p:cNvPr id="10" name="テキスト ボックス 9">
            <a:extLst>
              <a:ext uri="{FF2B5EF4-FFF2-40B4-BE49-F238E27FC236}">
                <a16:creationId xmlns:a16="http://schemas.microsoft.com/office/drawing/2014/main" id="{D1CBC388-7A9D-EB0E-622D-972009E0C7D2}"/>
              </a:ext>
            </a:extLst>
          </p:cNvPr>
          <p:cNvSpPr txBox="1"/>
          <p:nvPr/>
        </p:nvSpPr>
        <p:spPr>
          <a:xfrm>
            <a:off x="627105" y="2790841"/>
            <a:ext cx="9876139" cy="2677656"/>
          </a:xfrm>
          <a:prstGeom prst="rect">
            <a:avLst/>
          </a:prstGeom>
          <a:noFill/>
        </p:spPr>
        <p:txBody>
          <a:bodyPr wrap="square">
            <a:spAutoFit/>
          </a:bodyPr>
          <a:lstStyle/>
          <a:p>
            <a:r>
              <a:rPr lang="ja-JP" altLang="en-US" sz="2400">
                <a:solidFill>
                  <a:srgbClr val="FF0000"/>
                </a:solidFill>
                <a:latin typeface="ＭＳ Ｐゴシック" panose="020B0600070205080204" pitchFamily="50" charset="-128"/>
                <a:ea typeface="ＭＳ Ｐゴシック" panose="020B0600070205080204" pitchFamily="50" charset="-128"/>
              </a:rPr>
              <a:t>残差学習（</a:t>
            </a:r>
            <a:r>
              <a:rPr lang="en-US" altLang="ja-JP" sz="2400">
                <a:solidFill>
                  <a:srgbClr val="FF0000"/>
                </a:solidFill>
                <a:latin typeface="ＭＳ Ｐゴシック" panose="020B0600070205080204" pitchFamily="50" charset="-128"/>
                <a:ea typeface="ＭＳ Ｐゴシック" panose="020B0600070205080204" pitchFamily="50" charset="-128"/>
              </a:rPr>
              <a:t>Residual Learning</a:t>
            </a:r>
            <a:r>
              <a:rPr lang="ja-JP" altLang="en-US" sz="2400">
                <a:solidFill>
                  <a:srgbClr val="FF0000"/>
                </a:solidFill>
                <a:latin typeface="ＭＳ Ｐゴシック" panose="020B0600070205080204" pitchFamily="50" charset="-128"/>
                <a:ea typeface="ＭＳ Ｐゴシック" panose="020B0600070205080204" pitchFamily="50" charset="-128"/>
              </a:rPr>
              <a:t>）</a:t>
            </a:r>
            <a:r>
              <a:rPr lang="ja-JP" altLang="en-US" sz="2400" b="1">
                <a:latin typeface="ＭＳ Ｐゴシック" panose="020B0600070205080204" pitchFamily="50" charset="-128"/>
                <a:ea typeface="ＭＳ Ｐゴシック" panose="020B0600070205080204" pitchFamily="50" charset="-128"/>
              </a:rPr>
              <a:t>：</a:t>
            </a:r>
            <a:r>
              <a:rPr lang="ja-JP" altLang="en-US" sz="2400">
                <a:latin typeface="ＭＳ Ｐゴシック" panose="020B0600070205080204" pitchFamily="50" charset="-128"/>
                <a:ea typeface="ＭＳ Ｐゴシック" panose="020B0600070205080204" pitchFamily="50" charset="-128"/>
              </a:rPr>
              <a:t> </a:t>
            </a:r>
            <a:endParaRPr lang="en-US" altLang="ja-JP" sz="240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en-US" altLang="ja-JP" sz="2400" err="1">
                <a:latin typeface="ＭＳ Ｐゴシック" panose="020B0600070205080204" pitchFamily="50" charset="-128"/>
                <a:ea typeface="ＭＳ Ｐゴシック" panose="020B0600070205080204" pitchFamily="50" charset="-128"/>
              </a:rPr>
              <a:t>ResNet</a:t>
            </a:r>
            <a:r>
              <a:rPr lang="ja-JP" altLang="en-US" sz="2400">
                <a:latin typeface="ＭＳ Ｐゴシック" panose="020B0600070205080204" pitchFamily="50" charset="-128"/>
                <a:ea typeface="ＭＳ Ｐゴシック" panose="020B0600070205080204" pitchFamily="50" charset="-128"/>
              </a:rPr>
              <a:t>の核となるアイデアはこの「残差学習」</a:t>
            </a:r>
            <a:endParaRPr lang="en-US" altLang="ja-JP" sz="240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400">
                <a:latin typeface="ＭＳ Ｐゴシック" panose="020B0600070205080204" pitchFamily="50" charset="-128"/>
                <a:ea typeface="ＭＳ Ｐゴシック" panose="020B0600070205080204" pitchFamily="50" charset="-128"/>
              </a:rPr>
              <a:t>これは、各レイヤー（またはレイヤーのブロック）が入力の小さな変化（残差）のみを学習することを目的としている</a:t>
            </a:r>
            <a:endParaRPr lang="en-US" altLang="ja-JP" sz="240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400">
                <a:latin typeface="ＭＳ Ｐゴシック" panose="020B0600070205080204" pitchFamily="50" charset="-128"/>
                <a:ea typeface="ＭＳ Ｐゴシック" panose="020B0600070205080204" pitchFamily="50" charset="-128"/>
              </a:rPr>
              <a:t>通常、深いネットワークでは層を重ねるほど勾配消失や勾配爆発の問題が発生しやすくなるが、残差ブロックを使用することで、これらの問題を軽減し、より深いネットワークを効果的に訓練することが可能になる</a:t>
            </a:r>
          </a:p>
        </p:txBody>
      </p:sp>
    </p:spTree>
    <p:extLst>
      <p:ext uri="{BB962C8B-B14F-4D97-AF65-F5344CB8AC3E}">
        <p14:creationId xmlns:p14="http://schemas.microsoft.com/office/powerpoint/2010/main" val="31032329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36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方法</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563063"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評価指標</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について</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0" name="テキスト ボックス 9">
            <a:extLst>
              <a:ext uri="{FF2B5EF4-FFF2-40B4-BE49-F238E27FC236}">
                <a16:creationId xmlns:a16="http://schemas.microsoft.com/office/drawing/2014/main" id="{A6B2604F-B053-1BC3-0312-DBED8D10F8FB}"/>
              </a:ext>
            </a:extLst>
          </p:cNvPr>
          <p:cNvSpPr txBox="1"/>
          <p:nvPr/>
        </p:nvSpPr>
        <p:spPr>
          <a:xfrm>
            <a:off x="399121" y="1577872"/>
            <a:ext cx="11402735" cy="830997"/>
          </a:xfrm>
          <a:prstGeom prst="rect">
            <a:avLst/>
          </a:prstGeom>
          <a:noFill/>
        </p:spPr>
        <p:txBody>
          <a:bodyPr wrap="square" rtlCol="0" anchor="ctr">
            <a:spAutoFit/>
          </a:bodyPr>
          <a:lstStyle/>
          <a:p>
            <a:pPr marL="342900" indent="-342900">
              <a:buFont typeface="Arial" panose="020B0604020202020204" pitchFamily="34" charset="0"/>
              <a:buChar char="•"/>
            </a:pPr>
            <a:r>
              <a:rPr lang="en-US" altLang="ja-JP" sz="2400">
                <a:latin typeface="Arial" panose="020B0604020202020204" pitchFamily="34" charset="0"/>
                <a:ea typeface="MS PGothic" panose="020B0600070205080204" pitchFamily="34" charset="-128"/>
                <a:cs typeface="Arial" panose="020B0604020202020204" pitchFamily="34" charset="0"/>
              </a:rPr>
              <a:t>F</a:t>
            </a:r>
            <a:r>
              <a:rPr lang="ja-JP" altLang="en-US" sz="2400">
                <a:latin typeface="Arial" panose="020B0604020202020204" pitchFamily="34" charset="0"/>
                <a:ea typeface="MS PGothic" panose="020B0600070205080204" pitchFamily="34" charset="-128"/>
                <a:cs typeface="Arial" panose="020B0604020202020204" pitchFamily="34" charset="0"/>
              </a:rPr>
              <a:t>１スコア：適合率（</a:t>
            </a:r>
            <a:r>
              <a:rPr lang="en-US" altLang="ja-JP" sz="2400">
                <a:latin typeface="Arial" panose="020B0604020202020204" pitchFamily="34" charset="0"/>
                <a:ea typeface="MS PGothic" panose="020B0600070205080204" pitchFamily="34" charset="-128"/>
                <a:cs typeface="Arial" panose="020B0604020202020204" pitchFamily="34" charset="0"/>
              </a:rPr>
              <a:t>Precision</a:t>
            </a:r>
            <a:r>
              <a:rPr lang="ja-JP" altLang="en-US" sz="2400">
                <a:latin typeface="Arial" panose="020B0604020202020204" pitchFamily="34" charset="0"/>
                <a:ea typeface="MS PGothic" panose="020B0600070205080204" pitchFamily="34" charset="-128"/>
                <a:cs typeface="Arial" panose="020B0604020202020204" pitchFamily="34" charset="0"/>
              </a:rPr>
              <a:t>）と再現率（</a:t>
            </a:r>
            <a:r>
              <a:rPr lang="en-US" altLang="ja-JP" sz="2400">
                <a:latin typeface="Arial" panose="020B0604020202020204" pitchFamily="34" charset="0"/>
                <a:ea typeface="MS PGothic" panose="020B0600070205080204" pitchFamily="34" charset="-128"/>
                <a:cs typeface="Arial" panose="020B0604020202020204" pitchFamily="34" charset="0"/>
              </a:rPr>
              <a:t>Recall</a:t>
            </a:r>
            <a:r>
              <a:rPr lang="ja-JP" altLang="en-US" sz="2400">
                <a:latin typeface="Arial" panose="020B0604020202020204" pitchFamily="34" charset="0"/>
                <a:ea typeface="MS PGothic" panose="020B0600070205080204" pitchFamily="34" charset="-128"/>
                <a:cs typeface="Arial" panose="020B0604020202020204" pitchFamily="34" charset="0"/>
              </a:rPr>
              <a:t>）の調和平均を取る指標</a:t>
            </a:r>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1257300" lvl="2" indent="-342900">
              <a:buFont typeface="Wingdings" panose="05000000000000000000" pitchFamily="2" charset="2"/>
              <a:buChar char="Ø"/>
            </a:pPr>
            <a:r>
              <a:rPr lang="en-US" altLang="ja-JP" sz="2400">
                <a:latin typeface="Arial" panose="020B0604020202020204" pitchFamily="34" charset="0"/>
                <a:ea typeface="MS PGothic" panose="020B0600070205080204" pitchFamily="34" charset="-128"/>
                <a:cs typeface="Arial" panose="020B0604020202020204" pitchFamily="34" charset="0"/>
              </a:rPr>
              <a:t>0</a:t>
            </a:r>
            <a:r>
              <a:rPr lang="ja-JP" altLang="en-US" sz="2400">
                <a:latin typeface="Arial" panose="020B0604020202020204" pitchFamily="34" charset="0"/>
                <a:ea typeface="MS PGothic" panose="020B0600070205080204" pitchFamily="34" charset="-128"/>
                <a:cs typeface="Arial" panose="020B0604020202020204" pitchFamily="34" charset="0"/>
              </a:rPr>
              <a:t>から</a:t>
            </a:r>
            <a:r>
              <a:rPr lang="en-US" altLang="ja-JP" sz="2400">
                <a:latin typeface="Arial" panose="020B0604020202020204" pitchFamily="34" charset="0"/>
                <a:ea typeface="MS PGothic" panose="020B0600070205080204" pitchFamily="34" charset="-128"/>
                <a:cs typeface="Arial" panose="020B0604020202020204" pitchFamily="34" charset="0"/>
              </a:rPr>
              <a:t>1</a:t>
            </a:r>
            <a:r>
              <a:rPr lang="ja-JP" altLang="en-US" sz="2400">
                <a:latin typeface="Arial" panose="020B0604020202020204" pitchFamily="34" charset="0"/>
                <a:ea typeface="MS PGothic" panose="020B0600070205080204" pitchFamily="34" charset="-128"/>
                <a:cs typeface="Arial" panose="020B0604020202020204" pitchFamily="34" charset="0"/>
              </a:rPr>
              <a:t>の値をとり、高い数値ほど正しい予測を示す</a:t>
            </a:r>
            <a:endParaRPr lang="en-US" altLang="ja-JP" sz="2400">
              <a:latin typeface="Arial" panose="020B0604020202020204" pitchFamily="34" charset="0"/>
              <a:ea typeface="MS PGothic" panose="020B0600070205080204" pitchFamily="34" charset="-128"/>
              <a:cs typeface="Arial" panose="020B0604020202020204" pitchFamily="34" charset="0"/>
            </a:endParaRPr>
          </a:p>
        </p:txBody>
      </p:sp>
      <p:pic>
        <p:nvPicPr>
          <p:cNvPr id="14" name="図 13">
            <a:extLst>
              <a:ext uri="{FF2B5EF4-FFF2-40B4-BE49-F238E27FC236}">
                <a16:creationId xmlns:a16="http://schemas.microsoft.com/office/drawing/2014/main" id="{30F702B5-2469-C1C6-62AC-0AFD48B5E444}"/>
              </a:ext>
            </a:extLst>
          </p:cNvPr>
          <p:cNvPicPr>
            <a:picLocks noChangeAspect="1"/>
          </p:cNvPicPr>
          <p:nvPr/>
        </p:nvPicPr>
        <p:blipFill>
          <a:blip r:embed="rId3"/>
          <a:stretch>
            <a:fillRect/>
          </a:stretch>
        </p:blipFill>
        <p:spPr>
          <a:xfrm>
            <a:off x="2435947" y="4376959"/>
            <a:ext cx="6666496" cy="2012143"/>
          </a:xfrm>
          <a:prstGeom prst="rect">
            <a:avLst/>
          </a:prstGeom>
        </p:spPr>
      </p:pic>
      <p:pic>
        <p:nvPicPr>
          <p:cNvPr id="8" name="図 7">
            <a:extLst>
              <a:ext uri="{FF2B5EF4-FFF2-40B4-BE49-F238E27FC236}">
                <a16:creationId xmlns:a16="http://schemas.microsoft.com/office/drawing/2014/main" id="{1E1722DC-76F4-3375-B479-7E01203B439D}"/>
              </a:ext>
            </a:extLst>
          </p:cNvPr>
          <p:cNvPicPr>
            <a:picLocks noChangeAspect="1"/>
          </p:cNvPicPr>
          <p:nvPr/>
        </p:nvPicPr>
        <p:blipFill>
          <a:blip r:embed="rId4"/>
          <a:stretch>
            <a:fillRect/>
          </a:stretch>
        </p:blipFill>
        <p:spPr>
          <a:xfrm>
            <a:off x="1041571" y="2631603"/>
            <a:ext cx="9935106" cy="1745356"/>
          </a:xfrm>
          <a:prstGeom prst="rect">
            <a:avLst/>
          </a:prstGeom>
        </p:spPr>
      </p:pic>
    </p:spTree>
    <p:extLst>
      <p:ext uri="{BB962C8B-B14F-4D97-AF65-F5344CB8AC3E}">
        <p14:creationId xmlns:p14="http://schemas.microsoft.com/office/powerpoint/2010/main" val="14936554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36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方法</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563063"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評価指標</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について</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14" name="図 13">
            <a:extLst>
              <a:ext uri="{FF2B5EF4-FFF2-40B4-BE49-F238E27FC236}">
                <a16:creationId xmlns:a16="http://schemas.microsoft.com/office/drawing/2014/main" id="{30F702B5-2469-C1C6-62AC-0AFD48B5E444}"/>
              </a:ext>
            </a:extLst>
          </p:cNvPr>
          <p:cNvPicPr>
            <a:picLocks noChangeAspect="1"/>
          </p:cNvPicPr>
          <p:nvPr/>
        </p:nvPicPr>
        <p:blipFill>
          <a:blip r:embed="rId3"/>
          <a:stretch>
            <a:fillRect/>
          </a:stretch>
        </p:blipFill>
        <p:spPr>
          <a:xfrm>
            <a:off x="2324661" y="4692814"/>
            <a:ext cx="6666496" cy="2012143"/>
          </a:xfrm>
          <a:prstGeom prst="rect">
            <a:avLst/>
          </a:prstGeom>
        </p:spPr>
      </p:pic>
      <p:sp>
        <p:nvSpPr>
          <p:cNvPr id="15" name="テキスト ボックス 14">
            <a:extLst>
              <a:ext uri="{FF2B5EF4-FFF2-40B4-BE49-F238E27FC236}">
                <a16:creationId xmlns:a16="http://schemas.microsoft.com/office/drawing/2014/main" id="{5E863D3E-C5DF-CDD0-8E28-0E55BB2224A0}"/>
              </a:ext>
            </a:extLst>
          </p:cNvPr>
          <p:cNvSpPr txBox="1"/>
          <p:nvPr/>
        </p:nvSpPr>
        <p:spPr>
          <a:xfrm>
            <a:off x="394632" y="1442466"/>
            <a:ext cx="11402735" cy="1569660"/>
          </a:xfrm>
          <a:prstGeom prst="rect">
            <a:avLst/>
          </a:prstGeom>
          <a:noFill/>
        </p:spPr>
        <p:txBody>
          <a:bodyPr wrap="square" rtlCol="0" anchor="ctr">
            <a:spAutoFit/>
          </a:bodyPr>
          <a:lstStyle/>
          <a:p>
            <a:pPr marL="342900" indent="-342900">
              <a:buFont typeface="Arial" panose="020B0604020202020204" pitchFamily="34" charset="0"/>
              <a:buChar char="•"/>
            </a:pPr>
            <a:r>
              <a:rPr lang="en-US" altLang="ja-JP" sz="2400">
                <a:latin typeface="Arial" panose="020B0604020202020204" pitchFamily="34" charset="0"/>
                <a:ea typeface="MS PGothic" panose="020B0600070205080204" pitchFamily="34" charset="-128"/>
                <a:cs typeface="Arial" panose="020B0604020202020204" pitchFamily="34" charset="0"/>
              </a:rPr>
              <a:t>MCC</a:t>
            </a:r>
            <a:r>
              <a:rPr lang="ja-JP" altLang="en-US" sz="2400">
                <a:latin typeface="Arial" panose="020B0604020202020204" pitchFamily="34" charset="0"/>
                <a:ea typeface="MS PGothic" panose="020B0600070205080204" pitchFamily="34" charset="-128"/>
                <a:cs typeface="Arial" panose="020B0604020202020204" pitchFamily="34" charset="0"/>
              </a:rPr>
              <a:t>（マシューズ相関係数）：</a:t>
            </a:r>
            <a:r>
              <a:rPr kumimoji="1" lang="ja-JP" altLang="en-US" sz="2400">
                <a:latin typeface="Arial" panose="020B0604020202020204" pitchFamily="34" charset="0"/>
                <a:ea typeface="MS PGothic" panose="020B0600070205080204" pitchFamily="34" charset="-128"/>
                <a:cs typeface="Arial" panose="020B0604020202020204" pitchFamily="34" charset="0"/>
              </a:rPr>
              <a:t>真陽性、真陰性、偽陽性、偽陰性のすべてを考慮した全体的な分類性能を評価した指標</a:t>
            </a:r>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1257300" lvl="2" indent="-342900">
              <a:buFont typeface="Wingdings" panose="05000000000000000000" pitchFamily="2" charset="2"/>
              <a:buChar char="Ø"/>
            </a:pPr>
            <a:r>
              <a:rPr kumimoji="1" lang="en-US" altLang="ja-JP" sz="2400">
                <a:latin typeface="Arial" panose="020B0604020202020204" pitchFamily="34" charset="0"/>
                <a:ea typeface="MS PGothic" panose="020B0600070205080204" pitchFamily="34" charset="-128"/>
                <a:cs typeface="Arial" panose="020B0604020202020204" pitchFamily="34" charset="0"/>
              </a:rPr>
              <a:t>-1</a:t>
            </a:r>
            <a:r>
              <a:rPr kumimoji="1" lang="ja-JP" altLang="en-US" sz="2400">
                <a:latin typeface="Arial" panose="020B0604020202020204" pitchFamily="34" charset="0"/>
                <a:ea typeface="MS PGothic" panose="020B0600070205080204" pitchFamily="34" charset="-128"/>
                <a:cs typeface="Arial" panose="020B0604020202020204" pitchFamily="34" charset="0"/>
              </a:rPr>
              <a:t>から</a:t>
            </a:r>
            <a:r>
              <a:rPr kumimoji="1" lang="en-US" altLang="ja-JP" sz="2400">
                <a:latin typeface="Arial" panose="020B0604020202020204" pitchFamily="34" charset="0"/>
                <a:ea typeface="MS PGothic" panose="020B0600070205080204" pitchFamily="34" charset="-128"/>
                <a:cs typeface="Arial" panose="020B0604020202020204" pitchFamily="34" charset="0"/>
              </a:rPr>
              <a:t>1</a:t>
            </a:r>
            <a:r>
              <a:rPr kumimoji="1" lang="ja-JP" altLang="en-US" sz="2400">
                <a:latin typeface="Arial" panose="020B0604020202020204" pitchFamily="34" charset="0"/>
                <a:ea typeface="MS PGothic" panose="020B0600070205080204" pitchFamily="34" charset="-128"/>
                <a:cs typeface="Arial" panose="020B0604020202020204" pitchFamily="34" charset="0"/>
              </a:rPr>
              <a:t>の</a:t>
            </a:r>
            <a:r>
              <a:rPr lang="ja-JP" altLang="en-US" sz="2400">
                <a:latin typeface="Arial" panose="020B0604020202020204" pitchFamily="34" charset="0"/>
                <a:ea typeface="MS PGothic" panose="020B0600070205080204" pitchFamily="34" charset="-128"/>
                <a:cs typeface="Arial" panose="020B0604020202020204" pitchFamily="34" charset="0"/>
              </a:rPr>
              <a:t>値</a:t>
            </a:r>
            <a:r>
              <a:rPr kumimoji="1" lang="ja-JP" altLang="en-US" sz="2400">
                <a:latin typeface="Arial" panose="020B0604020202020204" pitchFamily="34" charset="0"/>
                <a:ea typeface="MS PGothic" panose="020B0600070205080204" pitchFamily="34" charset="-128"/>
                <a:cs typeface="Arial" panose="020B0604020202020204" pitchFamily="34" charset="0"/>
              </a:rPr>
              <a:t>を取り、</a:t>
            </a:r>
            <a:r>
              <a:rPr kumimoji="1" lang="en-US" altLang="ja-JP" sz="2400">
                <a:latin typeface="Arial" panose="020B0604020202020204" pitchFamily="34" charset="0"/>
                <a:ea typeface="MS PGothic" panose="020B0600070205080204" pitchFamily="34" charset="-128"/>
                <a:cs typeface="Arial" panose="020B0604020202020204" pitchFamily="34" charset="0"/>
              </a:rPr>
              <a:t>1</a:t>
            </a:r>
            <a:r>
              <a:rPr kumimoji="1" lang="ja-JP" altLang="en-US" sz="2400">
                <a:latin typeface="Arial" panose="020B0604020202020204" pitchFamily="34" charset="0"/>
                <a:ea typeface="MS PGothic" panose="020B0600070205080204" pitchFamily="34" charset="-128"/>
                <a:cs typeface="Arial" panose="020B0604020202020204" pitchFamily="34" charset="0"/>
              </a:rPr>
              <a:t>が完全な予測、</a:t>
            </a:r>
            <a:r>
              <a:rPr kumimoji="1" lang="en-US" altLang="ja-JP" sz="2400">
                <a:latin typeface="Arial" panose="020B0604020202020204" pitchFamily="34" charset="0"/>
                <a:ea typeface="MS PGothic" panose="020B0600070205080204" pitchFamily="34" charset="-128"/>
                <a:cs typeface="Arial" panose="020B0604020202020204" pitchFamily="34" charset="0"/>
              </a:rPr>
              <a:t>0</a:t>
            </a:r>
            <a:r>
              <a:rPr kumimoji="1" lang="ja-JP" altLang="en-US" sz="2400">
                <a:latin typeface="Arial" panose="020B0604020202020204" pitchFamily="34" charset="0"/>
                <a:ea typeface="MS PGothic" panose="020B0600070205080204" pitchFamily="34" charset="-128"/>
                <a:cs typeface="Arial" panose="020B0604020202020204" pitchFamily="34" charset="0"/>
              </a:rPr>
              <a:t>がランダムな予測、</a:t>
            </a:r>
            <a:r>
              <a:rPr kumimoji="1" lang="en-US" altLang="ja-JP" sz="2400">
                <a:latin typeface="Arial" panose="020B0604020202020204" pitchFamily="34" charset="0"/>
                <a:ea typeface="MS PGothic" panose="020B0600070205080204" pitchFamily="34" charset="-128"/>
                <a:cs typeface="Arial" panose="020B0604020202020204" pitchFamily="34" charset="0"/>
              </a:rPr>
              <a:t>-1</a:t>
            </a:r>
            <a:r>
              <a:rPr kumimoji="1" lang="ja-JP" altLang="en-US" sz="2400">
                <a:latin typeface="Arial" panose="020B0604020202020204" pitchFamily="34" charset="0"/>
                <a:ea typeface="MS PGothic" panose="020B0600070205080204" pitchFamily="34" charset="-128"/>
                <a:cs typeface="Arial" panose="020B0604020202020204" pitchFamily="34" charset="0"/>
              </a:rPr>
              <a:t>が完全に逆の予測</a:t>
            </a:r>
            <a:endParaRPr kumimoji="1" lang="en-US" altLang="ja-JP" sz="2400">
              <a:latin typeface="Arial" panose="020B0604020202020204" pitchFamily="34" charset="0"/>
              <a:ea typeface="MS PGothic" panose="020B0600070205080204" pitchFamily="34" charset="-128"/>
              <a:cs typeface="Arial" panose="020B0604020202020204" pitchFamily="34" charset="0"/>
            </a:endParaRPr>
          </a:p>
        </p:txBody>
      </p:sp>
      <p:pic>
        <p:nvPicPr>
          <p:cNvPr id="6" name="図 5">
            <a:extLst>
              <a:ext uri="{FF2B5EF4-FFF2-40B4-BE49-F238E27FC236}">
                <a16:creationId xmlns:a16="http://schemas.microsoft.com/office/drawing/2014/main" id="{0B159F67-0468-9E57-EC72-90AF23962D99}"/>
              </a:ext>
            </a:extLst>
          </p:cNvPr>
          <p:cNvPicPr>
            <a:picLocks noChangeAspect="1"/>
          </p:cNvPicPr>
          <p:nvPr/>
        </p:nvPicPr>
        <p:blipFill>
          <a:blip r:embed="rId4"/>
          <a:stretch>
            <a:fillRect/>
          </a:stretch>
        </p:blipFill>
        <p:spPr>
          <a:xfrm>
            <a:off x="1563063" y="3132453"/>
            <a:ext cx="8591421" cy="1426844"/>
          </a:xfrm>
          <a:prstGeom prst="rect">
            <a:avLst/>
          </a:prstGeom>
        </p:spPr>
      </p:pic>
    </p:spTree>
    <p:extLst>
      <p:ext uri="{BB962C8B-B14F-4D97-AF65-F5344CB8AC3E}">
        <p14:creationId xmlns:p14="http://schemas.microsoft.com/office/powerpoint/2010/main" val="24835666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65134CF-9010-F5CE-7A44-899208239A1D}"/>
              </a:ext>
            </a:extLst>
          </p:cNvPr>
          <p:cNvSpPr txBox="1">
            <a:spLocks/>
          </p:cNvSpPr>
          <p:nvPr/>
        </p:nvSpPr>
        <p:spPr>
          <a:xfrm>
            <a:off x="379955" y="620241"/>
            <a:ext cx="1217197"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方法　</a:t>
            </a:r>
            <a:r>
              <a:rPr lang="ja-JP" altLang="en-US" sz="2400">
                <a:solidFill>
                  <a:prstClr val="black"/>
                </a:solidFill>
                <a:latin typeface="Arial" panose="020B0604020202020204" pitchFamily="34" charset="0"/>
                <a:ea typeface="MS PGothic" panose="020B0600070205080204" pitchFamily="34" charset="-128"/>
                <a:cs typeface="Arial" panose="020B0604020202020204" pitchFamily="34" charset="0"/>
              </a:rPr>
              <a:t>　　</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 name="Title 1">
            <a:extLst>
              <a:ext uri="{FF2B5EF4-FFF2-40B4-BE49-F238E27FC236}">
                <a16:creationId xmlns:a16="http://schemas.microsoft.com/office/drawing/2014/main" id="{CE40E1C7-CCB5-160E-DA6B-137B4687CE8D}"/>
              </a:ext>
            </a:extLst>
          </p:cNvPr>
          <p:cNvSpPr txBox="1">
            <a:spLocks/>
          </p:cNvSpPr>
          <p:nvPr/>
        </p:nvSpPr>
        <p:spPr>
          <a:xfrm>
            <a:off x="1597152" y="620241"/>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訓練データとテストデータについて</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5" name="図 4">
            <a:extLst>
              <a:ext uri="{FF2B5EF4-FFF2-40B4-BE49-F238E27FC236}">
                <a16:creationId xmlns:a16="http://schemas.microsoft.com/office/drawing/2014/main" id="{C394411F-E95C-0B0D-FA2E-C9111A7E7E82}"/>
              </a:ext>
            </a:extLst>
          </p:cNvPr>
          <p:cNvPicPr>
            <a:picLocks noChangeAspect="1"/>
          </p:cNvPicPr>
          <p:nvPr/>
        </p:nvPicPr>
        <p:blipFill>
          <a:blip r:embed="rId3"/>
          <a:stretch>
            <a:fillRect/>
          </a:stretch>
        </p:blipFill>
        <p:spPr>
          <a:xfrm>
            <a:off x="476208" y="3335004"/>
            <a:ext cx="11526859" cy="2553056"/>
          </a:xfrm>
          <a:prstGeom prst="rect">
            <a:avLst/>
          </a:prstGeom>
        </p:spPr>
      </p:pic>
      <p:sp>
        <p:nvSpPr>
          <p:cNvPr id="3" name="テキスト ボックス 2">
            <a:extLst>
              <a:ext uri="{FF2B5EF4-FFF2-40B4-BE49-F238E27FC236}">
                <a16:creationId xmlns:a16="http://schemas.microsoft.com/office/drawing/2014/main" id="{4D0F98C2-1A56-52EE-B501-F4FC12021D29}"/>
              </a:ext>
            </a:extLst>
          </p:cNvPr>
          <p:cNvSpPr txBox="1"/>
          <p:nvPr/>
        </p:nvSpPr>
        <p:spPr>
          <a:xfrm>
            <a:off x="599961" y="1497644"/>
            <a:ext cx="10642289" cy="1200329"/>
          </a:xfrm>
          <a:prstGeom prst="rect">
            <a:avLst/>
          </a:prstGeom>
          <a:noFill/>
        </p:spPr>
        <p:txBody>
          <a:bodyPr wrap="square" rtlCol="0" anchor="ctr">
            <a:spAutoFit/>
          </a:bodyPr>
          <a:lstStyle/>
          <a:p>
            <a:pPr marL="342900" indent="-342900">
              <a:buFont typeface="Arial" panose="020B0604020202020204" pitchFamily="34" charset="0"/>
              <a:buChar char="•"/>
            </a:pPr>
            <a:r>
              <a:rPr lang="ja-JP" altLang="en-US" sz="2400">
                <a:latin typeface="Arial" panose="020B0604020202020204" pitchFamily="34" charset="0"/>
                <a:ea typeface="MS PGothic" panose="020B0600070205080204" pitchFamily="34" charset="-128"/>
                <a:cs typeface="Arial" panose="020B0604020202020204" pitchFamily="34" charset="0"/>
              </a:rPr>
              <a:t>訓練データ：</a:t>
            </a:r>
            <a:r>
              <a:rPr lang="en-US" altLang="ja-JP" sz="2400">
                <a:latin typeface="Arial" panose="020B0604020202020204" pitchFamily="34" charset="0"/>
                <a:ea typeface="MS PGothic" panose="020B0600070205080204" pitchFamily="34" charset="-128"/>
                <a:cs typeface="Arial" panose="020B0604020202020204" pitchFamily="34" charset="0"/>
              </a:rPr>
              <a:t>3765</a:t>
            </a:r>
          </a:p>
          <a:p>
            <a:pPr marL="342900" indent="-342900">
              <a:buFont typeface="Arial" panose="020B0604020202020204" pitchFamily="34" charset="0"/>
              <a:buChar char="•"/>
            </a:pPr>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r>
              <a:rPr lang="ja-JP" altLang="en-US" sz="2400">
                <a:latin typeface="Arial" panose="020B0604020202020204" pitchFamily="34" charset="0"/>
                <a:ea typeface="MS PGothic" panose="020B0600070205080204" pitchFamily="34" charset="-128"/>
                <a:cs typeface="Arial" panose="020B0604020202020204" pitchFamily="34" charset="0"/>
              </a:rPr>
              <a:t>テストデータ：</a:t>
            </a:r>
            <a:r>
              <a:rPr lang="en-US" altLang="ja-JP" sz="2400">
                <a:latin typeface="Arial" panose="020B0604020202020204" pitchFamily="34" charset="0"/>
                <a:ea typeface="MS PGothic" panose="020B0600070205080204" pitchFamily="34" charset="-128"/>
                <a:cs typeface="Arial" panose="020B0604020202020204" pitchFamily="34" charset="0"/>
              </a:rPr>
              <a:t>96</a:t>
            </a:r>
          </a:p>
        </p:txBody>
      </p:sp>
    </p:spTree>
    <p:extLst>
      <p:ext uri="{BB962C8B-B14F-4D97-AF65-F5344CB8AC3E}">
        <p14:creationId xmlns:p14="http://schemas.microsoft.com/office/powerpoint/2010/main" val="33969432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36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補足</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モデルの詳細</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 name="テキスト ボックス 7">
            <a:extLst>
              <a:ext uri="{FF2B5EF4-FFF2-40B4-BE49-F238E27FC236}">
                <a16:creationId xmlns:a16="http://schemas.microsoft.com/office/drawing/2014/main" id="{4C993585-D37E-9D30-571F-1A2001AFD062}"/>
              </a:ext>
            </a:extLst>
          </p:cNvPr>
          <p:cNvSpPr txBox="1"/>
          <p:nvPr/>
        </p:nvSpPr>
        <p:spPr>
          <a:xfrm>
            <a:off x="627105" y="1798101"/>
            <a:ext cx="9684094" cy="3416320"/>
          </a:xfrm>
          <a:prstGeom prst="rect">
            <a:avLst/>
          </a:prstGeom>
          <a:noFill/>
        </p:spPr>
        <p:txBody>
          <a:bodyPr wrap="square">
            <a:spAutoFit/>
          </a:bodyPr>
          <a:lstStyle/>
          <a:p>
            <a:pPr marL="342900" indent="-342900">
              <a:buFont typeface="Arial" panose="020B0604020202020204" pitchFamily="34" charset="0"/>
              <a:buChar char="•"/>
            </a:pPr>
            <a:r>
              <a:rPr lang="ja-JP" altLang="en-US" sz="2400" dirty="0">
                <a:latin typeface="ＭＳ Ｐゴシック" panose="020B0600070205080204" pitchFamily="50" charset="-128"/>
                <a:ea typeface="ＭＳ Ｐゴシック" panose="020B0600070205080204" pitchFamily="50" charset="-128"/>
              </a:rPr>
              <a:t>モデルを</a:t>
            </a:r>
            <a:r>
              <a:rPr lang="en-US" altLang="ja-JP" sz="2400" dirty="0">
                <a:latin typeface="ＭＳ Ｐゴシック" panose="020B0600070205080204" pitchFamily="50" charset="-128"/>
                <a:ea typeface="ＭＳ Ｐゴシック" panose="020B0600070205080204" pitchFamily="50" charset="-128"/>
              </a:rPr>
              <a:t>300</a:t>
            </a:r>
            <a:r>
              <a:rPr lang="ja-JP" altLang="en-US" sz="2400" dirty="0">
                <a:latin typeface="ＭＳ Ｐゴシック" panose="020B0600070205080204" pitchFamily="50" charset="-128"/>
                <a:ea typeface="ＭＳ Ｐゴシック" panose="020B0600070205080204" pitchFamily="50" charset="-128"/>
              </a:rPr>
              <a:t>エポック訓練</a:t>
            </a:r>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400" dirty="0">
                <a:latin typeface="ＭＳ Ｐゴシック" panose="020B0600070205080204" pitchFamily="50" charset="-128"/>
                <a:ea typeface="ＭＳ Ｐゴシック" panose="020B0600070205080204" pitchFamily="50" charset="-128"/>
              </a:rPr>
              <a:t>データ拡張：ランダム回転、クロッピング、水平フリッピングといったデータ拡張を適用することで、訓練データの多様性を増し、モデルの汎化性能を向上（ステージ１のみ）</a:t>
            </a:r>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endParaRPr lang="en-US" altLang="ja-JP" sz="2400" dirty="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r>
              <a:rPr lang="ja-JP" altLang="en-US" sz="2400" dirty="0">
                <a:latin typeface="ＭＳ Ｐゴシック" panose="020B0600070205080204" pitchFamily="50" charset="-128"/>
                <a:ea typeface="ＭＳ Ｐゴシック" panose="020B0600070205080204" pitchFamily="50" charset="-128"/>
              </a:rPr>
              <a:t>バッチサイズ、学習率、および深さ（</a:t>
            </a:r>
            <a:r>
              <a:rPr lang="en-US" altLang="ja-JP" sz="2400" dirty="0">
                <a:latin typeface="ＭＳ Ｐゴシック" panose="020B0600070205080204" pitchFamily="50" charset="-128"/>
                <a:ea typeface="ＭＳ Ｐゴシック" panose="020B0600070205080204" pitchFamily="50" charset="-128"/>
              </a:rPr>
              <a:t>ResNet18</a:t>
            </a:r>
            <a:r>
              <a:rPr lang="ja-JP" altLang="en-US" sz="2400" dirty="0">
                <a:latin typeface="ＭＳ Ｐゴシック" panose="020B0600070205080204" pitchFamily="50" charset="-128"/>
                <a:ea typeface="ＭＳ Ｐゴシック" panose="020B0600070205080204" pitchFamily="50" charset="-128"/>
              </a:rPr>
              <a:t>、</a:t>
            </a:r>
            <a:r>
              <a:rPr lang="en-US" altLang="ja-JP" sz="2400" dirty="0">
                <a:latin typeface="ＭＳ Ｐゴシック" panose="020B0600070205080204" pitchFamily="50" charset="-128"/>
                <a:ea typeface="ＭＳ Ｐゴシック" panose="020B0600070205080204" pitchFamily="50" charset="-128"/>
              </a:rPr>
              <a:t>ResNet34</a:t>
            </a:r>
            <a:r>
              <a:rPr lang="ja-JP" altLang="en-US" sz="2400" dirty="0">
                <a:latin typeface="ＭＳ Ｐゴシック" panose="020B0600070205080204" pitchFamily="50" charset="-128"/>
                <a:ea typeface="ＭＳ Ｐゴシック" panose="020B0600070205080204" pitchFamily="50" charset="-128"/>
              </a:rPr>
              <a:t>、</a:t>
            </a:r>
            <a:r>
              <a:rPr lang="en-US" altLang="ja-JP" sz="2400" dirty="0">
                <a:latin typeface="ＭＳ Ｐゴシック" panose="020B0600070205080204" pitchFamily="50" charset="-128"/>
                <a:ea typeface="ＭＳ Ｐゴシック" panose="020B0600070205080204" pitchFamily="50" charset="-128"/>
              </a:rPr>
              <a:t>ResNet50</a:t>
            </a:r>
            <a:r>
              <a:rPr lang="ja-JP" altLang="en-US" sz="2400" dirty="0">
                <a:latin typeface="ＭＳ Ｐゴシック" panose="020B0600070205080204" pitchFamily="50" charset="-128"/>
                <a:ea typeface="ＭＳ Ｐゴシック" panose="020B0600070205080204" pitchFamily="50" charset="-128"/>
              </a:rPr>
              <a:t>）に応じて異なる</a:t>
            </a:r>
            <a:r>
              <a:rPr lang="en-US" altLang="ja-JP" sz="2400" dirty="0" err="1">
                <a:latin typeface="ＭＳ Ｐゴシック" panose="020B0600070205080204" pitchFamily="50" charset="-128"/>
                <a:ea typeface="ＭＳ Ｐゴシック" panose="020B0600070205080204" pitchFamily="50" charset="-128"/>
              </a:rPr>
              <a:t>ResNet</a:t>
            </a:r>
            <a:r>
              <a:rPr lang="ja-JP" altLang="en-US" sz="2400" dirty="0">
                <a:latin typeface="ＭＳ Ｐゴシック" panose="020B0600070205080204" pitchFamily="50" charset="-128"/>
                <a:ea typeface="ＭＳ Ｐゴシック" panose="020B0600070205080204" pitchFamily="50" charset="-128"/>
              </a:rPr>
              <a:t>を訓練</a:t>
            </a:r>
            <a:endParaRPr lang="en-US" altLang="ja-JP" sz="2400" dirty="0">
              <a:latin typeface="ＭＳ Ｐゴシック" panose="020B0600070205080204" pitchFamily="50" charset="-128"/>
              <a:ea typeface="ＭＳ Ｐゴシック" panose="020B0600070205080204" pitchFamily="50" charset="-128"/>
            </a:endParaRPr>
          </a:p>
          <a:p>
            <a:pPr marL="800100" lvl="1" indent="-342900">
              <a:buFont typeface="Wingdings" panose="05000000000000000000" pitchFamily="2" charset="2"/>
              <a:buChar char="Ø"/>
            </a:pPr>
            <a:r>
              <a:rPr lang="ja-JP" altLang="en-US" sz="2400" dirty="0">
                <a:latin typeface="ＭＳ Ｐゴシック" panose="020B0600070205080204" pitchFamily="50" charset="-128"/>
                <a:ea typeface="ＭＳ Ｐゴシック" panose="020B0600070205080204" pitchFamily="50" charset="-128"/>
              </a:rPr>
              <a:t>これにより、最適なモデル構造を見つけ出す</a:t>
            </a:r>
          </a:p>
        </p:txBody>
      </p:sp>
    </p:spTree>
    <p:extLst>
      <p:ext uri="{BB962C8B-B14F-4D97-AF65-F5344CB8AC3E}">
        <p14:creationId xmlns:p14="http://schemas.microsoft.com/office/powerpoint/2010/main" val="8021956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36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補足</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635253"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モデルの評価指標：②</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14" name="図 13">
            <a:extLst>
              <a:ext uri="{FF2B5EF4-FFF2-40B4-BE49-F238E27FC236}">
                <a16:creationId xmlns:a16="http://schemas.microsoft.com/office/drawing/2014/main" id="{30F702B5-2469-C1C6-62AC-0AFD48B5E444}"/>
              </a:ext>
            </a:extLst>
          </p:cNvPr>
          <p:cNvPicPr>
            <a:picLocks noChangeAspect="1"/>
          </p:cNvPicPr>
          <p:nvPr/>
        </p:nvPicPr>
        <p:blipFill>
          <a:blip r:embed="rId3"/>
          <a:stretch>
            <a:fillRect/>
          </a:stretch>
        </p:blipFill>
        <p:spPr>
          <a:xfrm>
            <a:off x="2265226" y="4692814"/>
            <a:ext cx="6747826" cy="2036691"/>
          </a:xfrm>
          <a:prstGeom prst="rect">
            <a:avLst/>
          </a:prstGeom>
        </p:spPr>
      </p:pic>
      <p:sp>
        <p:nvSpPr>
          <p:cNvPr id="16" name="テキスト ボックス 15">
            <a:extLst>
              <a:ext uri="{FF2B5EF4-FFF2-40B4-BE49-F238E27FC236}">
                <a16:creationId xmlns:a16="http://schemas.microsoft.com/office/drawing/2014/main" id="{47B2D206-D388-71A1-37DC-60A6C4EA1518}"/>
              </a:ext>
            </a:extLst>
          </p:cNvPr>
          <p:cNvSpPr txBox="1"/>
          <p:nvPr/>
        </p:nvSpPr>
        <p:spPr>
          <a:xfrm>
            <a:off x="519437" y="1729810"/>
            <a:ext cx="11402735" cy="2677656"/>
          </a:xfrm>
          <a:prstGeom prst="rect">
            <a:avLst/>
          </a:prstGeom>
          <a:noFill/>
        </p:spPr>
        <p:txBody>
          <a:bodyPr wrap="square" rtlCol="0" anchor="ctr">
            <a:spAutoFit/>
          </a:bodyPr>
          <a:lstStyle/>
          <a:p>
            <a:pPr marL="342900" lvl="0" indent="-342900" eaLnBrk="0" fontAlgn="base" hangingPunct="0">
              <a:spcBef>
                <a:spcPct val="0"/>
              </a:spcBef>
              <a:spcAft>
                <a:spcPct val="0"/>
              </a:spcAft>
              <a:buFont typeface="Arial" panose="020B0604020202020204" pitchFamily="34" charset="0"/>
              <a:buChar char="•"/>
            </a:pPr>
            <a:r>
              <a:rPr kumimoji="0" lang="ja-JP" altLang="ja-JP" sz="2400">
                <a:latin typeface="ＭＳ Ｐゴシック" panose="020B0600070205080204" pitchFamily="50" charset="-128"/>
                <a:ea typeface="ＭＳ Ｐゴシック" panose="020B0600070205080204" pitchFamily="50" charset="-128"/>
              </a:rPr>
              <a:t>感度</a:t>
            </a:r>
            <a:r>
              <a:rPr kumimoji="0" lang="en-US" altLang="ja-JP" sz="2400">
                <a:latin typeface="ＭＳ Ｐゴシック" panose="020B0600070205080204" pitchFamily="50" charset="-128"/>
                <a:ea typeface="ＭＳ Ｐゴシック" panose="020B0600070205080204" pitchFamily="50" charset="-128"/>
              </a:rPr>
              <a:t>(</a:t>
            </a:r>
            <a:r>
              <a:rPr kumimoji="0" lang="ja-JP" altLang="ja-JP" sz="2400">
                <a:latin typeface="ＭＳ Ｐゴシック" panose="020B0600070205080204" pitchFamily="50" charset="-128"/>
                <a:ea typeface="ＭＳ Ｐゴシック" panose="020B0600070205080204" pitchFamily="50" charset="-128"/>
              </a:rPr>
              <a:t>Sensitivity）</a:t>
            </a:r>
            <a:r>
              <a:rPr kumimoji="0" lang="ja-JP" altLang="en-US" sz="2400">
                <a:latin typeface="ＭＳ Ｐゴシック" panose="020B0600070205080204" pitchFamily="50" charset="-128"/>
                <a:ea typeface="ＭＳ Ｐゴシック" panose="020B0600070205080204" pitchFamily="50" charset="-128"/>
              </a:rPr>
              <a:t>：実際に陽性であるサンプルのうち、モデルが正しく陽性と予測したサンプルの割合 </a:t>
            </a:r>
            <a:r>
              <a:rPr kumimoji="0" lang="en-US" altLang="ja-JP" sz="2400">
                <a:latin typeface="ＭＳ Ｐゴシック" panose="020B0600070205080204" pitchFamily="50" charset="-128"/>
                <a:ea typeface="ＭＳ Ｐゴシック" panose="020B0600070205080204" pitchFamily="50" charset="-128"/>
              </a:rPr>
              <a:t>=</a:t>
            </a:r>
            <a:r>
              <a:rPr kumimoji="0" lang="ja-JP" altLang="en-US" sz="2400">
                <a:latin typeface="ＭＳ Ｐゴシック" panose="020B0600070205080204" pitchFamily="50" charset="-128"/>
                <a:ea typeface="ＭＳ Ｐゴシック" panose="020B0600070205080204" pitchFamily="50" charset="-128"/>
              </a:rPr>
              <a:t> 真陽性</a:t>
            </a:r>
            <a:endParaRPr kumimoji="0" lang="en-US" altLang="ja-JP" sz="2400">
              <a:latin typeface="ＭＳ Ｐゴシック" panose="020B0600070205080204" pitchFamily="50" charset="-128"/>
              <a:ea typeface="ＭＳ Ｐゴシック" panose="020B0600070205080204" pitchFamily="50" charset="-128"/>
            </a:endParaRPr>
          </a:p>
          <a:p>
            <a:pPr marL="342900" lvl="0" indent="-342900" eaLnBrk="0" fontAlgn="base" hangingPunct="0">
              <a:spcBef>
                <a:spcPct val="0"/>
              </a:spcBef>
              <a:spcAft>
                <a:spcPct val="0"/>
              </a:spcAft>
              <a:buFont typeface="Arial" panose="020B0604020202020204" pitchFamily="34" charset="0"/>
              <a:buChar char="•"/>
            </a:pPr>
            <a:endParaRPr kumimoji="0" lang="ja-JP" altLang="ja-JP" sz="2400">
              <a:latin typeface="ＭＳ Ｐゴシック" panose="020B0600070205080204" pitchFamily="50" charset="-128"/>
              <a:ea typeface="ＭＳ Ｐゴシック" panose="020B0600070205080204" pitchFamily="50" charset="-128"/>
            </a:endParaRPr>
          </a:p>
          <a:p>
            <a:pPr marL="342900" lvl="0" indent="-342900" eaLnBrk="0" fontAlgn="base" hangingPunct="0">
              <a:spcBef>
                <a:spcPct val="0"/>
              </a:spcBef>
              <a:spcAft>
                <a:spcPct val="0"/>
              </a:spcAft>
              <a:buFont typeface="Arial" panose="020B0604020202020204" pitchFamily="34" charset="0"/>
              <a:buChar char="•"/>
            </a:pPr>
            <a:r>
              <a:rPr kumimoji="0" lang="ja-JP" altLang="ja-JP" sz="2400">
                <a:latin typeface="ＭＳ Ｐゴシック" panose="020B0600070205080204" pitchFamily="50" charset="-128"/>
                <a:ea typeface="ＭＳ Ｐゴシック" panose="020B0600070205080204" pitchFamily="50" charset="-128"/>
              </a:rPr>
              <a:t>特異度（Specificit</a:t>
            </a:r>
            <a:r>
              <a:rPr kumimoji="0" lang="en-US" altLang="ja-JP" sz="2400">
                <a:latin typeface="ＭＳ Ｐゴシック" panose="020B0600070205080204" pitchFamily="50" charset="-128"/>
                <a:ea typeface="ＭＳ Ｐゴシック" panose="020B0600070205080204" pitchFamily="50" charset="-128"/>
              </a:rPr>
              <a:t>y):</a:t>
            </a:r>
            <a:r>
              <a:rPr kumimoji="0" lang="ja-JP" altLang="en-US" sz="2400">
                <a:latin typeface="ＭＳ Ｐゴシック" panose="020B0600070205080204" pitchFamily="50" charset="-128"/>
                <a:ea typeface="ＭＳ Ｐゴシック" panose="020B0600070205080204" pitchFamily="50" charset="-128"/>
              </a:rPr>
              <a:t>実際に陰性であるサンプルのうち、モデルが正しく陰性と予測したサンプルの割合</a:t>
            </a:r>
            <a:r>
              <a:rPr kumimoji="0" lang="en-US" altLang="ja-JP" sz="2400">
                <a:latin typeface="ＭＳ Ｐゴシック" panose="020B0600070205080204" pitchFamily="50" charset="-128"/>
                <a:ea typeface="ＭＳ Ｐゴシック" panose="020B0600070205080204" pitchFamily="50" charset="-128"/>
              </a:rPr>
              <a:t> = </a:t>
            </a:r>
            <a:r>
              <a:rPr kumimoji="0" lang="ja-JP" altLang="en-US" sz="2400">
                <a:latin typeface="ＭＳ Ｐゴシック" panose="020B0600070205080204" pitchFamily="50" charset="-128"/>
                <a:ea typeface="ＭＳ Ｐゴシック" panose="020B0600070205080204" pitchFamily="50" charset="-128"/>
              </a:rPr>
              <a:t>真陰性</a:t>
            </a:r>
            <a:endParaRPr kumimoji="0" lang="ja-JP" altLang="ja-JP" sz="2400">
              <a:latin typeface="ＭＳ Ｐゴシック" panose="020B0600070205080204" pitchFamily="50" charset="-128"/>
              <a:ea typeface="ＭＳ Ｐゴシック" panose="020B0600070205080204" pitchFamily="50" charset="-128"/>
            </a:endParaRPr>
          </a:p>
          <a:p>
            <a:pPr marL="342900" indent="-342900">
              <a:buFont typeface="Arial" panose="020B0604020202020204" pitchFamily="34" charset="0"/>
              <a:buChar char="•"/>
            </a:pPr>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endParaRPr lang="en-US" altLang="ja-JP" sz="2400">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547533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93FF3-3019-25D9-48D0-50AAA3A9BD64}"/>
              </a:ext>
            </a:extLst>
          </p:cNvPr>
          <p:cNvSpPr txBox="1">
            <a:spLocks/>
          </p:cNvSpPr>
          <p:nvPr/>
        </p:nvSpPr>
        <p:spPr>
          <a:xfrm>
            <a:off x="350353"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3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補足</a:t>
            </a:r>
            <a:endParaRPr kumimoji="1" lang="en-US" sz="32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1CC5A793-4822-0056-BB64-F744A3C7EA3F}"/>
              </a:ext>
            </a:extLst>
          </p:cNvPr>
          <p:cNvSpPr txBox="1">
            <a:spLocks/>
          </p:cNvSpPr>
          <p:nvPr/>
        </p:nvSpPr>
        <p:spPr>
          <a:xfrm>
            <a:off x="1635253"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ja-JP" sz="2800">
                <a:solidFill>
                  <a:prstClr val="black"/>
                </a:solidFill>
                <a:latin typeface="Arial" panose="020B0604020202020204" pitchFamily="34" charset="0"/>
                <a:ea typeface="MS PGothic" panose="020B0600070205080204" pitchFamily="34" charset="-128"/>
                <a:cs typeface="Arial" panose="020B0604020202020204" pitchFamily="34" charset="0"/>
              </a:rPr>
              <a:t>AMD</a:t>
            </a:r>
            <a:r>
              <a:rPr lang="ja-JP" altLang="en-US" sz="2800">
                <a:solidFill>
                  <a:prstClr val="black"/>
                </a:solidFill>
                <a:latin typeface="Arial" panose="020B0604020202020204" pitchFamily="34" charset="0"/>
                <a:ea typeface="MS PGothic" panose="020B0600070205080204" pitchFamily="34" charset="-128"/>
                <a:cs typeface="Arial" panose="020B0604020202020204" pitchFamily="34" charset="0"/>
              </a:rPr>
              <a:t>の種類とバイオマーカー</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テキスト ボックス 3">
            <a:extLst>
              <a:ext uri="{FF2B5EF4-FFF2-40B4-BE49-F238E27FC236}">
                <a16:creationId xmlns:a16="http://schemas.microsoft.com/office/drawing/2014/main" id="{B2D86283-597C-044F-092E-1866B063A9B6}"/>
              </a:ext>
            </a:extLst>
          </p:cNvPr>
          <p:cNvSpPr txBox="1"/>
          <p:nvPr/>
        </p:nvSpPr>
        <p:spPr>
          <a:xfrm>
            <a:off x="350353" y="1257800"/>
            <a:ext cx="11317391" cy="3416320"/>
          </a:xfrm>
          <a:prstGeom prst="rect">
            <a:avLst/>
          </a:prstGeom>
          <a:noFill/>
        </p:spPr>
        <p:txBody>
          <a:bodyPr wrap="square" rtlCol="0" anchor="ctr">
            <a:spAutoFit/>
          </a:bodyPr>
          <a:lstStyle/>
          <a:p>
            <a:pPr marL="342900" indent="-342900">
              <a:buFont typeface="Arial" panose="020B0604020202020204" pitchFamily="34" charset="0"/>
              <a:buChar char="•"/>
            </a:pPr>
            <a:r>
              <a:rPr lang="ja-JP" altLang="en-US" sz="2400">
                <a:latin typeface="Arial" panose="020B0604020202020204" pitchFamily="34" charset="0"/>
                <a:ea typeface="MS PGothic" panose="020B0600070205080204" pitchFamily="34" charset="-128"/>
                <a:cs typeface="Arial" panose="020B0604020202020204" pitchFamily="34" charset="0"/>
              </a:rPr>
              <a:t>早期</a:t>
            </a:r>
            <a:r>
              <a:rPr lang="en-US" altLang="ja-JP" sz="2400">
                <a:latin typeface="Arial" panose="020B0604020202020204" pitchFamily="34" charset="0"/>
                <a:ea typeface="MS PGothic" panose="020B0600070205080204" pitchFamily="34" charset="-128"/>
                <a:cs typeface="Arial" panose="020B0604020202020204" pitchFamily="34" charset="0"/>
              </a:rPr>
              <a:t>/</a:t>
            </a:r>
            <a:r>
              <a:rPr lang="ja-JP" altLang="en-US" sz="2400">
                <a:latin typeface="Arial" panose="020B0604020202020204" pitchFamily="34" charset="0"/>
                <a:ea typeface="MS PGothic" panose="020B0600070205080204" pitchFamily="34" charset="-128"/>
                <a:cs typeface="Arial" panose="020B0604020202020204" pitchFamily="34" charset="0"/>
              </a:rPr>
              <a:t>中期</a:t>
            </a:r>
            <a:r>
              <a:rPr lang="en-US" altLang="ja-JP" sz="2400">
                <a:latin typeface="Arial" panose="020B0604020202020204" pitchFamily="34" charset="0"/>
                <a:ea typeface="MS PGothic" panose="020B0600070205080204" pitchFamily="34" charset="-128"/>
                <a:cs typeface="Arial" panose="020B0604020202020204" pitchFamily="34" charset="0"/>
              </a:rPr>
              <a:t>AMD</a:t>
            </a:r>
            <a:r>
              <a:rPr lang="ja-JP" altLang="en-US" sz="2400">
                <a:latin typeface="Arial" panose="020B0604020202020204" pitchFamily="34" charset="0"/>
                <a:ea typeface="MS PGothic" panose="020B0600070205080204" pitchFamily="34" charset="-128"/>
                <a:cs typeface="Arial" panose="020B0604020202020204" pitchFamily="34" charset="0"/>
              </a:rPr>
              <a:t>（</a:t>
            </a:r>
            <a:r>
              <a:rPr lang="en-US" altLang="ja-JP" sz="2400" err="1">
                <a:latin typeface="Arial" panose="020B0604020202020204" pitchFamily="34" charset="0"/>
                <a:ea typeface="MS PGothic" panose="020B0600070205080204" pitchFamily="34" charset="-128"/>
                <a:cs typeface="Arial" panose="020B0604020202020204" pitchFamily="34" charset="0"/>
              </a:rPr>
              <a:t>iAMD</a:t>
            </a:r>
            <a:r>
              <a:rPr lang="ja-JP" altLang="en-US" sz="2400">
                <a:latin typeface="Arial" panose="020B0604020202020204" pitchFamily="34" charset="0"/>
                <a:ea typeface="MS PGothic" panose="020B0600070205080204" pitchFamily="34" charset="-128"/>
                <a:cs typeface="Arial" panose="020B0604020202020204" pitchFamily="34" charset="0"/>
              </a:rPr>
              <a:t>）</a:t>
            </a:r>
            <a:r>
              <a:rPr lang="en-US" altLang="ja-JP" sz="2400">
                <a:latin typeface="Arial" panose="020B0604020202020204" pitchFamily="34" charset="0"/>
                <a:ea typeface="MS PGothic" panose="020B0600070205080204" pitchFamily="34" charset="-128"/>
                <a:cs typeface="Arial" panose="020B0604020202020204" pitchFamily="34" charset="0"/>
              </a:rPr>
              <a:t>:</a:t>
            </a:r>
            <a:r>
              <a:rPr lang="ja-JP" altLang="en-US" sz="2400">
                <a:latin typeface="Arial" panose="020B0604020202020204" pitchFamily="34" charset="0"/>
                <a:ea typeface="MS PGothic" panose="020B0600070205080204" pitchFamily="34" charset="-128"/>
                <a:cs typeface="Arial" panose="020B0604020202020204" pitchFamily="34" charset="0"/>
              </a:rPr>
              <a:t>ドルーゼン（網膜下に蓄積する黄色の沈着物）が見られる</a:t>
            </a:r>
            <a:endParaRPr lang="en-US" altLang="ja-JP" sz="2400">
              <a:latin typeface="Arial" panose="020B0604020202020204" pitchFamily="34" charset="0"/>
              <a:ea typeface="MS PGothic" panose="020B0600070205080204" pitchFamily="34" charset="-128"/>
              <a:cs typeface="Arial" panose="020B0604020202020204" pitchFamily="34" charset="0"/>
            </a:endParaRPr>
          </a:p>
          <a:p>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342900" indent="-342900">
              <a:buFont typeface="Arial" panose="020B0604020202020204" pitchFamily="34" charset="0"/>
              <a:buChar char="•"/>
            </a:pPr>
            <a:r>
              <a:rPr lang="ja-JP" altLang="en-US" sz="2400">
                <a:latin typeface="Arial" panose="020B0604020202020204" pitchFamily="34" charset="0"/>
                <a:ea typeface="MS PGothic" panose="020B0600070205080204" pitchFamily="34" charset="-128"/>
                <a:cs typeface="Arial" panose="020B0604020202020204" pitchFamily="34" charset="0"/>
              </a:rPr>
              <a:t>進行期</a:t>
            </a:r>
            <a:r>
              <a:rPr lang="en-US" altLang="ja-JP" sz="2400">
                <a:latin typeface="Arial" panose="020B0604020202020204" pitchFamily="34" charset="0"/>
                <a:ea typeface="MS PGothic" panose="020B0600070205080204" pitchFamily="34" charset="-128"/>
                <a:cs typeface="Arial" panose="020B0604020202020204" pitchFamily="34" charset="0"/>
              </a:rPr>
              <a:t>AMD</a:t>
            </a:r>
            <a:r>
              <a:rPr lang="ja-JP" altLang="en-US" sz="2400">
                <a:latin typeface="Arial" panose="020B0604020202020204" pitchFamily="34" charset="0"/>
                <a:ea typeface="MS PGothic" panose="020B0600070205080204" pitchFamily="34" charset="-128"/>
                <a:cs typeface="Arial" panose="020B0604020202020204" pitchFamily="34" charset="0"/>
              </a:rPr>
              <a:t>：</a:t>
            </a:r>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800100" lvl="1" indent="-342900">
              <a:buFont typeface="Arial" panose="020B0604020202020204" pitchFamily="34" charset="0"/>
              <a:buChar char="•"/>
            </a:pPr>
            <a:r>
              <a:rPr lang="ja-JP" altLang="en-US" sz="2400">
                <a:latin typeface="Arial" panose="020B0604020202020204" pitchFamily="34" charset="0"/>
                <a:ea typeface="MS PGothic" panose="020B0600070205080204" pitchFamily="34" charset="-128"/>
                <a:cs typeface="Arial" panose="020B0604020202020204" pitchFamily="34" charset="0"/>
              </a:rPr>
              <a:t>湿性</a:t>
            </a:r>
            <a:r>
              <a:rPr lang="en-US" altLang="ja-JP" sz="2400">
                <a:latin typeface="Arial" panose="020B0604020202020204" pitchFamily="34" charset="0"/>
                <a:ea typeface="MS PGothic" panose="020B0600070205080204" pitchFamily="34" charset="-128"/>
                <a:cs typeface="Arial" panose="020B0604020202020204" pitchFamily="34" charset="0"/>
              </a:rPr>
              <a:t>AMD</a:t>
            </a:r>
            <a:r>
              <a:rPr lang="ja-JP" altLang="en-US" sz="2400">
                <a:latin typeface="Arial" panose="020B0604020202020204" pitchFamily="34" charset="0"/>
                <a:ea typeface="MS PGothic" panose="020B0600070205080204" pitchFamily="34" charset="-128"/>
                <a:cs typeface="Arial" panose="020B0604020202020204" pitchFamily="34" charset="0"/>
              </a:rPr>
              <a:t>（新生血管性</a:t>
            </a:r>
            <a:r>
              <a:rPr lang="en-US" altLang="ja-JP" sz="2400">
                <a:latin typeface="Arial" panose="020B0604020202020204" pitchFamily="34" charset="0"/>
                <a:ea typeface="MS PGothic" panose="020B0600070205080204" pitchFamily="34" charset="-128"/>
                <a:cs typeface="Arial" panose="020B0604020202020204" pitchFamily="34" charset="0"/>
              </a:rPr>
              <a:t>AMD, </a:t>
            </a:r>
            <a:r>
              <a:rPr lang="en-US" altLang="ja-JP" sz="2400" err="1">
                <a:latin typeface="Arial" panose="020B0604020202020204" pitchFamily="34" charset="0"/>
                <a:ea typeface="MS PGothic" panose="020B0600070205080204" pitchFamily="34" charset="-128"/>
                <a:cs typeface="Arial" panose="020B0604020202020204" pitchFamily="34" charset="0"/>
              </a:rPr>
              <a:t>nAMD</a:t>
            </a:r>
            <a:r>
              <a:rPr lang="ja-JP" altLang="en-US" sz="2400">
                <a:latin typeface="Arial" panose="020B0604020202020204" pitchFamily="34" charset="0"/>
                <a:ea typeface="MS PGothic" panose="020B0600070205080204" pitchFamily="34" charset="-128"/>
                <a:cs typeface="Arial" panose="020B0604020202020204" pitchFamily="34" charset="0"/>
              </a:rPr>
              <a:t>）：</a:t>
            </a:r>
            <a:endParaRPr lang="en-US" altLang="ja-JP" sz="2400">
              <a:latin typeface="Arial" panose="020B0604020202020204" pitchFamily="34" charset="0"/>
              <a:ea typeface="MS PGothic" panose="020B0600070205080204" pitchFamily="34" charset="-128"/>
              <a:cs typeface="Arial" panose="020B0604020202020204" pitchFamily="34" charset="0"/>
            </a:endParaRPr>
          </a:p>
          <a:p>
            <a:pPr lvl="1"/>
            <a:r>
              <a:rPr lang="en-US" altLang="ja-JP" sz="2400">
                <a:latin typeface="Arial" panose="020B0604020202020204" pitchFamily="34" charset="0"/>
                <a:ea typeface="MS PGothic" panose="020B0600070205080204" pitchFamily="34" charset="-128"/>
                <a:cs typeface="Arial" panose="020B0604020202020204" pitchFamily="34" charset="0"/>
              </a:rPr>
              <a:t>           		</a:t>
            </a:r>
            <a:r>
              <a:rPr lang="ja-JP" altLang="en-US" sz="2400">
                <a:latin typeface="Arial" panose="020B0604020202020204" pitchFamily="34" charset="0"/>
                <a:ea typeface="MS PGothic" panose="020B0600070205080204" pitchFamily="34" charset="-128"/>
                <a:cs typeface="Arial" panose="020B0604020202020204" pitchFamily="34" charset="0"/>
              </a:rPr>
              <a:t>異常な血管の成長（新生血管）が見られる</a:t>
            </a:r>
            <a:endParaRPr lang="en-US" altLang="ja-JP" sz="2400">
              <a:latin typeface="Arial" panose="020B0604020202020204" pitchFamily="34" charset="0"/>
              <a:ea typeface="MS PGothic" panose="020B0600070205080204" pitchFamily="34" charset="-128"/>
              <a:cs typeface="Arial" panose="020B0604020202020204" pitchFamily="34" charset="0"/>
            </a:endParaRPr>
          </a:p>
          <a:p>
            <a:pPr lvl="1"/>
            <a:r>
              <a:rPr lang="en-US" altLang="ja-JP" sz="2400">
                <a:latin typeface="Arial" panose="020B0604020202020204" pitchFamily="34" charset="0"/>
                <a:ea typeface="MS PGothic" panose="020B0600070205080204" pitchFamily="34" charset="-128"/>
                <a:cs typeface="Arial" panose="020B0604020202020204" pitchFamily="34" charset="0"/>
              </a:rPr>
              <a:t>    			</a:t>
            </a:r>
            <a:r>
              <a:rPr lang="ja-JP" altLang="en-US" sz="2400">
                <a:latin typeface="Arial" panose="020B0604020202020204" pitchFamily="34" charset="0"/>
                <a:ea typeface="MS PGothic" panose="020B0600070205080204" pitchFamily="34" charset="-128"/>
                <a:cs typeface="Arial" panose="020B0604020202020204" pitchFamily="34" charset="0"/>
              </a:rPr>
              <a:t>出血や液体の漏出が視力に大きな影響を与える。</a:t>
            </a:r>
            <a:endParaRPr lang="en-US" altLang="ja-JP" sz="2400">
              <a:latin typeface="Arial" panose="020B0604020202020204" pitchFamily="34" charset="0"/>
              <a:ea typeface="MS PGothic" panose="020B0600070205080204" pitchFamily="34" charset="-128"/>
              <a:cs typeface="Arial" panose="020B0604020202020204" pitchFamily="34" charset="0"/>
            </a:endParaRPr>
          </a:p>
          <a:p>
            <a:pPr lvl="1"/>
            <a:endParaRPr lang="en-US" altLang="ja-JP" sz="2400">
              <a:latin typeface="Arial" panose="020B0604020202020204" pitchFamily="34" charset="0"/>
              <a:ea typeface="MS PGothic" panose="020B0600070205080204" pitchFamily="34" charset="-128"/>
              <a:cs typeface="Arial" panose="020B0604020202020204" pitchFamily="34" charset="0"/>
            </a:endParaRPr>
          </a:p>
          <a:p>
            <a:pPr marL="800100" lvl="1" indent="-342900">
              <a:buFont typeface="Arial" panose="020B0604020202020204" pitchFamily="34" charset="0"/>
              <a:buChar char="•"/>
            </a:pPr>
            <a:r>
              <a:rPr lang="ja-JP" altLang="en-US" sz="2400">
                <a:latin typeface="Arial" panose="020B0604020202020204" pitchFamily="34" charset="0"/>
                <a:ea typeface="MS PGothic" panose="020B0600070205080204" pitchFamily="34" charset="-128"/>
                <a:cs typeface="Arial" panose="020B0604020202020204" pitchFamily="34" charset="0"/>
              </a:rPr>
              <a:t>乾性</a:t>
            </a:r>
            <a:r>
              <a:rPr lang="en-US" altLang="ja-JP" sz="2400">
                <a:latin typeface="Arial" panose="020B0604020202020204" pitchFamily="34" charset="0"/>
                <a:ea typeface="MS PGothic" panose="020B0600070205080204" pitchFamily="34" charset="-128"/>
                <a:cs typeface="Arial" panose="020B0604020202020204" pitchFamily="34" charset="0"/>
              </a:rPr>
              <a:t>AMD</a:t>
            </a:r>
            <a:r>
              <a:rPr lang="ja-JP" altLang="en-US" sz="2400">
                <a:latin typeface="Arial" panose="020B0604020202020204" pitchFamily="34" charset="0"/>
                <a:ea typeface="MS PGothic" panose="020B0600070205080204" pitchFamily="34" charset="-128"/>
                <a:cs typeface="Arial" panose="020B0604020202020204" pitchFamily="34" charset="0"/>
              </a:rPr>
              <a:t>（萎縮型</a:t>
            </a:r>
            <a:r>
              <a:rPr lang="en-US" altLang="ja-JP" sz="2400">
                <a:latin typeface="Arial" panose="020B0604020202020204" pitchFamily="34" charset="0"/>
                <a:ea typeface="MS PGothic" panose="020B0600070205080204" pitchFamily="34" charset="-128"/>
                <a:cs typeface="Arial" panose="020B0604020202020204" pitchFamily="34" charset="0"/>
              </a:rPr>
              <a:t>AMD, GA</a:t>
            </a:r>
            <a:r>
              <a:rPr lang="ja-JP" altLang="en-US" sz="2400">
                <a:latin typeface="Arial" panose="020B0604020202020204" pitchFamily="34" charset="0"/>
                <a:ea typeface="MS PGothic" panose="020B0600070205080204" pitchFamily="34" charset="-128"/>
                <a:cs typeface="Arial" panose="020B0604020202020204" pitchFamily="34" charset="0"/>
              </a:rPr>
              <a:t>）</a:t>
            </a:r>
            <a:r>
              <a:rPr lang="en-US" altLang="ja-JP" sz="2400">
                <a:latin typeface="Arial" panose="020B0604020202020204" pitchFamily="34" charset="0"/>
                <a:ea typeface="MS PGothic" panose="020B0600070205080204" pitchFamily="34" charset="-128"/>
                <a:cs typeface="Arial" panose="020B0604020202020204" pitchFamily="34" charset="0"/>
              </a:rPr>
              <a:t>: </a:t>
            </a:r>
            <a:r>
              <a:rPr lang="ja-JP" altLang="en-US" sz="2400">
                <a:latin typeface="Arial" panose="020B0604020202020204" pitchFamily="34" charset="0"/>
                <a:ea typeface="MS PGothic" panose="020B0600070205080204" pitchFamily="34" charset="-128"/>
                <a:cs typeface="Arial" panose="020B0604020202020204" pitchFamily="34" charset="0"/>
              </a:rPr>
              <a:t>網膜の組織が徐々に薄くなり、萎縮（</a:t>
            </a:r>
            <a:r>
              <a:rPr lang="en-US" altLang="ja-JP" sz="2400">
                <a:latin typeface="Arial" panose="020B0604020202020204" pitchFamily="34" charset="0"/>
                <a:ea typeface="MS PGothic" panose="020B0600070205080204" pitchFamily="34" charset="-128"/>
                <a:cs typeface="Arial" panose="020B0604020202020204" pitchFamily="34" charset="0"/>
              </a:rPr>
              <a:t>MA</a:t>
            </a:r>
            <a:r>
              <a:rPr lang="ja-JP" altLang="en-US" sz="2400">
                <a:latin typeface="Arial" panose="020B0604020202020204" pitchFamily="34" charset="0"/>
                <a:ea typeface="MS PGothic" panose="020B0600070205080204" pitchFamily="34" charset="-128"/>
                <a:cs typeface="Arial" panose="020B0604020202020204" pitchFamily="34" charset="0"/>
              </a:rPr>
              <a:t>）が進行する。</a:t>
            </a:r>
            <a:endParaRPr lang="en-US" altLang="ja-JP" sz="2400">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8906290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340E-EEB7-BCEE-3B12-DC70175777E3}"/>
              </a:ext>
            </a:extLst>
          </p:cNvPr>
          <p:cNvSpPr txBox="1">
            <a:spLocks/>
          </p:cNvSpPr>
          <p:nvPr/>
        </p:nvSpPr>
        <p:spPr>
          <a:xfrm>
            <a:off x="399121" y="595605"/>
            <a:ext cx="1284900" cy="5934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ja-JP" altLang="en-US" sz="3600">
                <a:solidFill>
                  <a:prstClr val="black"/>
                </a:solidFill>
                <a:latin typeface="Arial" panose="020B0604020202020204" pitchFamily="34" charset="0"/>
                <a:ea typeface="MS PGothic" panose="020B0600070205080204" pitchFamily="34" charset="-128"/>
                <a:cs typeface="Arial" panose="020B0604020202020204" pitchFamily="34" charset="0"/>
              </a:rPr>
              <a:t>背景</a:t>
            </a:r>
            <a:endParaRPr kumimoji="1" 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 name="Title 1">
            <a:extLst>
              <a:ext uri="{FF2B5EF4-FFF2-40B4-BE49-F238E27FC236}">
                <a16:creationId xmlns:a16="http://schemas.microsoft.com/office/drawing/2014/main" id="{767B6BB3-3D53-E076-BFB6-79E3C6A8B031}"/>
              </a:ext>
            </a:extLst>
          </p:cNvPr>
          <p:cNvSpPr txBox="1">
            <a:spLocks/>
          </p:cNvSpPr>
          <p:nvPr/>
        </p:nvSpPr>
        <p:spPr>
          <a:xfrm>
            <a:off x="1684021"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itle 1">
            <a:extLst>
              <a:ext uri="{FF2B5EF4-FFF2-40B4-BE49-F238E27FC236}">
                <a16:creationId xmlns:a16="http://schemas.microsoft.com/office/drawing/2014/main" id="{38E8A619-37DE-0F76-6BBE-1AC22A86F48F}"/>
              </a:ext>
            </a:extLst>
          </p:cNvPr>
          <p:cNvSpPr txBox="1">
            <a:spLocks/>
          </p:cNvSpPr>
          <p:nvPr/>
        </p:nvSpPr>
        <p:spPr>
          <a:xfrm>
            <a:off x="1635253" y="468898"/>
            <a:ext cx="9515474" cy="8468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1" lang="ja-JP" alt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これまでの研究</a:t>
            </a:r>
            <a:endParaRPr kumimoji="1" lang="en-US" sz="28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0" name="グループ化 9">
            <a:extLst>
              <a:ext uri="{FF2B5EF4-FFF2-40B4-BE49-F238E27FC236}">
                <a16:creationId xmlns:a16="http://schemas.microsoft.com/office/drawing/2014/main" id="{53ADA12E-AB1C-789B-E4D2-E4E3B7A747B7}"/>
              </a:ext>
            </a:extLst>
          </p:cNvPr>
          <p:cNvGrpSpPr/>
          <p:nvPr/>
        </p:nvGrpSpPr>
        <p:grpSpPr>
          <a:xfrm>
            <a:off x="394632" y="2039207"/>
            <a:ext cx="11402735" cy="3787192"/>
            <a:chOff x="399120" y="2090057"/>
            <a:chExt cx="11402735" cy="3787192"/>
          </a:xfrm>
        </p:grpSpPr>
        <p:sp>
          <p:nvSpPr>
            <p:cNvPr id="5" name="テキスト ボックス 4">
              <a:extLst>
                <a:ext uri="{FF2B5EF4-FFF2-40B4-BE49-F238E27FC236}">
                  <a16:creationId xmlns:a16="http://schemas.microsoft.com/office/drawing/2014/main" id="{B291250F-1D31-1865-7156-56EC4AB2D687}"/>
                </a:ext>
              </a:extLst>
            </p:cNvPr>
            <p:cNvSpPr txBox="1"/>
            <p:nvPr/>
          </p:nvSpPr>
          <p:spPr>
            <a:xfrm>
              <a:off x="399120" y="2090057"/>
              <a:ext cx="11402735" cy="830997"/>
            </a:xfrm>
            <a:prstGeom prst="rect">
              <a:avLst/>
            </a:prstGeom>
            <a:noFill/>
          </p:spPr>
          <p:txBody>
            <a:bodyPr wrap="square" rtlCol="0" anchor="ctr">
              <a:spAutoFit/>
            </a:bodyPr>
            <a:lstStyle/>
            <a:p>
              <a:pPr algn="ctr"/>
              <a:r>
                <a:rPr lang="en-US" altLang="ja-JP" sz="2400" dirty="0" err="1">
                  <a:latin typeface="Arial" panose="020B0604020202020204" pitchFamily="34" charset="0"/>
                  <a:ea typeface="MS PGothic" panose="020B0600070205080204" pitchFamily="34" charset="-128"/>
                  <a:cs typeface="Arial" panose="020B0604020202020204" pitchFamily="34" charset="0"/>
                </a:rPr>
                <a:t>Bscan</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a:t>
              </a:r>
              <a:r>
                <a:rPr lang="en-US" altLang="ja-JP" sz="2400" dirty="0">
                  <a:latin typeface="Arial" panose="020B0604020202020204" pitchFamily="34" charset="0"/>
                  <a:ea typeface="MS PGothic" panose="020B0600070205080204" pitchFamily="34" charset="-128"/>
                  <a:cs typeface="Arial" panose="020B0604020202020204" pitchFamily="34" charset="0"/>
                </a:rPr>
                <a:t>OCT</a:t>
              </a:r>
              <a:r>
                <a:rPr lang="ja-JP" altLang="en-US" sz="2400" dirty="0">
                  <a:latin typeface="Arial" panose="020B0604020202020204" pitchFamily="34" charset="0"/>
                  <a:ea typeface="MS PGothic" panose="020B0600070205080204" pitchFamily="34" charset="-128"/>
                  <a:cs typeface="Arial" panose="020B0604020202020204" pitchFamily="34" charset="0"/>
                </a:rPr>
                <a:t>断面画像</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）の</a:t>
              </a:r>
              <a:r>
                <a:rPr kumimoji="1" lang="en-US" altLang="ja-JP" sz="2400" dirty="0">
                  <a:latin typeface="Arial" panose="020B0604020202020204" pitchFamily="34" charset="0"/>
                  <a:ea typeface="MS PGothic" panose="020B0600070205080204" pitchFamily="34" charset="-128"/>
                  <a:cs typeface="Arial" panose="020B0604020202020204" pitchFamily="34" charset="0"/>
                </a:rPr>
                <a:t>2D</a:t>
              </a:r>
              <a:r>
                <a:rPr kumimoji="1" lang="ja-JP" altLang="en-US" sz="2400" dirty="0">
                  <a:latin typeface="Arial" panose="020B0604020202020204" pitchFamily="34" charset="0"/>
                  <a:ea typeface="MS PGothic" panose="020B0600070205080204" pitchFamily="34" charset="-128"/>
                  <a:cs typeface="Arial" panose="020B0604020202020204" pitchFamily="34" charset="0"/>
                </a:rPr>
                <a:t>画像分類タスクに</a:t>
              </a:r>
              <a:endParaRPr kumimoji="1" lang="en-US" altLang="ja-JP" sz="2400" dirty="0">
                <a:latin typeface="Arial" panose="020B0604020202020204" pitchFamily="34" charset="0"/>
                <a:ea typeface="MS PGothic" panose="020B0600070205080204" pitchFamily="34" charset="-128"/>
                <a:cs typeface="Arial" panose="020B0604020202020204" pitchFamily="34" charset="0"/>
              </a:endParaRPr>
            </a:p>
            <a:p>
              <a:pPr algn="ctr"/>
              <a:r>
                <a:rPr kumimoji="1" lang="ja-JP" altLang="en-US" sz="2400" dirty="0">
                  <a:latin typeface="Arial" panose="020B0604020202020204" pitchFamily="34" charset="0"/>
                  <a:ea typeface="MS PGothic" panose="020B0600070205080204" pitchFamily="34" charset="-128"/>
                  <a:cs typeface="Arial" panose="020B0604020202020204" pitchFamily="34" charset="0"/>
                </a:rPr>
                <a:t>焦点</a:t>
              </a:r>
              <a:r>
                <a:rPr lang="ja-JP" altLang="en-US" sz="2400" dirty="0">
                  <a:latin typeface="Arial" panose="020B0604020202020204" pitchFamily="34" charset="0"/>
                  <a:ea typeface="MS PGothic" panose="020B0600070205080204" pitchFamily="34" charset="-128"/>
                  <a:cs typeface="Arial" panose="020B0604020202020204" pitchFamily="34" charset="0"/>
                </a:rPr>
                <a:t>を当てた研究がほとんど</a:t>
              </a:r>
              <a:endParaRPr kumimoji="1" lang="en-US" altLang="ja-JP" sz="2400" dirty="0">
                <a:latin typeface="Arial" panose="020B0604020202020204" pitchFamily="34" charset="0"/>
                <a:ea typeface="MS PGothic" panose="020B0600070205080204" pitchFamily="34" charset="-128"/>
                <a:cs typeface="Arial" panose="020B0604020202020204" pitchFamily="34" charset="0"/>
              </a:endParaRPr>
            </a:p>
          </p:txBody>
        </p:sp>
        <p:sp>
          <p:nvSpPr>
            <p:cNvPr id="8" name="テキスト ボックス 7">
              <a:extLst>
                <a:ext uri="{FF2B5EF4-FFF2-40B4-BE49-F238E27FC236}">
                  <a16:creationId xmlns:a16="http://schemas.microsoft.com/office/drawing/2014/main" id="{E860A95F-2002-A695-65BE-34561CD4F97B}"/>
                </a:ext>
              </a:extLst>
            </p:cNvPr>
            <p:cNvSpPr txBox="1"/>
            <p:nvPr/>
          </p:nvSpPr>
          <p:spPr>
            <a:xfrm>
              <a:off x="1688510" y="5046252"/>
              <a:ext cx="8470231" cy="830997"/>
            </a:xfrm>
            <a:prstGeom prst="rect">
              <a:avLst/>
            </a:prstGeom>
            <a:noFill/>
          </p:spPr>
          <p:txBody>
            <a:bodyPr wrap="square" rtlCol="0">
              <a:spAutoFit/>
            </a:bodyPr>
            <a:lstStyle/>
            <a:p>
              <a:pPr algn="ctr"/>
              <a:r>
                <a:rPr lang="en-US" altLang="ja-JP" sz="2400">
                  <a:latin typeface="ＭＳ Ｐゴシック" panose="020B0600070205080204" pitchFamily="50" charset="-128"/>
                  <a:ea typeface="ＭＳ Ｐゴシック" panose="020B0600070205080204" pitchFamily="50" charset="-128"/>
                  <a:cs typeface="Arial" panose="020B0604020202020204" pitchFamily="34" charset="0"/>
                </a:rPr>
                <a:t>3D-OCT</a:t>
              </a:r>
              <a:r>
                <a:rPr lang="ja-JP" altLang="en-US" sz="2400">
                  <a:latin typeface="ＭＳ Ｐゴシック" panose="020B0600070205080204" pitchFamily="50" charset="-128"/>
                  <a:ea typeface="ＭＳ Ｐゴシック" panose="020B0600070205080204" pitchFamily="50" charset="-128"/>
                  <a:cs typeface="Arial" panose="020B0604020202020204" pitchFamily="34" charset="0"/>
                </a:rPr>
                <a:t> </a:t>
              </a:r>
              <a:r>
                <a:rPr lang="en-US" altLang="ja-JP" sz="2400">
                  <a:latin typeface="ＭＳ Ｐゴシック" panose="020B0600070205080204" pitchFamily="50" charset="-128"/>
                  <a:ea typeface="ＭＳ Ｐゴシック" panose="020B0600070205080204" pitchFamily="50" charset="-128"/>
                  <a:cs typeface="Arial" panose="020B0604020202020204" pitchFamily="34" charset="0"/>
                </a:rPr>
                <a:t>volume</a:t>
              </a:r>
              <a:r>
                <a:rPr lang="ja-JP" altLang="en-US" sz="2400">
                  <a:latin typeface="ＭＳ Ｐゴシック" panose="020B0600070205080204" pitchFamily="50" charset="-128"/>
                  <a:ea typeface="ＭＳ Ｐゴシック" panose="020B0600070205080204" pitchFamily="50" charset="-128"/>
                  <a:cs typeface="Arial" panose="020B0604020202020204" pitchFamily="34" charset="0"/>
                </a:rPr>
                <a:t>の分類とステージングのタスクに</a:t>
              </a:r>
              <a:endParaRPr lang="en-US" altLang="ja-JP" sz="2400">
                <a:latin typeface="ＭＳ Ｐゴシック" panose="020B0600070205080204" pitchFamily="50" charset="-128"/>
                <a:ea typeface="ＭＳ Ｐゴシック" panose="020B0600070205080204" pitchFamily="50" charset="-128"/>
                <a:cs typeface="Arial" panose="020B0604020202020204" pitchFamily="34" charset="0"/>
              </a:endParaRPr>
            </a:p>
            <a:p>
              <a:pPr algn="ctr"/>
              <a:r>
                <a:rPr lang="ja-JP" altLang="en-US" sz="2400">
                  <a:latin typeface="ＭＳ Ｐゴシック" panose="020B0600070205080204" pitchFamily="50" charset="-128"/>
                  <a:ea typeface="ＭＳ Ｐゴシック" panose="020B0600070205080204" pitchFamily="50" charset="-128"/>
                  <a:cs typeface="Arial" panose="020B0604020202020204" pitchFamily="34" charset="0"/>
                </a:rPr>
                <a:t>取り組んだ研究はごく少数</a:t>
              </a:r>
              <a:endParaRPr kumimoji="1" lang="ja-JP" altLang="en-US" sz="2400">
                <a:latin typeface="ＭＳ Ｐゴシック" panose="020B0600070205080204" pitchFamily="50" charset="-128"/>
                <a:ea typeface="ＭＳ Ｐゴシック" panose="020B0600070205080204" pitchFamily="50" charset="-128"/>
              </a:endParaRPr>
            </a:p>
          </p:txBody>
        </p:sp>
        <p:sp>
          <p:nvSpPr>
            <p:cNvPr id="9" name="矢印: 下 8">
              <a:extLst>
                <a:ext uri="{FF2B5EF4-FFF2-40B4-BE49-F238E27FC236}">
                  <a16:creationId xmlns:a16="http://schemas.microsoft.com/office/drawing/2014/main" id="{4DD9D1B9-1D6A-A25F-8167-9EC7473C8C5C}"/>
                </a:ext>
              </a:extLst>
            </p:cNvPr>
            <p:cNvSpPr/>
            <p:nvPr/>
          </p:nvSpPr>
          <p:spPr>
            <a:xfrm>
              <a:off x="5727509" y="3549502"/>
              <a:ext cx="745958" cy="846861"/>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49058173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5479</Words>
  <Application>Microsoft Office PowerPoint</Application>
  <PresentationFormat>ワイド画面</PresentationFormat>
  <Paragraphs>476</Paragraphs>
  <Slides>39</Slides>
  <Notes>39</Notes>
  <HiddenSlides>10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39</vt:i4>
      </vt:variant>
    </vt:vector>
  </HeadingPairs>
  <TitlesOfParts>
    <vt:vector size="48" baseType="lpstr">
      <vt:lpstr>Google Sans</vt:lpstr>
      <vt:lpstr>ＭＳ Ｐゴシック</vt:lpstr>
      <vt:lpstr>ＭＳ Ｐゴシック</vt:lpstr>
      <vt:lpstr>游ゴシック</vt:lpstr>
      <vt:lpstr>游ゴシック Light</vt:lpstr>
      <vt:lpstr>Arial</vt:lpstr>
      <vt:lpstr>Cambria Math</vt:lpstr>
      <vt:lpstr>Wingdings</vt:lpstr>
      <vt:lpstr>Office テーマ</vt:lpstr>
      <vt:lpstr>実世界のOCTデータセットにおけるディープラーニングに基づくAMDの自動検出と病期分類（PINNACLE試験報告5）</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晃太 池口</dc:creator>
  <cp:lastModifiedBy>晃太 池口</cp:lastModifiedBy>
  <cp:revision>1</cp:revision>
  <dcterms:created xsi:type="dcterms:W3CDTF">2024-05-29T09:58:22Z</dcterms:created>
  <dcterms:modified xsi:type="dcterms:W3CDTF">2024-07-10T07:36:13Z</dcterms:modified>
</cp:coreProperties>
</file>