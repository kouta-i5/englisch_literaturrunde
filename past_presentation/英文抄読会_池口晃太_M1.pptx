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73" r:id="rId3"/>
    <p:sldId id="282" r:id="rId4"/>
    <p:sldId id="278" r:id="rId5"/>
    <p:sldId id="274" r:id="rId6"/>
    <p:sldId id="277" r:id="rId7"/>
    <p:sldId id="299" r:id="rId8"/>
    <p:sldId id="279" r:id="rId9"/>
    <p:sldId id="280" r:id="rId10"/>
    <p:sldId id="281" r:id="rId11"/>
    <p:sldId id="293" r:id="rId12"/>
    <p:sldId id="295" r:id="rId13"/>
    <p:sldId id="296" r:id="rId14"/>
    <p:sldId id="300" r:id="rId15"/>
    <p:sldId id="290" r:id="rId16"/>
    <p:sldId id="289" r:id="rId17"/>
    <p:sldId id="297" r:id="rId18"/>
    <p:sldId id="292" r:id="rId19"/>
    <p:sldId id="294" r:id="rId20"/>
    <p:sldId id="298" r:id="rId21"/>
    <p:sldId id="284" r:id="rId22"/>
    <p:sldId id="285" r:id="rId23"/>
    <p:sldId id="287" r:id="rId24"/>
    <p:sldId id="286" r:id="rId25"/>
    <p:sldId id="276" r:id="rId26"/>
    <p:sldId id="288" r:id="rId27"/>
    <p:sldId id="302" r:id="rId28"/>
    <p:sldId id="303" r:id="rId29"/>
    <p:sldId id="305" r:id="rId30"/>
    <p:sldId id="304" r:id="rId3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A1C084AA-1552-4716-A77A-956B7020E3C7}">
          <p14:sldIdLst>
            <p14:sldId id="256"/>
            <p14:sldId id="273"/>
            <p14:sldId id="282"/>
            <p14:sldId id="278"/>
            <p14:sldId id="274"/>
            <p14:sldId id="277"/>
            <p14:sldId id="299"/>
            <p14:sldId id="279"/>
            <p14:sldId id="280"/>
            <p14:sldId id="281"/>
            <p14:sldId id="293"/>
            <p14:sldId id="295"/>
            <p14:sldId id="296"/>
            <p14:sldId id="300"/>
            <p14:sldId id="290"/>
            <p14:sldId id="289"/>
            <p14:sldId id="297"/>
            <p14:sldId id="292"/>
            <p14:sldId id="294"/>
            <p14:sldId id="298"/>
          </p14:sldIdLst>
        </p14:section>
        <p14:section name="補足資料" id="{6C0D5471-8B9A-41CF-86AD-CC29006E85ED}">
          <p14:sldIdLst>
            <p14:sldId id="284"/>
            <p14:sldId id="285"/>
            <p14:sldId id="287"/>
            <p14:sldId id="286"/>
            <p14:sldId id="276"/>
            <p14:sldId id="288"/>
            <p14:sldId id="302"/>
            <p14:sldId id="303"/>
            <p14:sldId id="305"/>
            <p14:sldId id="30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E92A3C-D0A8-E44B-94F4-D03B5E621832}" v="42" dt="2025-04-16T10:04:51.553"/>
    <p1510:client id="{E00A540A-4AEA-43AE-9619-592028E1B4A9}" v="750" dt="2025-04-15T09:16:42.299"/>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450" autoAdjust="0"/>
    <p:restoredTop sz="83544" autoAdjust="0"/>
  </p:normalViewPr>
  <p:slideViewPr>
    <p:cSldViewPr snapToGrid="0">
      <p:cViewPr varScale="1">
        <p:scale>
          <a:sx n="129" d="100"/>
          <a:sy n="129" d="100"/>
        </p:scale>
        <p:origin x="948" y="120"/>
      </p:cViewPr>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池口晃太" userId="aaf7f548-d2e0-4c70-a7c2-2a19daa89cbd" providerId="ADAL" clId="{E00A540A-4AEA-43AE-9619-592028E1B4A9}"/>
    <pc:docChg chg="undo redo custSel addSld delSld modSld sldOrd addSection modSection">
      <pc:chgData name="池口晃太" userId="aaf7f548-d2e0-4c70-a7c2-2a19daa89cbd" providerId="ADAL" clId="{E00A540A-4AEA-43AE-9619-592028E1B4A9}" dt="2025-04-15T14:10:56.945" v="12851" actId="1076"/>
      <pc:docMkLst>
        <pc:docMk/>
      </pc:docMkLst>
      <pc:sldChg chg="addSp delSp modSp mod modNotesTx">
        <pc:chgData name="池口晃太" userId="aaf7f548-d2e0-4c70-a7c2-2a19daa89cbd" providerId="ADAL" clId="{E00A540A-4AEA-43AE-9619-592028E1B4A9}" dt="2025-04-15T09:11:32.535" v="12648" actId="20577"/>
        <pc:sldMkLst>
          <pc:docMk/>
          <pc:sldMk cId="3684952264" sldId="256"/>
        </pc:sldMkLst>
        <pc:spChg chg="add mod">
          <ac:chgData name="池口晃太" userId="aaf7f548-d2e0-4c70-a7c2-2a19daa89cbd" providerId="ADAL" clId="{E00A540A-4AEA-43AE-9619-592028E1B4A9}" dt="2025-04-05T21:31:20.660" v="32" actId="20577"/>
          <ac:spMkLst>
            <pc:docMk/>
            <pc:sldMk cId="3684952264" sldId="256"/>
            <ac:spMk id="5" creationId="{379CCFEB-0A89-6F9C-9CB8-79C230A2C123}"/>
          </ac:spMkLst>
        </pc:spChg>
        <pc:spChg chg="add mod">
          <ac:chgData name="池口晃太" userId="aaf7f548-d2e0-4c70-a7c2-2a19daa89cbd" providerId="ADAL" clId="{E00A540A-4AEA-43AE-9619-592028E1B4A9}" dt="2025-04-14T11:25:27.620" v="3025"/>
          <ac:spMkLst>
            <pc:docMk/>
            <pc:sldMk cId="3684952264" sldId="256"/>
            <ac:spMk id="7" creationId="{C1782CA0-113E-BB2D-730D-DB2E504C4831}"/>
          </ac:spMkLst>
        </pc:spChg>
        <pc:picChg chg="add mod">
          <ac:chgData name="池口晃太" userId="aaf7f548-d2e0-4c70-a7c2-2a19daa89cbd" providerId="ADAL" clId="{E00A540A-4AEA-43AE-9619-592028E1B4A9}" dt="2025-04-05T21:29:18.853" v="12" actId="14100"/>
          <ac:picMkLst>
            <pc:docMk/>
            <pc:sldMk cId="3684952264" sldId="256"/>
            <ac:picMk id="4" creationId="{FCE55083-5EAA-9464-B265-471368EF4BA7}"/>
          </ac:picMkLst>
        </pc:picChg>
        <pc:picChg chg="add mod">
          <ac:chgData name="池口晃太" userId="aaf7f548-d2e0-4c70-a7c2-2a19daa89cbd" providerId="ADAL" clId="{E00A540A-4AEA-43AE-9619-592028E1B4A9}" dt="2025-04-05T21:29:25.407" v="13" actId="1076"/>
          <ac:picMkLst>
            <pc:docMk/>
            <pc:sldMk cId="3684952264" sldId="256"/>
            <ac:picMk id="9" creationId="{8DE3EF38-BD90-3551-4002-A35C540F5B73}"/>
          </ac:picMkLst>
        </pc:picChg>
      </pc:sldChg>
      <pc:sldChg chg="addSp delSp modSp add del mod modNotesTx">
        <pc:chgData name="池口晃太" userId="aaf7f548-d2e0-4c70-a7c2-2a19daa89cbd" providerId="ADAL" clId="{E00A540A-4AEA-43AE-9619-592028E1B4A9}" dt="2025-04-15T14:10:56.945" v="12851" actId="1076"/>
        <pc:sldMkLst>
          <pc:docMk/>
          <pc:sldMk cId="2776394331" sldId="273"/>
        </pc:sldMkLst>
        <pc:spChg chg="mod">
          <ac:chgData name="池口晃太" userId="aaf7f548-d2e0-4c70-a7c2-2a19daa89cbd" providerId="ADAL" clId="{E00A540A-4AEA-43AE-9619-592028E1B4A9}" dt="2025-04-15T07:25:14.926" v="10928" actId="20577"/>
          <ac:spMkLst>
            <pc:docMk/>
            <pc:sldMk cId="2776394331" sldId="273"/>
            <ac:spMk id="4" creationId="{0A93851D-F473-4E39-E0CF-2103B833A8FB}"/>
          </ac:spMkLst>
        </pc:spChg>
        <pc:spChg chg="add mod ord">
          <ac:chgData name="池口晃太" userId="aaf7f548-d2e0-4c70-a7c2-2a19daa89cbd" providerId="ADAL" clId="{E00A540A-4AEA-43AE-9619-592028E1B4A9}" dt="2025-04-13T18:50:22.853" v="2042" actId="164"/>
          <ac:spMkLst>
            <pc:docMk/>
            <pc:sldMk cId="2776394331" sldId="273"/>
            <ac:spMk id="21" creationId="{86F6D33F-1390-BFEE-F792-C62065480749}"/>
          </ac:spMkLst>
        </pc:spChg>
        <pc:spChg chg="add mod">
          <ac:chgData name="池口晃太" userId="aaf7f548-d2e0-4c70-a7c2-2a19daa89cbd" providerId="ADAL" clId="{E00A540A-4AEA-43AE-9619-592028E1B4A9}" dt="2025-04-14T11:54:00.743" v="3497" actId="1076"/>
          <ac:spMkLst>
            <pc:docMk/>
            <pc:sldMk cId="2776394331" sldId="273"/>
            <ac:spMk id="22" creationId="{403C01B4-859E-4405-99BD-4FFB5F3A54C0}"/>
          </ac:spMkLst>
        </pc:spChg>
        <pc:spChg chg="add mod ord">
          <ac:chgData name="池口晃太" userId="aaf7f548-d2e0-4c70-a7c2-2a19daa89cbd" providerId="ADAL" clId="{E00A540A-4AEA-43AE-9619-592028E1B4A9}" dt="2025-04-13T18:50:26.582" v="2043" actId="164"/>
          <ac:spMkLst>
            <pc:docMk/>
            <pc:sldMk cId="2776394331" sldId="273"/>
            <ac:spMk id="23" creationId="{852EC9A3-19C8-C5F6-C799-6F728E0A3AA7}"/>
          </ac:spMkLst>
        </pc:spChg>
        <pc:spChg chg="add mod">
          <ac:chgData name="池口晃太" userId="aaf7f548-d2e0-4c70-a7c2-2a19daa89cbd" providerId="ADAL" clId="{E00A540A-4AEA-43AE-9619-592028E1B4A9}" dt="2025-04-13T18:58:32.417" v="2149" actId="164"/>
          <ac:spMkLst>
            <pc:docMk/>
            <pc:sldMk cId="2776394331" sldId="273"/>
            <ac:spMk id="26" creationId="{7E1F0ADD-A803-4331-E15B-E034B625E617}"/>
          </ac:spMkLst>
        </pc:spChg>
        <pc:spChg chg="add mod ord">
          <ac:chgData name="池口晃太" userId="aaf7f548-d2e0-4c70-a7c2-2a19daa89cbd" providerId="ADAL" clId="{E00A540A-4AEA-43AE-9619-592028E1B4A9}" dt="2025-04-13T18:58:32.417" v="2149" actId="164"/>
          <ac:spMkLst>
            <pc:docMk/>
            <pc:sldMk cId="2776394331" sldId="273"/>
            <ac:spMk id="47" creationId="{02B2D4AC-1199-7657-F680-22931FA6EE47}"/>
          </ac:spMkLst>
        </pc:spChg>
        <pc:spChg chg="add del mod">
          <ac:chgData name="池口晃太" userId="aaf7f548-d2e0-4c70-a7c2-2a19daa89cbd" providerId="ADAL" clId="{E00A540A-4AEA-43AE-9619-592028E1B4A9}" dt="2025-04-13T19:31:10.177" v="2998" actId="14100"/>
          <ac:spMkLst>
            <pc:docMk/>
            <pc:sldMk cId="2776394331" sldId="273"/>
            <ac:spMk id="62" creationId="{F14CF576-4EFB-B42C-94EF-B9A1EF50BA0A}"/>
          </ac:spMkLst>
        </pc:spChg>
        <pc:spChg chg="add mod">
          <ac:chgData name="池口晃太" userId="aaf7f548-d2e0-4c70-a7c2-2a19daa89cbd" providerId="ADAL" clId="{E00A540A-4AEA-43AE-9619-592028E1B4A9}" dt="2025-04-13T19:31:20.201" v="3000" actId="14100"/>
          <ac:spMkLst>
            <pc:docMk/>
            <pc:sldMk cId="2776394331" sldId="273"/>
            <ac:spMk id="103" creationId="{DDB97689-1E7F-84CA-25A9-73E908C540B6}"/>
          </ac:spMkLst>
        </pc:spChg>
        <pc:spChg chg="add mod">
          <ac:chgData name="池口晃太" userId="aaf7f548-d2e0-4c70-a7c2-2a19daa89cbd" providerId="ADAL" clId="{E00A540A-4AEA-43AE-9619-592028E1B4A9}" dt="2025-04-13T19:31:28.471" v="3001" actId="1076"/>
          <ac:spMkLst>
            <pc:docMk/>
            <pc:sldMk cId="2776394331" sldId="273"/>
            <ac:spMk id="104" creationId="{813CE380-3E0C-7ADD-0B64-46E984677BBE}"/>
          </ac:spMkLst>
        </pc:spChg>
        <pc:spChg chg="add mod">
          <ac:chgData name="池口晃太" userId="aaf7f548-d2e0-4c70-a7c2-2a19daa89cbd" providerId="ADAL" clId="{E00A540A-4AEA-43AE-9619-592028E1B4A9}" dt="2025-04-13T19:11:40.848" v="2568" actId="20577"/>
          <ac:spMkLst>
            <pc:docMk/>
            <pc:sldMk cId="2776394331" sldId="273"/>
            <ac:spMk id="107" creationId="{2E413E3B-5315-DFC1-39AB-D1BA52B6D02F}"/>
          </ac:spMkLst>
        </pc:spChg>
        <pc:spChg chg="add mod">
          <ac:chgData name="池口晃太" userId="aaf7f548-d2e0-4c70-a7c2-2a19daa89cbd" providerId="ADAL" clId="{E00A540A-4AEA-43AE-9619-592028E1B4A9}" dt="2025-04-13T19:13:11.062" v="2683" actId="1076"/>
          <ac:spMkLst>
            <pc:docMk/>
            <pc:sldMk cId="2776394331" sldId="273"/>
            <ac:spMk id="108" creationId="{A3073130-0D78-CA38-2594-CA2C2F013E88}"/>
          </ac:spMkLst>
        </pc:spChg>
        <pc:spChg chg="add del mod">
          <ac:chgData name="池口晃太" userId="aaf7f548-d2e0-4c70-a7c2-2a19daa89cbd" providerId="ADAL" clId="{E00A540A-4AEA-43AE-9619-592028E1B4A9}" dt="2025-04-14T11:31:56.675" v="3090" actId="478"/>
          <ac:spMkLst>
            <pc:docMk/>
            <pc:sldMk cId="2776394331" sldId="273"/>
            <ac:spMk id="110" creationId="{151D8250-BAAE-90B8-8D8F-D962B4D0F5BA}"/>
          </ac:spMkLst>
        </pc:spChg>
        <pc:spChg chg="add mod ord">
          <ac:chgData name="池口晃太" userId="aaf7f548-d2e0-4c70-a7c2-2a19daa89cbd" providerId="ADAL" clId="{E00A540A-4AEA-43AE-9619-592028E1B4A9}" dt="2025-04-15T14:10:56.945" v="12851" actId="1076"/>
          <ac:spMkLst>
            <pc:docMk/>
            <pc:sldMk cId="2776394331" sldId="273"/>
            <ac:spMk id="112" creationId="{F14D54D5-1C13-C5FA-2A16-7CDB81F62456}"/>
          </ac:spMkLst>
        </pc:spChg>
        <pc:spChg chg="add mod">
          <ac:chgData name="池口晃太" userId="aaf7f548-d2e0-4c70-a7c2-2a19daa89cbd" providerId="ADAL" clId="{E00A540A-4AEA-43AE-9619-592028E1B4A9}" dt="2025-04-13T19:27:12.433" v="2935" actId="1076"/>
          <ac:spMkLst>
            <pc:docMk/>
            <pc:sldMk cId="2776394331" sldId="273"/>
            <ac:spMk id="113" creationId="{F1C00EB1-B817-BF65-6B05-C93A48D34321}"/>
          </ac:spMkLst>
        </pc:spChg>
        <pc:spChg chg="add mod">
          <ac:chgData name="池口晃太" userId="aaf7f548-d2e0-4c70-a7c2-2a19daa89cbd" providerId="ADAL" clId="{E00A540A-4AEA-43AE-9619-592028E1B4A9}" dt="2025-04-14T11:33:22.649" v="3188" actId="1076"/>
          <ac:spMkLst>
            <pc:docMk/>
            <pc:sldMk cId="2776394331" sldId="273"/>
            <ac:spMk id="120" creationId="{A3D7F3E6-3373-A710-718C-54ADE22E9E65}"/>
          </ac:spMkLst>
        </pc:spChg>
        <pc:grpChg chg="add mod">
          <ac:chgData name="池口晃太" userId="aaf7f548-d2e0-4c70-a7c2-2a19daa89cbd" providerId="ADAL" clId="{E00A540A-4AEA-43AE-9619-592028E1B4A9}" dt="2025-04-13T18:58:40.022" v="2151" actId="164"/>
          <ac:grpSpMkLst>
            <pc:docMk/>
            <pc:sldMk cId="2776394331" sldId="273"/>
            <ac:grpSpMk id="31" creationId="{F1F80814-3F93-31C7-98C7-8B26BAFDCBAA}"/>
          </ac:grpSpMkLst>
        </pc:grpChg>
        <pc:grpChg chg="add mod">
          <ac:chgData name="池口晃太" userId="aaf7f548-d2e0-4c70-a7c2-2a19daa89cbd" providerId="ADAL" clId="{E00A540A-4AEA-43AE-9619-592028E1B4A9}" dt="2025-04-13T18:58:40.022" v="2151" actId="164"/>
          <ac:grpSpMkLst>
            <pc:docMk/>
            <pc:sldMk cId="2776394331" sldId="273"/>
            <ac:grpSpMk id="32" creationId="{34926FFF-4524-96B6-2F0F-FD163A7B1C3B}"/>
          </ac:grpSpMkLst>
        </pc:grpChg>
        <pc:grpChg chg="add mod">
          <ac:chgData name="池口晃太" userId="aaf7f548-d2e0-4c70-a7c2-2a19daa89cbd" providerId="ADAL" clId="{E00A540A-4AEA-43AE-9619-592028E1B4A9}" dt="2025-04-13T18:59:08.345" v="2160" actId="164"/>
          <ac:grpSpMkLst>
            <pc:docMk/>
            <pc:sldMk cId="2776394331" sldId="273"/>
            <ac:grpSpMk id="54" creationId="{062BFD87-06AB-ACE4-E279-B20C1F3FBC69}"/>
          </ac:grpSpMkLst>
        </pc:grpChg>
        <pc:grpChg chg="add mod">
          <ac:chgData name="池口晃太" userId="aaf7f548-d2e0-4c70-a7c2-2a19daa89cbd" providerId="ADAL" clId="{E00A540A-4AEA-43AE-9619-592028E1B4A9}" dt="2025-04-13T18:59:19.028" v="2162" actId="164"/>
          <ac:grpSpMkLst>
            <pc:docMk/>
            <pc:sldMk cId="2776394331" sldId="273"/>
            <ac:grpSpMk id="55" creationId="{6E6F1FAE-F404-19DF-B0B4-ADFD7E57BEF4}"/>
          </ac:grpSpMkLst>
        </pc:grpChg>
        <pc:grpChg chg="add mod">
          <ac:chgData name="池口晃太" userId="aaf7f548-d2e0-4c70-a7c2-2a19daa89cbd" providerId="ADAL" clId="{E00A540A-4AEA-43AE-9619-592028E1B4A9}" dt="2025-04-13T18:59:19.028" v="2162" actId="164"/>
          <ac:grpSpMkLst>
            <pc:docMk/>
            <pc:sldMk cId="2776394331" sldId="273"/>
            <ac:grpSpMk id="57" creationId="{AAE6FE80-2236-65BD-8105-92E7BEE38341}"/>
          </ac:grpSpMkLst>
        </pc:grpChg>
        <pc:grpChg chg="add mod">
          <ac:chgData name="池口晃太" userId="aaf7f548-d2e0-4c70-a7c2-2a19daa89cbd" providerId="ADAL" clId="{E00A540A-4AEA-43AE-9619-592028E1B4A9}" dt="2025-04-13T19:26:58.131" v="2933" actId="1076"/>
          <ac:grpSpMkLst>
            <pc:docMk/>
            <pc:sldMk cId="2776394331" sldId="273"/>
            <ac:grpSpMk id="58" creationId="{568BFBFF-080A-6F5B-85BC-43FB7E97491F}"/>
          </ac:grpSpMkLst>
        </pc:grpChg>
        <pc:grpChg chg="add mod">
          <ac:chgData name="池口晃太" userId="aaf7f548-d2e0-4c70-a7c2-2a19daa89cbd" providerId="ADAL" clId="{E00A540A-4AEA-43AE-9619-592028E1B4A9}" dt="2025-04-13T19:27:31.723" v="2939" actId="1076"/>
          <ac:grpSpMkLst>
            <pc:docMk/>
            <pc:sldMk cId="2776394331" sldId="273"/>
            <ac:grpSpMk id="111" creationId="{F91A7024-8B4A-5A70-63C1-BA0BE504D10C}"/>
          </ac:grpSpMkLst>
        </pc:grpChg>
        <pc:picChg chg="add mod">
          <ac:chgData name="池口晃太" userId="aaf7f548-d2e0-4c70-a7c2-2a19daa89cbd" providerId="ADAL" clId="{E00A540A-4AEA-43AE-9619-592028E1B4A9}" dt="2025-04-13T18:50:22.853" v="2042" actId="164"/>
          <ac:picMkLst>
            <pc:docMk/>
            <pc:sldMk cId="2776394331" sldId="273"/>
            <ac:picMk id="17" creationId="{C3B0B340-9CB2-3A5E-9AE8-0CA3828E7F8E}"/>
          </ac:picMkLst>
        </pc:picChg>
        <pc:picChg chg="add mod">
          <ac:chgData name="池口晃太" userId="aaf7f548-d2e0-4c70-a7c2-2a19daa89cbd" providerId="ADAL" clId="{E00A540A-4AEA-43AE-9619-592028E1B4A9}" dt="2025-04-13T18:50:26.582" v="2043" actId="164"/>
          <ac:picMkLst>
            <pc:docMk/>
            <pc:sldMk cId="2776394331" sldId="273"/>
            <ac:picMk id="19" creationId="{A2B98923-408C-F763-6DB8-EA5A492E0CF3}"/>
          </ac:picMkLst>
        </pc:picChg>
        <pc:picChg chg="add mod">
          <ac:chgData name="池口晃太" userId="aaf7f548-d2e0-4c70-a7c2-2a19daa89cbd" providerId="ADAL" clId="{E00A540A-4AEA-43AE-9619-592028E1B4A9}" dt="2025-04-13T18:58:32.417" v="2149" actId="164"/>
          <ac:picMkLst>
            <pc:docMk/>
            <pc:sldMk cId="2776394331" sldId="273"/>
            <ac:picMk id="28" creationId="{6D1CD2B4-9F76-451D-F81A-B8E31AD19CD1}"/>
          </ac:picMkLst>
        </pc:picChg>
        <pc:picChg chg="add mod">
          <ac:chgData name="池口晃太" userId="aaf7f548-d2e0-4c70-a7c2-2a19daa89cbd" providerId="ADAL" clId="{E00A540A-4AEA-43AE-9619-592028E1B4A9}" dt="2025-04-13T18:58:32.417" v="2149" actId="164"/>
          <ac:picMkLst>
            <pc:docMk/>
            <pc:sldMk cId="2776394331" sldId="273"/>
            <ac:picMk id="30" creationId="{95506DE2-0F9B-A1C2-CD0B-5A912C5FF61D}"/>
          </ac:picMkLst>
        </pc:picChg>
        <pc:picChg chg="add mod">
          <ac:chgData name="池口晃太" userId="aaf7f548-d2e0-4c70-a7c2-2a19daa89cbd" providerId="ADAL" clId="{E00A540A-4AEA-43AE-9619-592028E1B4A9}" dt="2025-04-13T19:27:26.767" v="2938" actId="1076"/>
          <ac:picMkLst>
            <pc:docMk/>
            <pc:sldMk cId="2776394331" sldId="273"/>
            <ac:picMk id="115" creationId="{729FD24D-56B3-B63C-372A-9DB231241A30}"/>
          </ac:picMkLst>
        </pc:picChg>
        <pc:picChg chg="add mod">
          <ac:chgData name="池口晃太" userId="aaf7f548-d2e0-4c70-a7c2-2a19daa89cbd" providerId="ADAL" clId="{E00A540A-4AEA-43AE-9619-592028E1B4A9}" dt="2025-04-13T19:30:29.027" v="2981" actId="1076"/>
          <ac:picMkLst>
            <pc:docMk/>
            <pc:sldMk cId="2776394331" sldId="273"/>
            <ac:picMk id="119" creationId="{1843EE91-20E3-AC25-7287-2DD3768EE5A5}"/>
          </ac:picMkLst>
        </pc:picChg>
        <pc:cxnChg chg="mod">
          <ac:chgData name="池口晃太" userId="aaf7f548-d2e0-4c70-a7c2-2a19daa89cbd" providerId="ADAL" clId="{E00A540A-4AEA-43AE-9619-592028E1B4A9}" dt="2025-04-05T22:21:16.387" v="173" actId="34135"/>
          <ac:cxnSpMkLst>
            <pc:docMk/>
            <pc:sldMk cId="2776394331" sldId="273"/>
            <ac:cxnSpMk id="5" creationId="{105F0620-761B-FCDD-C50F-D848F1FDA09E}"/>
          </ac:cxnSpMkLst>
        </pc:cxnChg>
        <pc:cxnChg chg="add mod">
          <ac:chgData name="池口晃太" userId="aaf7f548-d2e0-4c70-a7c2-2a19daa89cbd" providerId="ADAL" clId="{E00A540A-4AEA-43AE-9619-592028E1B4A9}" dt="2025-04-13T18:59:08.345" v="2160" actId="164"/>
          <ac:cxnSpMkLst>
            <pc:docMk/>
            <pc:sldMk cId="2776394331" sldId="273"/>
            <ac:cxnSpMk id="38" creationId="{023E29AE-688D-7E1E-4F24-A8C9F81CDFB5}"/>
          </ac:cxnSpMkLst>
        </pc:cxnChg>
        <pc:cxnChg chg="add mod">
          <ac:chgData name="池口晃太" userId="aaf7f548-d2e0-4c70-a7c2-2a19daa89cbd" providerId="ADAL" clId="{E00A540A-4AEA-43AE-9619-592028E1B4A9}" dt="2025-04-13T18:58:32.417" v="2149" actId="164"/>
          <ac:cxnSpMkLst>
            <pc:docMk/>
            <pc:sldMk cId="2776394331" sldId="273"/>
            <ac:cxnSpMk id="41" creationId="{774654C1-54AD-442A-565D-FCA4D4169839}"/>
          </ac:cxnSpMkLst>
        </pc:cxnChg>
        <pc:cxnChg chg="add mod">
          <ac:chgData name="池口晃太" userId="aaf7f548-d2e0-4c70-a7c2-2a19daa89cbd" providerId="ADAL" clId="{E00A540A-4AEA-43AE-9619-592028E1B4A9}" dt="2025-04-13T18:58:32.417" v="2149" actId="164"/>
          <ac:cxnSpMkLst>
            <pc:docMk/>
            <pc:sldMk cId="2776394331" sldId="273"/>
            <ac:cxnSpMk id="43" creationId="{878A7D19-60FC-B027-B2F3-EA69261DBC0E}"/>
          </ac:cxnSpMkLst>
        </pc:cxnChg>
        <pc:cxnChg chg="add mod">
          <ac:chgData name="池口晃太" userId="aaf7f548-d2e0-4c70-a7c2-2a19daa89cbd" providerId="ADAL" clId="{E00A540A-4AEA-43AE-9619-592028E1B4A9}" dt="2025-04-13T18:59:08.345" v="2160" actId="164"/>
          <ac:cxnSpMkLst>
            <pc:docMk/>
            <pc:sldMk cId="2776394331" sldId="273"/>
            <ac:cxnSpMk id="46" creationId="{3F027F7A-028E-2DC0-AE94-2E64B15B24F2}"/>
          </ac:cxnSpMkLst>
        </pc:cxnChg>
      </pc:sldChg>
      <pc:sldChg chg="modSp add del mod">
        <pc:chgData name="池口晃太" userId="aaf7f548-d2e0-4c70-a7c2-2a19daa89cbd" providerId="ADAL" clId="{E00A540A-4AEA-43AE-9619-592028E1B4A9}" dt="2025-04-05T21:37:23.714" v="90" actId="47"/>
        <pc:sldMkLst>
          <pc:docMk/>
          <pc:sldMk cId="939632520" sldId="274"/>
        </pc:sldMkLst>
      </pc:sldChg>
      <pc:sldChg chg="add del">
        <pc:chgData name="池口晃太" userId="aaf7f548-d2e0-4c70-a7c2-2a19daa89cbd" providerId="ADAL" clId="{E00A540A-4AEA-43AE-9619-592028E1B4A9}" dt="2025-04-05T22:21:17.886" v="174" actId="47"/>
        <pc:sldMkLst>
          <pc:docMk/>
          <pc:sldMk cId="1367967059" sldId="274"/>
        </pc:sldMkLst>
      </pc:sldChg>
      <pc:sldChg chg="addSp delSp modSp add mod ord modNotesTx">
        <pc:chgData name="池口晃太" userId="aaf7f548-d2e0-4c70-a7c2-2a19daa89cbd" providerId="ADAL" clId="{E00A540A-4AEA-43AE-9619-592028E1B4A9}" dt="2025-04-15T07:39:26.230" v="11160" actId="113"/>
        <pc:sldMkLst>
          <pc:docMk/>
          <pc:sldMk cId="2102519242" sldId="274"/>
        </pc:sldMkLst>
        <pc:spChg chg="add mod">
          <ac:chgData name="池口晃太" userId="aaf7f548-d2e0-4c70-a7c2-2a19daa89cbd" providerId="ADAL" clId="{E00A540A-4AEA-43AE-9619-592028E1B4A9}" dt="2025-04-14T13:26:24.241" v="4228" actId="14100"/>
          <ac:spMkLst>
            <pc:docMk/>
            <pc:sldMk cId="2102519242" sldId="274"/>
            <ac:spMk id="7" creationId="{C305F435-DDA9-8EBF-E785-D25A1FA373D3}"/>
          </ac:spMkLst>
        </pc:spChg>
      </pc:sldChg>
      <pc:sldChg chg="modSp add del mod ord">
        <pc:chgData name="池口晃太" userId="aaf7f548-d2e0-4c70-a7c2-2a19daa89cbd" providerId="ADAL" clId="{E00A540A-4AEA-43AE-9619-592028E1B4A9}" dt="2025-04-06T18:38:45.152" v="542" actId="47"/>
        <pc:sldMkLst>
          <pc:docMk/>
          <pc:sldMk cId="227160282" sldId="275"/>
        </pc:sldMkLst>
      </pc:sldChg>
      <pc:sldChg chg="modSp add del mod">
        <pc:chgData name="池口晃太" userId="aaf7f548-d2e0-4c70-a7c2-2a19daa89cbd" providerId="ADAL" clId="{E00A540A-4AEA-43AE-9619-592028E1B4A9}" dt="2025-04-05T21:37:25.340" v="91" actId="47"/>
        <pc:sldMkLst>
          <pc:docMk/>
          <pc:sldMk cId="4162192599" sldId="275"/>
        </pc:sldMkLst>
      </pc:sldChg>
      <pc:sldChg chg="modSp add del mod">
        <pc:chgData name="池口晃太" userId="aaf7f548-d2e0-4c70-a7c2-2a19daa89cbd" providerId="ADAL" clId="{E00A540A-4AEA-43AE-9619-592028E1B4A9}" dt="2025-04-05T21:37:26.384" v="92" actId="47"/>
        <pc:sldMkLst>
          <pc:docMk/>
          <pc:sldMk cId="1757436253" sldId="276"/>
        </pc:sldMkLst>
      </pc:sldChg>
      <pc:sldChg chg="addSp delSp modSp add mod ord">
        <pc:chgData name="池口晃太" userId="aaf7f548-d2e0-4c70-a7c2-2a19daa89cbd" providerId="ADAL" clId="{E00A540A-4AEA-43AE-9619-592028E1B4A9}" dt="2025-04-14T16:19:29.977" v="6370" actId="207"/>
        <pc:sldMkLst>
          <pc:docMk/>
          <pc:sldMk cId="3300690120" sldId="276"/>
        </pc:sldMkLst>
        <pc:spChg chg="add del mod">
          <ac:chgData name="池口晃太" userId="aaf7f548-d2e0-4c70-a7c2-2a19daa89cbd" providerId="ADAL" clId="{E00A540A-4AEA-43AE-9619-592028E1B4A9}" dt="2025-04-14T16:04:37.111" v="6025" actId="478"/>
          <ac:spMkLst>
            <pc:docMk/>
            <pc:sldMk cId="3300690120" sldId="276"/>
            <ac:spMk id="2" creationId="{CCFFE563-CD33-B588-219E-FF7BEAEC4AE0}"/>
          </ac:spMkLst>
        </pc:spChg>
        <pc:spChg chg="mod">
          <ac:chgData name="池口晃太" userId="aaf7f548-d2e0-4c70-a7c2-2a19daa89cbd" providerId="ADAL" clId="{E00A540A-4AEA-43AE-9619-592028E1B4A9}" dt="2025-04-14T16:03:59.396" v="6019" actId="20577"/>
          <ac:spMkLst>
            <pc:docMk/>
            <pc:sldMk cId="3300690120" sldId="276"/>
            <ac:spMk id="4" creationId="{D91FDCAD-1564-7FBA-17D3-973BB1FE4480}"/>
          </ac:spMkLst>
        </pc:spChg>
        <pc:spChg chg="add mod">
          <ac:chgData name="池口晃太" userId="aaf7f548-d2e0-4c70-a7c2-2a19daa89cbd" providerId="ADAL" clId="{E00A540A-4AEA-43AE-9619-592028E1B4A9}" dt="2025-04-14T16:14:44.851" v="6214" actId="14100"/>
          <ac:spMkLst>
            <pc:docMk/>
            <pc:sldMk cId="3300690120" sldId="276"/>
            <ac:spMk id="55" creationId="{9B99C1A3-9551-212C-4750-B73B8FB3B565}"/>
          </ac:spMkLst>
        </pc:spChg>
        <pc:spChg chg="add del mod">
          <ac:chgData name="池口晃太" userId="aaf7f548-d2e0-4c70-a7c2-2a19daa89cbd" providerId="ADAL" clId="{E00A540A-4AEA-43AE-9619-592028E1B4A9}" dt="2025-04-14T16:04:47.826" v="6028" actId="478"/>
          <ac:spMkLst>
            <pc:docMk/>
            <pc:sldMk cId="3300690120" sldId="276"/>
            <ac:spMk id="56" creationId="{31B28929-5B72-0E48-55BB-112CAC9BDEFC}"/>
          </ac:spMkLst>
        </pc:spChg>
        <pc:spChg chg="add mod">
          <ac:chgData name="池口晃太" userId="aaf7f548-d2e0-4c70-a7c2-2a19daa89cbd" providerId="ADAL" clId="{E00A540A-4AEA-43AE-9619-592028E1B4A9}" dt="2025-04-14T16:19:29.977" v="6370" actId="207"/>
          <ac:spMkLst>
            <pc:docMk/>
            <pc:sldMk cId="3300690120" sldId="276"/>
            <ac:spMk id="57" creationId="{89E6892C-3D53-D0C4-174A-817261A56002}"/>
          </ac:spMkLst>
        </pc:spChg>
        <pc:spChg chg="add mod">
          <ac:chgData name="池口晃太" userId="aaf7f548-d2e0-4c70-a7c2-2a19daa89cbd" providerId="ADAL" clId="{E00A540A-4AEA-43AE-9619-592028E1B4A9}" dt="2025-04-14T16:18:37.789" v="6351" actId="1076"/>
          <ac:spMkLst>
            <pc:docMk/>
            <pc:sldMk cId="3300690120" sldId="276"/>
            <ac:spMk id="58" creationId="{0B493981-65E2-5023-CAA6-A76BE6D835E8}"/>
          </ac:spMkLst>
        </pc:spChg>
        <pc:spChg chg="add mod">
          <ac:chgData name="池口晃太" userId="aaf7f548-d2e0-4c70-a7c2-2a19daa89cbd" providerId="ADAL" clId="{E00A540A-4AEA-43AE-9619-592028E1B4A9}" dt="2025-04-14T16:15:09.629" v="6242" actId="20577"/>
          <ac:spMkLst>
            <pc:docMk/>
            <pc:sldMk cId="3300690120" sldId="276"/>
            <ac:spMk id="59" creationId="{226421F0-4150-308D-F120-91D6CA069B6B}"/>
          </ac:spMkLst>
        </pc:spChg>
        <pc:spChg chg="add mod">
          <ac:chgData name="池口晃太" userId="aaf7f548-d2e0-4c70-a7c2-2a19daa89cbd" providerId="ADAL" clId="{E00A540A-4AEA-43AE-9619-592028E1B4A9}" dt="2025-04-14T16:19:11.267" v="6367" actId="14100"/>
          <ac:spMkLst>
            <pc:docMk/>
            <pc:sldMk cId="3300690120" sldId="276"/>
            <ac:spMk id="61" creationId="{36B71DC6-A192-BEA7-3D7F-07726729F741}"/>
          </ac:spMkLst>
        </pc:spChg>
        <pc:spChg chg="add mod">
          <ac:chgData name="池口晃太" userId="aaf7f548-d2e0-4c70-a7c2-2a19daa89cbd" providerId="ADAL" clId="{E00A540A-4AEA-43AE-9619-592028E1B4A9}" dt="2025-04-14T16:18:34.565" v="6350" actId="1076"/>
          <ac:spMkLst>
            <pc:docMk/>
            <pc:sldMk cId="3300690120" sldId="276"/>
            <ac:spMk id="62" creationId="{628D4741-DBD7-B798-E2D1-416CC2AA8C60}"/>
          </ac:spMkLst>
        </pc:spChg>
        <pc:spChg chg="add mod">
          <ac:chgData name="池口晃太" userId="aaf7f548-d2e0-4c70-a7c2-2a19daa89cbd" providerId="ADAL" clId="{E00A540A-4AEA-43AE-9619-592028E1B4A9}" dt="2025-04-14T16:19:06.559" v="6365" actId="14100"/>
          <ac:spMkLst>
            <pc:docMk/>
            <pc:sldMk cId="3300690120" sldId="276"/>
            <ac:spMk id="1024" creationId="{0959CA4E-91D1-6916-01A8-1F0606ECFB28}"/>
          </ac:spMkLst>
        </pc:spChg>
        <pc:spChg chg="add mod">
          <ac:chgData name="池口晃太" userId="aaf7f548-d2e0-4c70-a7c2-2a19daa89cbd" providerId="ADAL" clId="{E00A540A-4AEA-43AE-9619-592028E1B4A9}" dt="2025-04-14T16:19:19.888" v="6368" actId="115"/>
          <ac:spMkLst>
            <pc:docMk/>
            <pc:sldMk cId="3300690120" sldId="276"/>
            <ac:spMk id="1027" creationId="{D9A36711-4430-01C0-D59F-9B46FBBBB4D8}"/>
          </ac:spMkLst>
        </pc:spChg>
        <pc:spChg chg="add del">
          <ac:chgData name="池口晃太" userId="aaf7f548-d2e0-4c70-a7c2-2a19daa89cbd" providerId="ADAL" clId="{E00A540A-4AEA-43AE-9619-592028E1B4A9}" dt="2025-04-14T16:17:59.886" v="6338" actId="22"/>
          <ac:spMkLst>
            <pc:docMk/>
            <pc:sldMk cId="3300690120" sldId="276"/>
            <ac:spMk id="1029" creationId="{970F7D41-B2E8-E671-D8F2-33CA183BF05A}"/>
          </ac:spMkLst>
        </pc:spChg>
        <pc:spChg chg="add mod">
          <ac:chgData name="池口晃太" userId="aaf7f548-d2e0-4c70-a7c2-2a19daa89cbd" providerId="ADAL" clId="{E00A540A-4AEA-43AE-9619-592028E1B4A9}" dt="2025-04-14T16:19:24.179" v="6369" actId="115"/>
          <ac:spMkLst>
            <pc:docMk/>
            <pc:sldMk cId="3300690120" sldId="276"/>
            <ac:spMk id="1031" creationId="{8F64F9A1-83F0-35E3-506F-81BD7BC4326E}"/>
          </ac:spMkLst>
        </pc:spChg>
        <pc:spChg chg="add mod">
          <ac:chgData name="池口晃太" userId="aaf7f548-d2e0-4c70-a7c2-2a19daa89cbd" providerId="ADAL" clId="{E00A540A-4AEA-43AE-9619-592028E1B4A9}" dt="2025-04-14T16:18:50.893" v="6359" actId="1076"/>
          <ac:spMkLst>
            <pc:docMk/>
            <pc:sldMk cId="3300690120" sldId="276"/>
            <ac:spMk id="1032" creationId="{CF3385D0-3F7D-9CCD-92CE-55004E0D1A3E}"/>
          </ac:spMkLst>
        </pc:spChg>
        <pc:spChg chg="add mod">
          <ac:chgData name="池口晃太" userId="aaf7f548-d2e0-4c70-a7c2-2a19daa89cbd" providerId="ADAL" clId="{E00A540A-4AEA-43AE-9619-592028E1B4A9}" dt="2025-04-14T16:19:02.346" v="6364" actId="1076"/>
          <ac:spMkLst>
            <pc:docMk/>
            <pc:sldMk cId="3300690120" sldId="276"/>
            <ac:spMk id="1033" creationId="{A5673B35-374C-D64E-AE0A-193C61574D12}"/>
          </ac:spMkLst>
        </pc:spChg>
        <pc:picChg chg="add del mod">
          <ac:chgData name="池口晃太" userId="aaf7f548-d2e0-4c70-a7c2-2a19daa89cbd" providerId="ADAL" clId="{E00A540A-4AEA-43AE-9619-592028E1B4A9}" dt="2025-04-14T11:08:31.946" v="3006" actId="478"/>
          <ac:picMkLst>
            <pc:docMk/>
            <pc:sldMk cId="3300690120" sldId="276"/>
            <ac:picMk id="29" creationId="{F3407D97-2721-1691-12F1-05E8E4302409}"/>
          </ac:picMkLst>
        </pc:picChg>
        <pc:picChg chg="add del mod">
          <ac:chgData name="池口晃太" userId="aaf7f548-d2e0-4c70-a7c2-2a19daa89cbd" providerId="ADAL" clId="{E00A540A-4AEA-43AE-9619-592028E1B4A9}" dt="2025-04-14T11:08:31.946" v="3006" actId="478"/>
          <ac:picMkLst>
            <pc:docMk/>
            <pc:sldMk cId="3300690120" sldId="276"/>
            <ac:picMk id="30" creationId="{E52DDE7C-3DEE-B8AA-7B4E-530FBF85864A}"/>
          </ac:picMkLst>
        </pc:picChg>
        <pc:picChg chg="add del mod">
          <ac:chgData name="池口晃太" userId="aaf7f548-d2e0-4c70-a7c2-2a19daa89cbd" providerId="ADAL" clId="{E00A540A-4AEA-43AE-9619-592028E1B4A9}" dt="2025-04-14T11:08:31.946" v="3006" actId="478"/>
          <ac:picMkLst>
            <pc:docMk/>
            <pc:sldMk cId="3300690120" sldId="276"/>
            <ac:picMk id="31" creationId="{BE644B96-AC5D-2F1B-2EDF-6A5A32370D3E}"/>
          </ac:picMkLst>
        </pc:picChg>
        <pc:picChg chg="add del mod">
          <ac:chgData name="池口晃太" userId="aaf7f548-d2e0-4c70-a7c2-2a19daa89cbd" providerId="ADAL" clId="{E00A540A-4AEA-43AE-9619-592028E1B4A9}" dt="2025-04-14T11:08:31.946" v="3006" actId="478"/>
          <ac:picMkLst>
            <pc:docMk/>
            <pc:sldMk cId="3300690120" sldId="276"/>
            <ac:picMk id="32" creationId="{58C51245-EF3B-DAF5-1D82-C4C1F21A62DF}"/>
          </ac:picMkLst>
        </pc:picChg>
        <pc:picChg chg="add del mod">
          <ac:chgData name="池口晃太" userId="aaf7f548-d2e0-4c70-a7c2-2a19daa89cbd" providerId="ADAL" clId="{E00A540A-4AEA-43AE-9619-592028E1B4A9}" dt="2025-04-14T11:08:31.946" v="3006" actId="478"/>
          <ac:picMkLst>
            <pc:docMk/>
            <pc:sldMk cId="3300690120" sldId="276"/>
            <ac:picMk id="34" creationId="{557B457C-C59B-D6D8-E670-FB85124A38F0}"/>
          </ac:picMkLst>
        </pc:picChg>
        <pc:picChg chg="add del mod">
          <ac:chgData name="池口晃太" userId="aaf7f548-d2e0-4c70-a7c2-2a19daa89cbd" providerId="ADAL" clId="{E00A540A-4AEA-43AE-9619-592028E1B4A9}" dt="2025-04-14T11:08:31.946" v="3006" actId="478"/>
          <ac:picMkLst>
            <pc:docMk/>
            <pc:sldMk cId="3300690120" sldId="276"/>
            <ac:picMk id="35" creationId="{8DDAAC2D-A07C-4DF8-07F0-ED28D90FCCF8}"/>
          </ac:picMkLst>
        </pc:picChg>
        <pc:picChg chg="add del mod">
          <ac:chgData name="池口晃太" userId="aaf7f548-d2e0-4c70-a7c2-2a19daa89cbd" providerId="ADAL" clId="{E00A540A-4AEA-43AE-9619-592028E1B4A9}" dt="2025-04-14T11:08:31.946" v="3006" actId="478"/>
          <ac:picMkLst>
            <pc:docMk/>
            <pc:sldMk cId="3300690120" sldId="276"/>
            <ac:picMk id="36" creationId="{3B94EFB6-6062-10EC-BB09-E5CA41DA7042}"/>
          </ac:picMkLst>
        </pc:picChg>
        <pc:picChg chg="add del mod">
          <ac:chgData name="池口晃太" userId="aaf7f548-d2e0-4c70-a7c2-2a19daa89cbd" providerId="ADAL" clId="{E00A540A-4AEA-43AE-9619-592028E1B4A9}" dt="2025-04-14T11:08:31.946" v="3006" actId="478"/>
          <ac:picMkLst>
            <pc:docMk/>
            <pc:sldMk cId="3300690120" sldId="276"/>
            <ac:picMk id="37" creationId="{A5A508F9-F451-9D71-E54D-B9200BBF4E19}"/>
          </ac:picMkLst>
        </pc:picChg>
        <pc:picChg chg="add del mod">
          <ac:chgData name="池口晃太" userId="aaf7f548-d2e0-4c70-a7c2-2a19daa89cbd" providerId="ADAL" clId="{E00A540A-4AEA-43AE-9619-592028E1B4A9}" dt="2025-04-14T11:08:31.946" v="3006" actId="478"/>
          <ac:picMkLst>
            <pc:docMk/>
            <pc:sldMk cId="3300690120" sldId="276"/>
            <ac:picMk id="38" creationId="{14B825B3-2618-DDBA-5995-737D791B8765}"/>
          </ac:picMkLst>
        </pc:picChg>
        <pc:picChg chg="add del mod">
          <ac:chgData name="池口晃太" userId="aaf7f548-d2e0-4c70-a7c2-2a19daa89cbd" providerId="ADAL" clId="{E00A540A-4AEA-43AE-9619-592028E1B4A9}" dt="2025-04-14T11:08:31.946" v="3006" actId="478"/>
          <ac:picMkLst>
            <pc:docMk/>
            <pc:sldMk cId="3300690120" sldId="276"/>
            <ac:picMk id="39" creationId="{78D20DF5-8694-0603-F79E-A668079118D1}"/>
          </ac:picMkLst>
        </pc:picChg>
        <pc:picChg chg="add del mod">
          <ac:chgData name="池口晃太" userId="aaf7f548-d2e0-4c70-a7c2-2a19daa89cbd" providerId="ADAL" clId="{E00A540A-4AEA-43AE-9619-592028E1B4A9}" dt="2025-04-14T11:08:30.181" v="3005" actId="478"/>
          <ac:picMkLst>
            <pc:docMk/>
            <pc:sldMk cId="3300690120" sldId="276"/>
            <ac:picMk id="46" creationId="{D500B03E-9072-AF65-BE31-284C4343F781}"/>
          </ac:picMkLst>
        </pc:picChg>
        <pc:picChg chg="add del mod">
          <ac:chgData name="池口晃太" userId="aaf7f548-d2e0-4c70-a7c2-2a19daa89cbd" providerId="ADAL" clId="{E00A540A-4AEA-43AE-9619-592028E1B4A9}" dt="2025-04-14T11:08:30.181" v="3005" actId="478"/>
          <ac:picMkLst>
            <pc:docMk/>
            <pc:sldMk cId="3300690120" sldId="276"/>
            <ac:picMk id="47" creationId="{EEED6923-0D5A-76BC-CC91-C190B002C90B}"/>
          </ac:picMkLst>
        </pc:picChg>
        <pc:picChg chg="add del mod">
          <ac:chgData name="池口晃太" userId="aaf7f548-d2e0-4c70-a7c2-2a19daa89cbd" providerId="ADAL" clId="{E00A540A-4AEA-43AE-9619-592028E1B4A9}" dt="2025-04-14T11:08:30.181" v="3005" actId="478"/>
          <ac:picMkLst>
            <pc:docMk/>
            <pc:sldMk cId="3300690120" sldId="276"/>
            <ac:picMk id="48" creationId="{190824B2-510F-370A-D8C1-C8051029729A}"/>
          </ac:picMkLst>
        </pc:picChg>
        <pc:picChg chg="add del mod">
          <ac:chgData name="池口晃太" userId="aaf7f548-d2e0-4c70-a7c2-2a19daa89cbd" providerId="ADAL" clId="{E00A540A-4AEA-43AE-9619-592028E1B4A9}" dt="2025-04-14T11:08:30.181" v="3005" actId="478"/>
          <ac:picMkLst>
            <pc:docMk/>
            <pc:sldMk cId="3300690120" sldId="276"/>
            <ac:picMk id="49" creationId="{444B0FB4-BD3E-2C47-6B40-C005B50F67AC}"/>
          </ac:picMkLst>
        </pc:picChg>
        <pc:picChg chg="add del mod">
          <ac:chgData name="池口晃太" userId="aaf7f548-d2e0-4c70-a7c2-2a19daa89cbd" providerId="ADAL" clId="{E00A540A-4AEA-43AE-9619-592028E1B4A9}" dt="2025-04-14T11:08:30.181" v="3005" actId="478"/>
          <ac:picMkLst>
            <pc:docMk/>
            <pc:sldMk cId="3300690120" sldId="276"/>
            <ac:picMk id="50" creationId="{D1913D41-1C76-B856-E49E-3BD36D39BA87}"/>
          </ac:picMkLst>
        </pc:picChg>
        <pc:picChg chg="add del mod">
          <ac:chgData name="池口晃太" userId="aaf7f548-d2e0-4c70-a7c2-2a19daa89cbd" providerId="ADAL" clId="{E00A540A-4AEA-43AE-9619-592028E1B4A9}" dt="2025-04-14T11:08:30.181" v="3005" actId="478"/>
          <ac:picMkLst>
            <pc:docMk/>
            <pc:sldMk cId="3300690120" sldId="276"/>
            <ac:picMk id="51" creationId="{50D6C3C7-E4E9-60F6-4E19-079362F5ACB4}"/>
          </ac:picMkLst>
        </pc:picChg>
        <pc:picChg chg="add del mod">
          <ac:chgData name="池口晃太" userId="aaf7f548-d2e0-4c70-a7c2-2a19daa89cbd" providerId="ADAL" clId="{E00A540A-4AEA-43AE-9619-592028E1B4A9}" dt="2025-04-14T11:08:30.181" v="3005" actId="478"/>
          <ac:picMkLst>
            <pc:docMk/>
            <pc:sldMk cId="3300690120" sldId="276"/>
            <ac:picMk id="52" creationId="{52760AFF-B445-42ED-9198-FEE99CAE5D05}"/>
          </ac:picMkLst>
        </pc:picChg>
        <pc:picChg chg="add del mod">
          <ac:chgData name="池口晃太" userId="aaf7f548-d2e0-4c70-a7c2-2a19daa89cbd" providerId="ADAL" clId="{E00A540A-4AEA-43AE-9619-592028E1B4A9}" dt="2025-04-14T11:08:30.181" v="3005" actId="478"/>
          <ac:picMkLst>
            <pc:docMk/>
            <pc:sldMk cId="3300690120" sldId="276"/>
            <ac:picMk id="53" creationId="{313A5E34-807C-30F5-484D-01C5773D6FD3}"/>
          </ac:picMkLst>
        </pc:picChg>
        <pc:picChg chg="add del mod">
          <ac:chgData name="池口晃太" userId="aaf7f548-d2e0-4c70-a7c2-2a19daa89cbd" providerId="ADAL" clId="{E00A540A-4AEA-43AE-9619-592028E1B4A9}" dt="2025-04-14T11:08:30.181" v="3005" actId="478"/>
          <ac:picMkLst>
            <pc:docMk/>
            <pc:sldMk cId="3300690120" sldId="276"/>
            <ac:picMk id="54" creationId="{548A4F65-4C8D-B37A-F2B0-12786DCE55D2}"/>
          </ac:picMkLst>
        </pc:picChg>
      </pc:sldChg>
      <pc:sldChg chg="add del ord">
        <pc:chgData name="池口晃太" userId="aaf7f548-d2e0-4c70-a7c2-2a19daa89cbd" providerId="ADAL" clId="{E00A540A-4AEA-43AE-9619-592028E1B4A9}" dt="2025-04-06T18:56:40.901" v="952" actId="47"/>
        <pc:sldMkLst>
          <pc:docMk/>
          <pc:sldMk cId="1805544962" sldId="277"/>
        </pc:sldMkLst>
      </pc:sldChg>
      <pc:sldChg chg="addSp delSp modSp add mod ord modNotesTx">
        <pc:chgData name="池口晃太" userId="aaf7f548-d2e0-4c70-a7c2-2a19daa89cbd" providerId="ADAL" clId="{E00A540A-4AEA-43AE-9619-592028E1B4A9}" dt="2025-04-15T07:40:41.089" v="11176" actId="20577"/>
        <pc:sldMkLst>
          <pc:docMk/>
          <pc:sldMk cId="2955578182" sldId="277"/>
        </pc:sldMkLst>
        <pc:spChg chg="add mod">
          <ac:chgData name="池口晃太" userId="aaf7f548-d2e0-4c70-a7c2-2a19daa89cbd" providerId="ADAL" clId="{E00A540A-4AEA-43AE-9619-592028E1B4A9}" dt="2025-04-15T07:40:29.064" v="11169" actId="1076"/>
          <ac:spMkLst>
            <pc:docMk/>
            <pc:sldMk cId="2955578182" sldId="277"/>
            <ac:spMk id="2" creationId="{2911E533-F44C-151E-E9A2-EA1449FC868F}"/>
          </ac:spMkLst>
        </pc:spChg>
        <pc:spChg chg="mod">
          <ac:chgData name="池口晃太" userId="aaf7f548-d2e0-4c70-a7c2-2a19daa89cbd" providerId="ADAL" clId="{E00A540A-4AEA-43AE-9619-592028E1B4A9}" dt="2025-04-06T19:01:36.489" v="986" actId="20577"/>
          <ac:spMkLst>
            <pc:docMk/>
            <pc:sldMk cId="2955578182" sldId="277"/>
            <ac:spMk id="4" creationId="{028B77BC-ADC1-B768-E0DA-8565F7553076}"/>
          </ac:spMkLst>
        </pc:spChg>
      </pc:sldChg>
      <pc:sldChg chg="addSp delSp modSp add mod ord modNotesTx">
        <pc:chgData name="池口晃太" userId="aaf7f548-d2e0-4c70-a7c2-2a19daa89cbd" providerId="ADAL" clId="{E00A540A-4AEA-43AE-9619-592028E1B4A9}" dt="2025-04-15T07:38:12.791" v="11064"/>
        <pc:sldMkLst>
          <pc:docMk/>
          <pc:sldMk cId="3869932805" sldId="278"/>
        </pc:sldMkLst>
        <pc:spChg chg="mod">
          <ac:chgData name="池口晃太" userId="aaf7f548-d2e0-4c70-a7c2-2a19daa89cbd" providerId="ADAL" clId="{E00A540A-4AEA-43AE-9619-592028E1B4A9}" dt="2025-04-14T12:04:57.544" v="3641" actId="34135"/>
          <ac:spMkLst>
            <pc:docMk/>
            <pc:sldMk cId="3869932805" sldId="278"/>
            <ac:spMk id="2" creationId="{AD0D8B3E-14C7-2FF9-80FB-9AF4359C5397}"/>
          </ac:spMkLst>
        </pc:spChg>
        <pc:spChg chg="add mod">
          <ac:chgData name="池口晃太" userId="aaf7f548-d2e0-4c70-a7c2-2a19daa89cbd" providerId="ADAL" clId="{E00A540A-4AEA-43AE-9619-592028E1B4A9}" dt="2025-04-14T12:41:21.371" v="3815"/>
          <ac:spMkLst>
            <pc:docMk/>
            <pc:sldMk cId="3869932805" sldId="278"/>
            <ac:spMk id="3" creationId="{68BF00DC-D551-6A11-6444-7A918FB13861}"/>
          </ac:spMkLst>
        </pc:spChg>
        <pc:spChg chg="mod">
          <ac:chgData name="池口晃太" userId="aaf7f548-d2e0-4c70-a7c2-2a19daa89cbd" providerId="ADAL" clId="{E00A540A-4AEA-43AE-9619-592028E1B4A9}" dt="2025-04-15T07:35:59.996" v="11055" actId="20577"/>
          <ac:spMkLst>
            <pc:docMk/>
            <pc:sldMk cId="3869932805" sldId="278"/>
            <ac:spMk id="4" creationId="{F62E3402-65F5-C75B-A6EB-D3F32D8DCD6C}"/>
          </ac:spMkLst>
        </pc:spChg>
        <pc:spChg chg="add del mod">
          <ac:chgData name="池口晃太" userId="aaf7f548-d2e0-4c70-a7c2-2a19daa89cbd" providerId="ADAL" clId="{E00A540A-4AEA-43AE-9619-592028E1B4A9}" dt="2025-04-14T12:05:28.556" v="3660" actId="478"/>
          <ac:spMkLst>
            <pc:docMk/>
            <pc:sldMk cId="3869932805" sldId="278"/>
            <ac:spMk id="6" creationId="{1B16D1D3-7454-8CB7-848A-EAB471BF393E}"/>
          </ac:spMkLst>
        </pc:spChg>
        <pc:spChg chg="add mod">
          <ac:chgData name="池口晃太" userId="aaf7f548-d2e0-4c70-a7c2-2a19daa89cbd" providerId="ADAL" clId="{E00A540A-4AEA-43AE-9619-592028E1B4A9}" dt="2025-04-14T12:41:41.251" v="3832" actId="1076"/>
          <ac:spMkLst>
            <pc:docMk/>
            <pc:sldMk cId="3869932805" sldId="278"/>
            <ac:spMk id="7" creationId="{8A1C1E87-1687-E34D-3695-AC2C72BC8031}"/>
          </ac:spMkLst>
        </pc:spChg>
        <pc:spChg chg="add">
          <ac:chgData name="池口晃太" userId="aaf7f548-d2e0-4c70-a7c2-2a19daa89cbd" providerId="ADAL" clId="{E00A540A-4AEA-43AE-9619-592028E1B4A9}" dt="2025-04-14T12:07:34.728" v="3751"/>
          <ac:spMkLst>
            <pc:docMk/>
            <pc:sldMk cId="3869932805" sldId="278"/>
            <ac:spMk id="8" creationId="{36976AF9-4E3F-E729-89C6-2C9FD38011F7}"/>
          </ac:spMkLst>
        </pc:spChg>
        <pc:spChg chg="add mod">
          <ac:chgData name="池口晃太" userId="aaf7f548-d2e0-4c70-a7c2-2a19daa89cbd" providerId="ADAL" clId="{E00A540A-4AEA-43AE-9619-592028E1B4A9}" dt="2025-04-15T07:36:41.278" v="11063" actId="20577"/>
          <ac:spMkLst>
            <pc:docMk/>
            <pc:sldMk cId="3869932805" sldId="278"/>
            <ac:spMk id="9" creationId="{E442659B-960E-6B71-072C-3BE3205AB7A8}"/>
          </ac:spMkLst>
        </pc:spChg>
        <pc:spChg chg="add del mod">
          <ac:chgData name="池口晃太" userId="aaf7f548-d2e0-4c70-a7c2-2a19daa89cbd" providerId="ADAL" clId="{E00A540A-4AEA-43AE-9619-592028E1B4A9}" dt="2025-04-14T12:42:04.514" v="3833" actId="478"/>
          <ac:spMkLst>
            <pc:docMk/>
            <pc:sldMk cId="3869932805" sldId="278"/>
            <ac:spMk id="15" creationId="{AD29B50A-680E-ADC9-D14E-BA4E5965E3D5}"/>
          </ac:spMkLst>
        </pc:spChg>
        <pc:spChg chg="add mod">
          <ac:chgData name="池口晃太" userId="aaf7f548-d2e0-4c70-a7c2-2a19daa89cbd" providerId="ADAL" clId="{E00A540A-4AEA-43AE-9619-592028E1B4A9}" dt="2025-04-14T12:59:54.162" v="4141" actId="14100"/>
          <ac:spMkLst>
            <pc:docMk/>
            <pc:sldMk cId="3869932805" sldId="278"/>
            <ac:spMk id="16" creationId="{CF50648C-4984-DB5D-3088-A845273979B4}"/>
          </ac:spMkLst>
        </pc:spChg>
        <pc:spChg chg="add mod">
          <ac:chgData name="池口晃太" userId="aaf7f548-d2e0-4c70-a7c2-2a19daa89cbd" providerId="ADAL" clId="{E00A540A-4AEA-43AE-9619-592028E1B4A9}" dt="2025-04-14T13:00:45.864" v="4146" actId="1076"/>
          <ac:spMkLst>
            <pc:docMk/>
            <pc:sldMk cId="3869932805" sldId="278"/>
            <ac:spMk id="17" creationId="{6DC2B153-4826-CE4F-FCBE-BA88BA4839B4}"/>
          </ac:spMkLst>
        </pc:spChg>
        <pc:spChg chg="add mod ord">
          <ac:chgData name="池口晃太" userId="aaf7f548-d2e0-4c70-a7c2-2a19daa89cbd" providerId="ADAL" clId="{E00A540A-4AEA-43AE-9619-592028E1B4A9}" dt="2025-04-14T13:00:40.191" v="4145" actId="1076"/>
          <ac:spMkLst>
            <pc:docMk/>
            <pc:sldMk cId="3869932805" sldId="278"/>
            <ac:spMk id="19" creationId="{216DC05F-E932-315E-6E2E-8DC275E3EE3A}"/>
          </ac:spMkLst>
        </pc:spChg>
        <pc:spChg chg="add mod">
          <ac:chgData name="池口晃太" userId="aaf7f548-d2e0-4c70-a7c2-2a19daa89cbd" providerId="ADAL" clId="{E00A540A-4AEA-43AE-9619-592028E1B4A9}" dt="2025-04-14T13:07:31.750" v="4200" actId="20577"/>
          <ac:spMkLst>
            <pc:docMk/>
            <pc:sldMk cId="3869932805" sldId="278"/>
            <ac:spMk id="20" creationId="{096DEFFA-22F8-F834-0663-1B1CE8BEEB7B}"/>
          </ac:spMkLst>
        </pc:spChg>
        <pc:spChg chg="add mod">
          <ac:chgData name="池口晃太" userId="aaf7f548-d2e0-4c70-a7c2-2a19daa89cbd" providerId="ADAL" clId="{E00A540A-4AEA-43AE-9619-592028E1B4A9}" dt="2025-04-14T12:44:04.706" v="3859"/>
          <ac:spMkLst>
            <pc:docMk/>
            <pc:sldMk cId="3869932805" sldId="278"/>
            <ac:spMk id="21" creationId="{7E5D86D7-9A75-0C82-495A-EA14A1C5A09B}"/>
          </ac:spMkLst>
        </pc:spChg>
        <pc:spChg chg="add mod">
          <ac:chgData name="池口晃太" userId="aaf7f548-d2e0-4c70-a7c2-2a19daa89cbd" providerId="ADAL" clId="{E00A540A-4AEA-43AE-9619-592028E1B4A9}" dt="2025-04-15T07:23:08.374" v="10918" actId="20577"/>
          <ac:spMkLst>
            <pc:docMk/>
            <pc:sldMk cId="3869932805" sldId="278"/>
            <ac:spMk id="22" creationId="{4B507279-128E-305A-232C-1BCA4CD6451D}"/>
          </ac:spMkLst>
        </pc:spChg>
        <pc:spChg chg="add mod ord">
          <ac:chgData name="池口晃太" userId="aaf7f548-d2e0-4c70-a7c2-2a19daa89cbd" providerId="ADAL" clId="{E00A540A-4AEA-43AE-9619-592028E1B4A9}" dt="2025-04-14T12:47:07.014" v="4026" actId="164"/>
          <ac:spMkLst>
            <pc:docMk/>
            <pc:sldMk cId="3869932805" sldId="278"/>
            <ac:spMk id="23" creationId="{CDB27CB5-BF72-C955-4054-A493825BC47F}"/>
          </ac:spMkLst>
        </pc:spChg>
        <pc:spChg chg="add mod">
          <ac:chgData name="池口晃太" userId="aaf7f548-d2e0-4c70-a7c2-2a19daa89cbd" providerId="ADAL" clId="{E00A540A-4AEA-43AE-9619-592028E1B4A9}" dt="2025-04-14T13:01:09.917" v="4149" actId="207"/>
          <ac:spMkLst>
            <pc:docMk/>
            <pc:sldMk cId="3869932805" sldId="278"/>
            <ac:spMk id="24" creationId="{51F592B3-930D-1F04-36D5-9E3E2468DA91}"/>
          </ac:spMkLst>
        </pc:spChg>
        <pc:spChg chg="add del mod">
          <ac:chgData name="池口晃太" userId="aaf7f548-d2e0-4c70-a7c2-2a19daa89cbd" providerId="ADAL" clId="{E00A540A-4AEA-43AE-9619-592028E1B4A9}" dt="2025-04-14T12:49:55.964" v="4101" actId="478"/>
          <ac:spMkLst>
            <pc:docMk/>
            <pc:sldMk cId="3869932805" sldId="278"/>
            <ac:spMk id="25" creationId="{1A867D4C-3C13-BF67-1106-744B0D451B12}"/>
          </ac:spMkLst>
        </pc:spChg>
        <pc:spChg chg="add del mod">
          <ac:chgData name="池口晃太" userId="aaf7f548-d2e0-4c70-a7c2-2a19daa89cbd" providerId="ADAL" clId="{E00A540A-4AEA-43AE-9619-592028E1B4A9}" dt="2025-04-14T12:49:57.611" v="4102" actId="478"/>
          <ac:spMkLst>
            <pc:docMk/>
            <pc:sldMk cId="3869932805" sldId="278"/>
            <ac:spMk id="27" creationId="{C930BC3F-C982-4827-7529-DFAD029F201D}"/>
          </ac:spMkLst>
        </pc:spChg>
        <pc:spChg chg="add mod">
          <ac:chgData name="池口晃太" userId="aaf7f548-d2e0-4c70-a7c2-2a19daa89cbd" providerId="ADAL" clId="{E00A540A-4AEA-43AE-9619-592028E1B4A9}" dt="2025-04-14T12:52:30.752" v="4135" actId="1076"/>
          <ac:spMkLst>
            <pc:docMk/>
            <pc:sldMk cId="3869932805" sldId="278"/>
            <ac:spMk id="29" creationId="{01C4086B-6B97-5458-E838-37C0CD401DF5}"/>
          </ac:spMkLst>
        </pc:spChg>
        <pc:grpChg chg="add mod">
          <ac:chgData name="池口晃太" userId="aaf7f548-d2e0-4c70-a7c2-2a19daa89cbd" providerId="ADAL" clId="{E00A540A-4AEA-43AE-9619-592028E1B4A9}" dt="2025-04-14T13:00:33.352" v="4143" actId="1076"/>
          <ac:grpSpMkLst>
            <pc:docMk/>
            <pc:sldMk cId="3869932805" sldId="278"/>
            <ac:grpSpMk id="18" creationId="{82F66170-9B4D-3103-3AD4-339A08F5DC6E}"/>
          </ac:grpSpMkLst>
        </pc:grpChg>
        <pc:grpChg chg="add mod">
          <ac:chgData name="池口晃太" userId="aaf7f548-d2e0-4c70-a7c2-2a19daa89cbd" providerId="ADAL" clId="{E00A540A-4AEA-43AE-9619-592028E1B4A9}" dt="2025-04-14T12:52:30.752" v="4135" actId="1076"/>
          <ac:grpSpMkLst>
            <pc:docMk/>
            <pc:sldMk cId="3869932805" sldId="278"/>
            <ac:grpSpMk id="26" creationId="{6984F506-FEF5-A2FA-68B0-B9EFB6D2A26D}"/>
          </ac:grpSpMkLst>
        </pc:grpChg>
        <pc:picChg chg="add mod">
          <ac:chgData name="池口晃太" userId="aaf7f548-d2e0-4c70-a7c2-2a19daa89cbd" providerId="ADAL" clId="{E00A540A-4AEA-43AE-9619-592028E1B4A9}" dt="2025-04-14T12:52:30.752" v="4135" actId="1076"/>
          <ac:picMkLst>
            <pc:docMk/>
            <pc:sldMk cId="3869932805" sldId="278"/>
            <ac:picMk id="10" creationId="{54664231-40FF-437E-2810-00E7E7573FA9}"/>
          </ac:picMkLst>
        </pc:picChg>
        <pc:picChg chg="add mod">
          <ac:chgData name="池口晃太" userId="aaf7f548-d2e0-4c70-a7c2-2a19daa89cbd" providerId="ADAL" clId="{E00A540A-4AEA-43AE-9619-592028E1B4A9}" dt="2025-04-14T12:42:39.164" v="3842" actId="164"/>
          <ac:picMkLst>
            <pc:docMk/>
            <pc:sldMk cId="3869932805" sldId="278"/>
            <ac:picMk id="12" creationId="{A0A691EA-CB75-78B1-B53F-C83F54B9903F}"/>
          </ac:picMkLst>
        </pc:picChg>
        <pc:picChg chg="add del mod">
          <ac:chgData name="池口晃太" userId="aaf7f548-d2e0-4c70-a7c2-2a19daa89cbd" providerId="ADAL" clId="{E00A540A-4AEA-43AE-9619-592028E1B4A9}" dt="2025-04-14T12:13:46.309" v="3778" actId="478"/>
          <ac:picMkLst>
            <pc:docMk/>
            <pc:sldMk cId="3869932805" sldId="278"/>
            <ac:picMk id="13" creationId="{1F4CAD3F-2254-FB33-0D00-1BB95E65450C}"/>
          </ac:picMkLst>
        </pc:picChg>
        <pc:picChg chg="add mod">
          <ac:chgData name="池口晃太" userId="aaf7f548-d2e0-4c70-a7c2-2a19daa89cbd" providerId="ADAL" clId="{E00A540A-4AEA-43AE-9619-592028E1B4A9}" dt="2025-04-14T12:47:07.014" v="4026" actId="164"/>
          <ac:picMkLst>
            <pc:docMk/>
            <pc:sldMk cId="3869932805" sldId="278"/>
            <ac:picMk id="14" creationId="{D6727B98-6398-0837-59EF-64931132CDB3}"/>
          </ac:picMkLst>
        </pc:picChg>
      </pc:sldChg>
      <pc:sldChg chg="addSp delSp modSp add mod modNotesTx">
        <pc:chgData name="池口晃太" userId="aaf7f548-d2e0-4c70-a7c2-2a19daa89cbd" providerId="ADAL" clId="{E00A540A-4AEA-43AE-9619-592028E1B4A9}" dt="2025-04-15T07:50:32.737" v="11263"/>
        <pc:sldMkLst>
          <pc:docMk/>
          <pc:sldMk cId="3714915946" sldId="279"/>
        </pc:sldMkLst>
        <pc:spChg chg="del mod">
          <ac:chgData name="池口晃太" userId="aaf7f548-d2e0-4c70-a7c2-2a19daa89cbd" providerId="ADAL" clId="{E00A540A-4AEA-43AE-9619-592028E1B4A9}" dt="2025-04-14T13:41:12.242" v="4282"/>
          <ac:spMkLst>
            <pc:docMk/>
            <pc:sldMk cId="3714915946" sldId="279"/>
            <ac:spMk id="2" creationId="{CDA82EFA-E361-D102-4D17-1C5FCAD178DE}"/>
          </ac:spMkLst>
        </pc:spChg>
        <pc:spChg chg="mod">
          <ac:chgData name="池口晃太" userId="aaf7f548-d2e0-4c70-a7c2-2a19daa89cbd" providerId="ADAL" clId="{E00A540A-4AEA-43AE-9619-592028E1B4A9}" dt="2025-04-14T22:29:35.319" v="8691" actId="20577"/>
          <ac:spMkLst>
            <pc:docMk/>
            <pc:sldMk cId="3714915946" sldId="279"/>
            <ac:spMk id="4" creationId="{5FDD057B-1591-976D-500D-D90C2683FE08}"/>
          </ac:spMkLst>
        </pc:spChg>
        <pc:spChg chg="add mod">
          <ac:chgData name="池口晃太" userId="aaf7f548-d2e0-4c70-a7c2-2a19daa89cbd" providerId="ADAL" clId="{E00A540A-4AEA-43AE-9619-592028E1B4A9}" dt="2025-04-14T14:34:41.575" v="4671" actId="1076"/>
          <ac:spMkLst>
            <pc:docMk/>
            <pc:sldMk cId="3714915946" sldId="279"/>
            <ac:spMk id="7" creationId="{86A3D9E2-2CAD-719C-2ED8-4BD7A622F392}"/>
          </ac:spMkLst>
        </pc:spChg>
        <pc:spChg chg="add mod">
          <ac:chgData name="池口晃太" userId="aaf7f548-d2e0-4c70-a7c2-2a19daa89cbd" providerId="ADAL" clId="{E00A540A-4AEA-43AE-9619-592028E1B4A9}" dt="2025-04-14T13:42:44.739" v="4365" actId="20577"/>
          <ac:spMkLst>
            <pc:docMk/>
            <pc:sldMk cId="3714915946" sldId="279"/>
            <ac:spMk id="8" creationId="{AA595184-E844-1361-529C-EBD450D08B3D}"/>
          </ac:spMkLst>
        </pc:spChg>
        <pc:spChg chg="add mod">
          <ac:chgData name="池口晃太" userId="aaf7f548-d2e0-4c70-a7c2-2a19daa89cbd" providerId="ADAL" clId="{E00A540A-4AEA-43AE-9619-592028E1B4A9}" dt="2025-04-14T14:44:47.369" v="4911" actId="20577"/>
          <ac:spMkLst>
            <pc:docMk/>
            <pc:sldMk cId="3714915946" sldId="279"/>
            <ac:spMk id="9" creationId="{3B8C28F1-8B9E-6105-53B7-7439A21429E5}"/>
          </ac:spMkLst>
        </pc:spChg>
        <pc:spChg chg="add mod ord">
          <ac:chgData name="池口晃太" userId="aaf7f548-d2e0-4c70-a7c2-2a19daa89cbd" providerId="ADAL" clId="{E00A540A-4AEA-43AE-9619-592028E1B4A9}" dt="2025-04-14T14:43:41.438" v="4865" actId="164"/>
          <ac:spMkLst>
            <pc:docMk/>
            <pc:sldMk cId="3714915946" sldId="279"/>
            <ac:spMk id="16" creationId="{1F9A73F8-9503-667C-5AA9-2D8B594E3A85}"/>
          </ac:spMkLst>
        </pc:spChg>
        <pc:spChg chg="add mod">
          <ac:chgData name="池口晃太" userId="aaf7f548-d2e0-4c70-a7c2-2a19daa89cbd" providerId="ADAL" clId="{E00A540A-4AEA-43AE-9619-592028E1B4A9}" dt="2025-04-14T14:43:41.438" v="4865" actId="164"/>
          <ac:spMkLst>
            <pc:docMk/>
            <pc:sldMk cId="3714915946" sldId="279"/>
            <ac:spMk id="18" creationId="{E14054B5-6B2E-93A5-2949-52CAD798DDA7}"/>
          </ac:spMkLst>
        </pc:spChg>
        <pc:spChg chg="add mod">
          <ac:chgData name="池口晃太" userId="aaf7f548-d2e0-4c70-a7c2-2a19daa89cbd" providerId="ADAL" clId="{E00A540A-4AEA-43AE-9619-592028E1B4A9}" dt="2025-04-14T14:43:41.438" v="4865" actId="164"/>
          <ac:spMkLst>
            <pc:docMk/>
            <pc:sldMk cId="3714915946" sldId="279"/>
            <ac:spMk id="19" creationId="{4043663F-8B2C-2813-B6D3-DF510D5BCB23}"/>
          </ac:spMkLst>
        </pc:spChg>
        <pc:spChg chg="add mod">
          <ac:chgData name="池口晃太" userId="aaf7f548-d2e0-4c70-a7c2-2a19daa89cbd" providerId="ADAL" clId="{E00A540A-4AEA-43AE-9619-592028E1B4A9}" dt="2025-04-14T14:43:41.438" v="4865" actId="164"/>
          <ac:spMkLst>
            <pc:docMk/>
            <pc:sldMk cId="3714915946" sldId="279"/>
            <ac:spMk id="20" creationId="{FAECFCCB-06D1-D4C8-8455-E8A52D6E1BB7}"/>
          </ac:spMkLst>
        </pc:spChg>
        <pc:spChg chg="add mod">
          <ac:chgData name="池口晃太" userId="aaf7f548-d2e0-4c70-a7c2-2a19daa89cbd" providerId="ADAL" clId="{E00A540A-4AEA-43AE-9619-592028E1B4A9}" dt="2025-04-14T14:43:41.438" v="4865" actId="164"/>
          <ac:spMkLst>
            <pc:docMk/>
            <pc:sldMk cId="3714915946" sldId="279"/>
            <ac:spMk id="21" creationId="{E86EF12D-4354-AEF2-0CC3-BEF815A32D62}"/>
          </ac:spMkLst>
        </pc:spChg>
        <pc:spChg chg="add mod">
          <ac:chgData name="池口晃太" userId="aaf7f548-d2e0-4c70-a7c2-2a19daa89cbd" providerId="ADAL" clId="{E00A540A-4AEA-43AE-9619-592028E1B4A9}" dt="2025-04-14T14:43:41.438" v="4865" actId="164"/>
          <ac:spMkLst>
            <pc:docMk/>
            <pc:sldMk cId="3714915946" sldId="279"/>
            <ac:spMk id="22" creationId="{24A5B125-EF9E-5093-5C2F-DCE38D615B46}"/>
          </ac:spMkLst>
        </pc:spChg>
        <pc:spChg chg="add mod">
          <ac:chgData name="池口晃太" userId="aaf7f548-d2e0-4c70-a7c2-2a19daa89cbd" providerId="ADAL" clId="{E00A540A-4AEA-43AE-9619-592028E1B4A9}" dt="2025-04-14T14:44:19.569" v="4902" actId="164"/>
          <ac:spMkLst>
            <pc:docMk/>
            <pc:sldMk cId="3714915946" sldId="279"/>
            <ac:spMk id="25" creationId="{337298C3-025C-7026-4E34-02529B73AA47}"/>
          </ac:spMkLst>
        </pc:spChg>
        <pc:grpChg chg="add mod">
          <ac:chgData name="池口晃太" userId="aaf7f548-d2e0-4c70-a7c2-2a19daa89cbd" providerId="ADAL" clId="{E00A540A-4AEA-43AE-9619-592028E1B4A9}" dt="2025-04-14T14:43:41.438" v="4865" actId="164"/>
          <ac:grpSpMkLst>
            <pc:docMk/>
            <pc:sldMk cId="3714915946" sldId="279"/>
            <ac:grpSpMk id="17" creationId="{89CCF485-DA34-A930-8220-1E32C8D3443E}"/>
          </ac:grpSpMkLst>
        </pc:grpChg>
        <pc:grpChg chg="add mod">
          <ac:chgData name="池口晃太" userId="aaf7f548-d2e0-4c70-a7c2-2a19daa89cbd" providerId="ADAL" clId="{E00A540A-4AEA-43AE-9619-592028E1B4A9}" dt="2025-04-14T14:44:19.569" v="4902" actId="164"/>
          <ac:grpSpMkLst>
            <pc:docMk/>
            <pc:sldMk cId="3714915946" sldId="279"/>
            <ac:grpSpMk id="23" creationId="{42F496AD-7DFF-D311-FE5A-3745C71554D7}"/>
          </ac:grpSpMkLst>
        </pc:grpChg>
        <pc:grpChg chg="add mod">
          <ac:chgData name="池口晃太" userId="aaf7f548-d2e0-4c70-a7c2-2a19daa89cbd" providerId="ADAL" clId="{E00A540A-4AEA-43AE-9619-592028E1B4A9}" dt="2025-04-14T14:49:11.699" v="4912" actId="1076"/>
          <ac:grpSpMkLst>
            <pc:docMk/>
            <pc:sldMk cId="3714915946" sldId="279"/>
            <ac:grpSpMk id="26" creationId="{AFEE8BB3-4833-1087-47D3-0EEAD2FB6589}"/>
          </ac:grpSpMkLst>
        </pc:grpChg>
        <pc:graphicFrameChg chg="add del mod modGraphic">
          <ac:chgData name="池口晃太" userId="aaf7f548-d2e0-4c70-a7c2-2a19daa89cbd" providerId="ADAL" clId="{E00A540A-4AEA-43AE-9619-592028E1B4A9}" dt="2025-04-14T14:27:29.810" v="4457" actId="478"/>
          <ac:graphicFrameMkLst>
            <pc:docMk/>
            <pc:sldMk cId="3714915946" sldId="279"/>
            <ac:graphicFrameMk id="10" creationId="{CA828357-61C2-0757-241E-359F23BF6287}"/>
          </ac:graphicFrameMkLst>
        </pc:graphicFrameChg>
        <pc:graphicFrameChg chg="add mod modGraphic">
          <ac:chgData name="池口晃太" userId="aaf7f548-d2e0-4c70-a7c2-2a19daa89cbd" providerId="ADAL" clId="{E00A540A-4AEA-43AE-9619-592028E1B4A9}" dt="2025-04-14T20:23:04.401" v="6604" actId="14734"/>
          <ac:graphicFrameMkLst>
            <pc:docMk/>
            <pc:sldMk cId="3714915946" sldId="279"/>
            <ac:graphicFrameMk id="11" creationId="{5DBBEEC7-B2F4-2FAF-E10E-3914BE97E667}"/>
          </ac:graphicFrameMkLst>
        </pc:graphicFrameChg>
        <pc:picChg chg="add mod modCrop">
          <ac:chgData name="池口晃太" userId="aaf7f548-d2e0-4c70-a7c2-2a19daa89cbd" providerId="ADAL" clId="{E00A540A-4AEA-43AE-9619-592028E1B4A9}" dt="2025-04-14T14:40:35.142" v="4787" actId="164"/>
          <ac:picMkLst>
            <pc:docMk/>
            <pc:sldMk cId="3714915946" sldId="279"/>
            <ac:picMk id="6" creationId="{1373D68F-C1EE-FFCA-09F5-8E1AD911A6AC}"/>
          </ac:picMkLst>
        </pc:picChg>
        <pc:picChg chg="add mod modCrop">
          <ac:chgData name="池口晃太" userId="aaf7f548-d2e0-4c70-a7c2-2a19daa89cbd" providerId="ADAL" clId="{E00A540A-4AEA-43AE-9619-592028E1B4A9}" dt="2025-04-14T14:40:35.142" v="4787" actId="164"/>
          <ac:picMkLst>
            <pc:docMk/>
            <pc:sldMk cId="3714915946" sldId="279"/>
            <ac:picMk id="12" creationId="{6FB57B1D-D2B5-1B61-F9DC-8B46D8AF6C54}"/>
          </ac:picMkLst>
        </pc:picChg>
        <pc:picChg chg="add mod modCrop">
          <ac:chgData name="池口晃太" userId="aaf7f548-d2e0-4c70-a7c2-2a19daa89cbd" providerId="ADAL" clId="{E00A540A-4AEA-43AE-9619-592028E1B4A9}" dt="2025-04-14T14:40:35.142" v="4787" actId="164"/>
          <ac:picMkLst>
            <pc:docMk/>
            <pc:sldMk cId="3714915946" sldId="279"/>
            <ac:picMk id="13" creationId="{31589AFC-99DD-B786-4AD0-C897DCA47C06}"/>
          </ac:picMkLst>
        </pc:picChg>
        <pc:picChg chg="add mod modCrop">
          <ac:chgData name="池口晃太" userId="aaf7f548-d2e0-4c70-a7c2-2a19daa89cbd" providerId="ADAL" clId="{E00A540A-4AEA-43AE-9619-592028E1B4A9}" dt="2025-04-14T14:40:35.142" v="4787" actId="164"/>
          <ac:picMkLst>
            <pc:docMk/>
            <pc:sldMk cId="3714915946" sldId="279"/>
            <ac:picMk id="14" creationId="{A5465939-4A3F-66C5-6ECC-5FC7993F075D}"/>
          </ac:picMkLst>
        </pc:picChg>
        <pc:picChg chg="add mod modCrop">
          <ac:chgData name="池口晃太" userId="aaf7f548-d2e0-4c70-a7c2-2a19daa89cbd" providerId="ADAL" clId="{E00A540A-4AEA-43AE-9619-592028E1B4A9}" dt="2025-04-14T14:40:35.142" v="4787" actId="164"/>
          <ac:picMkLst>
            <pc:docMk/>
            <pc:sldMk cId="3714915946" sldId="279"/>
            <ac:picMk id="15" creationId="{6AC62421-96F1-71D2-7667-499134DBBEBB}"/>
          </ac:picMkLst>
        </pc:picChg>
      </pc:sldChg>
      <pc:sldChg chg="addSp delSp modSp add mod modNotesTx">
        <pc:chgData name="池口晃太" userId="aaf7f548-d2e0-4c70-a7c2-2a19daa89cbd" providerId="ADAL" clId="{E00A540A-4AEA-43AE-9619-592028E1B4A9}" dt="2025-04-15T07:53:13.021" v="11271" actId="20577"/>
        <pc:sldMkLst>
          <pc:docMk/>
          <pc:sldMk cId="2037550228" sldId="280"/>
        </pc:sldMkLst>
        <pc:spChg chg="add mod">
          <ac:chgData name="池口晃太" userId="aaf7f548-d2e0-4c70-a7c2-2a19daa89cbd" providerId="ADAL" clId="{E00A540A-4AEA-43AE-9619-592028E1B4A9}" dt="2025-04-14T15:19:44.599" v="5245" actId="14100"/>
          <ac:spMkLst>
            <pc:docMk/>
            <pc:sldMk cId="2037550228" sldId="280"/>
            <ac:spMk id="2" creationId="{ADEE4FC8-850A-B271-E619-5CEF2D567330}"/>
          </ac:spMkLst>
        </pc:spChg>
        <pc:spChg chg="add del mod">
          <ac:chgData name="池口晃太" userId="aaf7f548-d2e0-4c70-a7c2-2a19daa89cbd" providerId="ADAL" clId="{E00A540A-4AEA-43AE-9619-592028E1B4A9}" dt="2025-04-14T15:19:31.466" v="5219" actId="478"/>
          <ac:spMkLst>
            <pc:docMk/>
            <pc:sldMk cId="2037550228" sldId="280"/>
            <ac:spMk id="3" creationId="{26180578-DF43-1DBF-14E2-B808BE6D563A}"/>
          </ac:spMkLst>
        </pc:spChg>
        <pc:spChg chg="mod">
          <ac:chgData name="池口晃太" userId="aaf7f548-d2e0-4c70-a7c2-2a19daa89cbd" providerId="ADAL" clId="{E00A540A-4AEA-43AE-9619-592028E1B4A9}" dt="2025-04-14T15:20:35.424" v="5293" actId="20577"/>
          <ac:spMkLst>
            <pc:docMk/>
            <pc:sldMk cId="2037550228" sldId="280"/>
            <ac:spMk id="4" creationId="{D2F8BD61-770A-DF5F-295E-1CEAF7F04B7F}"/>
          </ac:spMkLst>
        </pc:spChg>
        <pc:spChg chg="add mod">
          <ac:chgData name="池口晃太" userId="aaf7f548-d2e0-4c70-a7c2-2a19daa89cbd" providerId="ADAL" clId="{E00A540A-4AEA-43AE-9619-592028E1B4A9}" dt="2025-04-14T15:38:30.375" v="5718" actId="1076"/>
          <ac:spMkLst>
            <pc:docMk/>
            <pc:sldMk cId="2037550228" sldId="280"/>
            <ac:spMk id="6" creationId="{922470FB-F3B0-073C-8746-2740C2FC21A0}"/>
          </ac:spMkLst>
        </pc:spChg>
        <pc:spChg chg="add mod">
          <ac:chgData name="池口晃太" userId="aaf7f548-d2e0-4c70-a7c2-2a19daa89cbd" providerId="ADAL" clId="{E00A540A-4AEA-43AE-9619-592028E1B4A9}" dt="2025-04-14T15:38:27.291" v="5717" actId="1076"/>
          <ac:spMkLst>
            <pc:docMk/>
            <pc:sldMk cId="2037550228" sldId="280"/>
            <ac:spMk id="7" creationId="{4D03ABE3-B85A-2D29-4279-A4DC94EDAAC4}"/>
          </ac:spMkLst>
        </pc:spChg>
        <pc:spChg chg="add">
          <ac:chgData name="池口晃太" userId="aaf7f548-d2e0-4c70-a7c2-2a19daa89cbd" providerId="ADAL" clId="{E00A540A-4AEA-43AE-9619-592028E1B4A9}" dt="2025-04-14T15:25:38.295" v="5440"/>
          <ac:spMkLst>
            <pc:docMk/>
            <pc:sldMk cId="2037550228" sldId="280"/>
            <ac:spMk id="8" creationId="{7AA24012-2E26-560B-F527-98E2FAEDEC61}"/>
          </ac:spMkLst>
        </pc:spChg>
        <pc:spChg chg="add mod">
          <ac:chgData name="池口晃太" userId="aaf7f548-d2e0-4c70-a7c2-2a19daa89cbd" providerId="ADAL" clId="{E00A540A-4AEA-43AE-9619-592028E1B4A9}" dt="2025-04-14T15:38:32.024" v="5719" actId="1076"/>
          <ac:spMkLst>
            <pc:docMk/>
            <pc:sldMk cId="2037550228" sldId="280"/>
            <ac:spMk id="10" creationId="{A8F51A79-1CFD-87FB-2CC2-6C53C9D1138F}"/>
          </ac:spMkLst>
        </pc:spChg>
        <pc:spChg chg="add del mod">
          <ac:chgData name="池口晃太" userId="aaf7f548-d2e0-4c70-a7c2-2a19daa89cbd" providerId="ADAL" clId="{E00A540A-4AEA-43AE-9619-592028E1B4A9}" dt="2025-04-14T15:33:00.160" v="5511"/>
          <ac:spMkLst>
            <pc:docMk/>
            <pc:sldMk cId="2037550228" sldId="280"/>
            <ac:spMk id="11" creationId="{A781BE52-5BA6-5A70-531F-C554D8D0DEB6}"/>
          </ac:spMkLst>
        </pc:spChg>
        <pc:spChg chg="add mod">
          <ac:chgData name="池口晃太" userId="aaf7f548-d2e0-4c70-a7c2-2a19daa89cbd" providerId="ADAL" clId="{E00A540A-4AEA-43AE-9619-592028E1B4A9}" dt="2025-04-14T15:38:25.056" v="5716" actId="1076"/>
          <ac:spMkLst>
            <pc:docMk/>
            <pc:sldMk cId="2037550228" sldId="280"/>
            <ac:spMk id="12" creationId="{E297A5D0-D39B-DB48-A883-7216A87B4F10}"/>
          </ac:spMkLst>
        </pc:spChg>
        <pc:spChg chg="add">
          <ac:chgData name="池口晃太" userId="aaf7f548-d2e0-4c70-a7c2-2a19daa89cbd" providerId="ADAL" clId="{E00A540A-4AEA-43AE-9619-592028E1B4A9}" dt="2025-04-14T15:37:12.418" v="5609"/>
          <ac:spMkLst>
            <pc:docMk/>
            <pc:sldMk cId="2037550228" sldId="280"/>
            <ac:spMk id="13" creationId="{1D29B149-8C53-3413-2B34-66EFE13A1AB8}"/>
          </ac:spMkLst>
        </pc:spChg>
      </pc:sldChg>
      <pc:sldChg chg="addSp delSp modSp add mod ord modNotesTx">
        <pc:chgData name="池口晃太" userId="aaf7f548-d2e0-4c70-a7c2-2a19daa89cbd" providerId="ADAL" clId="{E00A540A-4AEA-43AE-9619-592028E1B4A9}" dt="2025-04-15T08:06:47.181" v="11431" actId="20577"/>
        <pc:sldMkLst>
          <pc:docMk/>
          <pc:sldMk cId="3113475902" sldId="281"/>
        </pc:sldMkLst>
        <pc:spChg chg="del">
          <ac:chgData name="池口晃太" userId="aaf7f548-d2e0-4c70-a7c2-2a19daa89cbd" providerId="ADAL" clId="{E00A540A-4AEA-43AE-9619-592028E1B4A9}" dt="2025-04-14T15:50:27.233" v="5723" actId="478"/>
          <ac:spMkLst>
            <pc:docMk/>
            <pc:sldMk cId="3113475902" sldId="281"/>
            <ac:spMk id="3" creationId="{99503C06-B399-9160-E579-9B920334BE24}"/>
          </ac:spMkLst>
        </pc:spChg>
        <pc:spChg chg="mod">
          <ac:chgData name="池口晃太" userId="aaf7f548-d2e0-4c70-a7c2-2a19daa89cbd" providerId="ADAL" clId="{E00A540A-4AEA-43AE-9619-592028E1B4A9}" dt="2025-04-06T19:23:49.027" v="1626" actId="20577"/>
          <ac:spMkLst>
            <pc:docMk/>
            <pc:sldMk cId="3113475902" sldId="281"/>
            <ac:spMk id="4" creationId="{9E312233-A7C4-50FD-DF2C-63F9B743D318}"/>
          </ac:spMkLst>
        </pc:spChg>
        <pc:spChg chg="add mod">
          <ac:chgData name="池口晃太" userId="aaf7f548-d2e0-4c70-a7c2-2a19daa89cbd" providerId="ADAL" clId="{E00A540A-4AEA-43AE-9619-592028E1B4A9}" dt="2025-04-14T20:40:07.838" v="6896" actId="1076"/>
          <ac:spMkLst>
            <pc:docMk/>
            <pc:sldMk cId="3113475902" sldId="281"/>
            <ac:spMk id="6" creationId="{16E41448-24BC-9B06-1EB9-6A731738036E}"/>
          </ac:spMkLst>
        </pc:spChg>
        <pc:spChg chg="add mod">
          <ac:chgData name="池口晃太" userId="aaf7f548-d2e0-4c70-a7c2-2a19daa89cbd" providerId="ADAL" clId="{E00A540A-4AEA-43AE-9619-592028E1B4A9}" dt="2025-04-14T20:40:00.503" v="6894" actId="1076"/>
          <ac:spMkLst>
            <pc:docMk/>
            <pc:sldMk cId="3113475902" sldId="281"/>
            <ac:spMk id="7" creationId="{7470C17C-451F-5930-7789-1729642600A3}"/>
          </ac:spMkLst>
        </pc:spChg>
        <pc:spChg chg="add mod">
          <ac:chgData name="池口晃太" userId="aaf7f548-d2e0-4c70-a7c2-2a19daa89cbd" providerId="ADAL" clId="{E00A540A-4AEA-43AE-9619-592028E1B4A9}" dt="2025-04-15T07:22:58.316" v="10916" actId="20577"/>
          <ac:spMkLst>
            <pc:docMk/>
            <pc:sldMk cId="3113475902" sldId="281"/>
            <ac:spMk id="8" creationId="{C9CE145F-F66B-EF49-6887-C42A1F2885C7}"/>
          </ac:spMkLst>
        </pc:spChg>
        <pc:spChg chg="mod">
          <ac:chgData name="池口晃太" userId="aaf7f548-d2e0-4c70-a7c2-2a19daa89cbd" providerId="ADAL" clId="{E00A540A-4AEA-43AE-9619-592028E1B4A9}" dt="2025-04-14T15:57:01.801" v="5907"/>
          <ac:spMkLst>
            <pc:docMk/>
            <pc:sldMk cId="3113475902" sldId="281"/>
            <ac:spMk id="14" creationId="{4C534ABB-CEAB-B582-6A45-D6724FC9D19B}"/>
          </ac:spMkLst>
        </pc:spChg>
        <pc:spChg chg="mod">
          <ac:chgData name="池口晃太" userId="aaf7f548-d2e0-4c70-a7c2-2a19daa89cbd" providerId="ADAL" clId="{E00A540A-4AEA-43AE-9619-592028E1B4A9}" dt="2025-04-14T15:57:08.686" v="5923" actId="20577"/>
          <ac:spMkLst>
            <pc:docMk/>
            <pc:sldMk cId="3113475902" sldId="281"/>
            <ac:spMk id="15" creationId="{197CB4D3-90EC-8570-F65A-6301003A8CEA}"/>
          </ac:spMkLst>
        </pc:spChg>
        <pc:spChg chg="mod">
          <ac:chgData name="池口晃太" userId="aaf7f548-d2e0-4c70-a7c2-2a19daa89cbd" providerId="ADAL" clId="{E00A540A-4AEA-43AE-9619-592028E1B4A9}" dt="2025-04-14T15:57:01.801" v="5907"/>
          <ac:spMkLst>
            <pc:docMk/>
            <pc:sldMk cId="3113475902" sldId="281"/>
            <ac:spMk id="16" creationId="{61F2F1C6-0D43-64C2-441F-FACB8444253F}"/>
          </ac:spMkLst>
        </pc:spChg>
        <pc:spChg chg="mod">
          <ac:chgData name="池口晃太" userId="aaf7f548-d2e0-4c70-a7c2-2a19daa89cbd" providerId="ADAL" clId="{E00A540A-4AEA-43AE-9619-592028E1B4A9}" dt="2025-04-14T15:57:13.371" v="5933" actId="20577"/>
          <ac:spMkLst>
            <pc:docMk/>
            <pc:sldMk cId="3113475902" sldId="281"/>
            <ac:spMk id="17" creationId="{917D0526-B719-E1B2-AB63-4D2DB786F625}"/>
          </ac:spMkLst>
        </pc:spChg>
        <pc:spChg chg="add mod">
          <ac:chgData name="池口晃太" userId="aaf7f548-d2e0-4c70-a7c2-2a19daa89cbd" providerId="ADAL" clId="{E00A540A-4AEA-43AE-9619-592028E1B4A9}" dt="2025-04-14T20:39:58.151" v="6893" actId="1076"/>
          <ac:spMkLst>
            <pc:docMk/>
            <pc:sldMk cId="3113475902" sldId="281"/>
            <ac:spMk id="22" creationId="{40619BF9-0167-5457-3EE8-77280843F1B5}"/>
          </ac:spMkLst>
        </pc:spChg>
        <pc:spChg chg="add mod">
          <ac:chgData name="池口晃太" userId="aaf7f548-d2e0-4c70-a7c2-2a19daa89cbd" providerId="ADAL" clId="{E00A540A-4AEA-43AE-9619-592028E1B4A9}" dt="2025-04-14T15:57:40.087" v="5937"/>
          <ac:spMkLst>
            <pc:docMk/>
            <pc:sldMk cId="3113475902" sldId="281"/>
            <ac:spMk id="23" creationId="{7F9D0A1B-64E8-64C8-7658-541041E79D73}"/>
          </ac:spMkLst>
        </pc:spChg>
        <pc:spChg chg="add mod">
          <ac:chgData name="池口晃太" userId="aaf7f548-d2e0-4c70-a7c2-2a19daa89cbd" providerId="ADAL" clId="{E00A540A-4AEA-43AE-9619-592028E1B4A9}" dt="2025-04-14T21:00:22.722" v="7429" actId="20577"/>
          <ac:spMkLst>
            <pc:docMk/>
            <pc:sldMk cId="3113475902" sldId="281"/>
            <ac:spMk id="24" creationId="{74788351-DE70-062E-DEDB-82361E9C0772}"/>
          </ac:spMkLst>
        </pc:spChg>
        <pc:spChg chg="add mod">
          <ac:chgData name="池口晃太" userId="aaf7f548-d2e0-4c70-a7c2-2a19daa89cbd" providerId="ADAL" clId="{E00A540A-4AEA-43AE-9619-592028E1B4A9}" dt="2025-04-15T07:21:14.190" v="10888" actId="20577"/>
          <ac:spMkLst>
            <pc:docMk/>
            <pc:sldMk cId="3113475902" sldId="281"/>
            <ac:spMk id="25" creationId="{329763C4-DF92-FD1A-2442-DDD1EE34C9CA}"/>
          </ac:spMkLst>
        </pc:spChg>
        <pc:grpChg chg="add del mod">
          <ac:chgData name="池口晃太" userId="aaf7f548-d2e0-4c70-a7c2-2a19daa89cbd" providerId="ADAL" clId="{E00A540A-4AEA-43AE-9619-592028E1B4A9}" dt="2025-04-14T16:00:17.135" v="5953" actId="478"/>
          <ac:grpSpMkLst>
            <pc:docMk/>
            <pc:sldMk cId="3113475902" sldId="281"/>
            <ac:grpSpMk id="11" creationId="{8D93A1F6-22A3-4156-FA32-05B10282E7AC}"/>
          </ac:grpSpMkLst>
        </pc:grpChg>
        <pc:grpChg chg="mod">
          <ac:chgData name="池口晃太" userId="aaf7f548-d2e0-4c70-a7c2-2a19daa89cbd" providerId="ADAL" clId="{E00A540A-4AEA-43AE-9619-592028E1B4A9}" dt="2025-04-14T15:57:01.801" v="5907"/>
          <ac:grpSpMkLst>
            <pc:docMk/>
            <pc:sldMk cId="3113475902" sldId="281"/>
            <ac:grpSpMk id="12" creationId="{2B28EA7B-8555-BD55-D88D-6D702A63F5D1}"/>
          </ac:grpSpMkLst>
        </pc:grpChg>
        <pc:picChg chg="add del mod">
          <ac:chgData name="池口晃太" userId="aaf7f548-d2e0-4c70-a7c2-2a19daa89cbd" providerId="ADAL" clId="{E00A540A-4AEA-43AE-9619-592028E1B4A9}" dt="2025-04-14T15:53:24.989" v="5831" actId="478"/>
          <ac:picMkLst>
            <pc:docMk/>
            <pc:sldMk cId="3113475902" sldId="281"/>
            <ac:picMk id="9" creationId="{6F896B7E-CA10-ACA5-662F-2A81C6CC764C}"/>
          </ac:picMkLst>
        </pc:picChg>
        <pc:picChg chg="add del mod">
          <ac:chgData name="池口晃太" userId="aaf7f548-d2e0-4c70-a7c2-2a19daa89cbd" providerId="ADAL" clId="{E00A540A-4AEA-43AE-9619-592028E1B4A9}" dt="2025-04-14T16:00:15.425" v="5952" actId="478"/>
          <ac:picMkLst>
            <pc:docMk/>
            <pc:sldMk cId="3113475902" sldId="281"/>
            <ac:picMk id="10" creationId="{040372B8-1A3F-D720-9376-1879D840E15F}"/>
          </ac:picMkLst>
        </pc:picChg>
        <pc:picChg chg="mod">
          <ac:chgData name="池口晃太" userId="aaf7f548-d2e0-4c70-a7c2-2a19daa89cbd" providerId="ADAL" clId="{E00A540A-4AEA-43AE-9619-592028E1B4A9}" dt="2025-04-14T15:57:01.801" v="5907"/>
          <ac:picMkLst>
            <pc:docMk/>
            <pc:sldMk cId="3113475902" sldId="281"/>
            <ac:picMk id="18" creationId="{E9E0EE0B-6619-B53E-CCDF-F9D123F420F0}"/>
          </ac:picMkLst>
        </pc:picChg>
        <pc:picChg chg="mod">
          <ac:chgData name="池口晃太" userId="aaf7f548-d2e0-4c70-a7c2-2a19daa89cbd" providerId="ADAL" clId="{E00A540A-4AEA-43AE-9619-592028E1B4A9}" dt="2025-04-14T15:57:01.801" v="5907"/>
          <ac:picMkLst>
            <pc:docMk/>
            <pc:sldMk cId="3113475902" sldId="281"/>
            <ac:picMk id="19" creationId="{3F5EBF2C-30A7-C462-3D9E-327C6B7FE41F}"/>
          </ac:picMkLst>
        </pc:picChg>
        <pc:picChg chg="mod">
          <ac:chgData name="池口晃太" userId="aaf7f548-d2e0-4c70-a7c2-2a19daa89cbd" providerId="ADAL" clId="{E00A540A-4AEA-43AE-9619-592028E1B4A9}" dt="2025-04-14T15:57:01.801" v="5907"/>
          <ac:picMkLst>
            <pc:docMk/>
            <pc:sldMk cId="3113475902" sldId="281"/>
            <ac:picMk id="20" creationId="{FC0C0151-75EA-DB2F-096A-375D9BE46966}"/>
          </ac:picMkLst>
        </pc:picChg>
        <pc:picChg chg="mod">
          <ac:chgData name="池口晃太" userId="aaf7f548-d2e0-4c70-a7c2-2a19daa89cbd" providerId="ADAL" clId="{E00A540A-4AEA-43AE-9619-592028E1B4A9}" dt="2025-04-14T15:57:01.801" v="5907"/>
          <ac:picMkLst>
            <pc:docMk/>
            <pc:sldMk cId="3113475902" sldId="281"/>
            <ac:picMk id="21" creationId="{83C8B33C-ABBF-A31D-9461-1E768FE979D6}"/>
          </ac:picMkLst>
        </pc:picChg>
      </pc:sldChg>
      <pc:sldChg chg="addSp delSp modSp add mod modNotesTx">
        <pc:chgData name="池口晃太" userId="aaf7f548-d2e0-4c70-a7c2-2a19daa89cbd" providerId="ADAL" clId="{E00A540A-4AEA-43AE-9619-592028E1B4A9}" dt="2025-04-15T07:35:42.754" v="11051" actId="20577"/>
        <pc:sldMkLst>
          <pc:docMk/>
          <pc:sldMk cId="872345764" sldId="282"/>
        </pc:sldMkLst>
        <pc:spChg chg="add mod">
          <ac:chgData name="池口晃太" userId="aaf7f548-d2e0-4c70-a7c2-2a19daa89cbd" providerId="ADAL" clId="{E00A540A-4AEA-43AE-9619-592028E1B4A9}" dt="2025-04-14T11:53:51.233" v="3493" actId="1076"/>
          <ac:spMkLst>
            <pc:docMk/>
            <pc:sldMk cId="872345764" sldId="282"/>
            <ac:spMk id="2" creationId="{3EEA3500-B719-3A01-AC43-2B9D87C3DA52}"/>
          </ac:spMkLst>
        </pc:spChg>
        <pc:spChg chg="add mod">
          <ac:chgData name="池口晃太" userId="aaf7f548-d2e0-4c70-a7c2-2a19daa89cbd" providerId="ADAL" clId="{E00A540A-4AEA-43AE-9619-592028E1B4A9}" dt="2025-04-15T07:28:01.926" v="10963" actId="20577"/>
          <ac:spMkLst>
            <pc:docMk/>
            <pc:sldMk cId="872345764" sldId="282"/>
            <ac:spMk id="3" creationId="{ED57BDEB-7AFA-39A5-A480-E0C920487C3E}"/>
          </ac:spMkLst>
        </pc:spChg>
        <pc:spChg chg="mod">
          <ac:chgData name="池口晃太" userId="aaf7f548-d2e0-4c70-a7c2-2a19daa89cbd" providerId="ADAL" clId="{E00A540A-4AEA-43AE-9619-592028E1B4A9}" dt="2025-04-14T21:30:30.048" v="8057" actId="207"/>
          <ac:spMkLst>
            <pc:docMk/>
            <pc:sldMk cId="872345764" sldId="282"/>
            <ac:spMk id="4" creationId="{8611DD65-C1E2-26EA-BA8E-792A9E4B164E}"/>
          </ac:spMkLst>
        </pc:spChg>
        <pc:spChg chg="add mod">
          <ac:chgData name="池口晃太" userId="aaf7f548-d2e0-4c70-a7c2-2a19daa89cbd" providerId="ADAL" clId="{E00A540A-4AEA-43AE-9619-592028E1B4A9}" dt="2025-04-15T07:29:07.004" v="10964" actId="255"/>
          <ac:spMkLst>
            <pc:docMk/>
            <pc:sldMk cId="872345764" sldId="282"/>
            <ac:spMk id="6" creationId="{A370740E-9BC5-B81D-5463-A788474CE11E}"/>
          </ac:spMkLst>
        </pc:spChg>
        <pc:spChg chg="add mod">
          <ac:chgData name="池口晃太" userId="aaf7f548-d2e0-4c70-a7c2-2a19daa89cbd" providerId="ADAL" clId="{E00A540A-4AEA-43AE-9619-592028E1B4A9}" dt="2025-04-14T11:45:23.294" v="3484" actId="20577"/>
          <ac:spMkLst>
            <pc:docMk/>
            <pc:sldMk cId="872345764" sldId="282"/>
            <ac:spMk id="7" creationId="{BAC15699-BE30-3A18-054D-B02ECD9BA224}"/>
          </ac:spMkLst>
        </pc:spChg>
        <pc:spChg chg="add mod">
          <ac:chgData name="池口晃太" userId="aaf7f548-d2e0-4c70-a7c2-2a19daa89cbd" providerId="ADAL" clId="{E00A540A-4AEA-43AE-9619-592028E1B4A9}" dt="2025-04-14T11:35:27.988" v="3310"/>
          <ac:spMkLst>
            <pc:docMk/>
            <pc:sldMk cId="872345764" sldId="282"/>
            <ac:spMk id="8" creationId="{E230F74A-937C-A3D5-4CBC-4F3974BAABDC}"/>
          </ac:spMkLst>
        </pc:spChg>
        <pc:spChg chg="add mod">
          <ac:chgData name="池口晃太" userId="aaf7f548-d2e0-4c70-a7c2-2a19daa89cbd" providerId="ADAL" clId="{E00A540A-4AEA-43AE-9619-592028E1B4A9}" dt="2025-04-14T16:18:23.454" v="6346" actId="1076"/>
          <ac:spMkLst>
            <pc:docMk/>
            <pc:sldMk cId="872345764" sldId="282"/>
            <ac:spMk id="9" creationId="{A2CC95A2-C84F-C876-0A7D-CF9349B01B9E}"/>
          </ac:spMkLst>
        </pc:spChg>
        <pc:spChg chg="mod">
          <ac:chgData name="池口晃太" userId="aaf7f548-d2e0-4c70-a7c2-2a19daa89cbd" providerId="ADAL" clId="{E00A540A-4AEA-43AE-9619-592028E1B4A9}" dt="2025-04-14T11:31:46.192" v="3088" actId="14100"/>
          <ac:spMkLst>
            <pc:docMk/>
            <pc:sldMk cId="872345764" sldId="282"/>
            <ac:spMk id="10" creationId="{E56DA383-0153-A46B-3450-93F0A77A8A13}"/>
          </ac:spMkLst>
        </pc:spChg>
        <pc:spChg chg="add mod">
          <ac:chgData name="池口晃太" userId="aaf7f548-d2e0-4c70-a7c2-2a19daa89cbd" providerId="ADAL" clId="{E00A540A-4AEA-43AE-9619-592028E1B4A9}" dt="2025-04-14T12:08:58.259" v="3768" actId="1076"/>
          <ac:spMkLst>
            <pc:docMk/>
            <pc:sldMk cId="872345764" sldId="282"/>
            <ac:spMk id="14" creationId="{62BBB0CE-FC91-ABD2-F238-78FA943E7894}"/>
          </ac:spMkLst>
        </pc:spChg>
        <pc:spChg chg="add mod ord">
          <ac:chgData name="池口晃太" userId="aaf7f548-d2e0-4c70-a7c2-2a19daa89cbd" providerId="ADAL" clId="{E00A540A-4AEA-43AE-9619-592028E1B4A9}" dt="2025-04-14T12:09:05.414" v="3770" actId="14100"/>
          <ac:spMkLst>
            <pc:docMk/>
            <pc:sldMk cId="872345764" sldId="282"/>
            <ac:spMk id="15" creationId="{1B257B3F-C00E-E84E-0443-7DA2FA4B5FA1}"/>
          </ac:spMkLst>
        </pc:spChg>
      </pc:sldChg>
      <pc:sldChg chg="addSp delSp modSp new del mod">
        <pc:chgData name="池口晃太" userId="aaf7f548-d2e0-4c70-a7c2-2a19daa89cbd" providerId="ADAL" clId="{E00A540A-4AEA-43AE-9619-592028E1B4A9}" dt="2025-04-14T15:43:47.395" v="5722" actId="47"/>
        <pc:sldMkLst>
          <pc:docMk/>
          <pc:sldMk cId="3376252978" sldId="283"/>
        </pc:sldMkLst>
        <pc:picChg chg="add del mod">
          <ac:chgData name="池口晃太" userId="aaf7f548-d2e0-4c70-a7c2-2a19daa89cbd" providerId="ADAL" clId="{E00A540A-4AEA-43AE-9619-592028E1B4A9}" dt="2025-04-14T15:00:40.375" v="4913" actId="478"/>
          <ac:picMkLst>
            <pc:docMk/>
            <pc:sldMk cId="3376252978" sldId="283"/>
            <ac:picMk id="99" creationId="{3CFA2D54-4FEA-F450-1251-AD5455CA481B}"/>
          </ac:picMkLst>
        </pc:picChg>
        <pc:picChg chg="add del mod">
          <ac:chgData name="池口晃太" userId="aaf7f548-d2e0-4c70-a7c2-2a19daa89cbd" providerId="ADAL" clId="{E00A540A-4AEA-43AE-9619-592028E1B4A9}" dt="2025-04-14T15:00:42.206" v="4915" actId="478"/>
          <ac:picMkLst>
            <pc:docMk/>
            <pc:sldMk cId="3376252978" sldId="283"/>
            <ac:picMk id="101" creationId="{2F37A5D1-7154-E064-4323-533154ADA1F0}"/>
          </ac:picMkLst>
        </pc:picChg>
      </pc:sldChg>
      <pc:sldChg chg="addSp delSp modSp add mod ord modNotesTx">
        <pc:chgData name="池口晃太" userId="aaf7f548-d2e0-4c70-a7c2-2a19daa89cbd" providerId="ADAL" clId="{E00A540A-4AEA-43AE-9619-592028E1B4A9}" dt="2025-04-15T09:00:26.387" v="12416" actId="20577"/>
        <pc:sldMkLst>
          <pc:docMk/>
          <pc:sldMk cId="2249912415" sldId="284"/>
        </pc:sldMkLst>
        <pc:spChg chg="del">
          <ac:chgData name="池口晃太" userId="aaf7f548-d2e0-4c70-a7c2-2a19daa89cbd" providerId="ADAL" clId="{E00A540A-4AEA-43AE-9619-592028E1B4A9}" dt="2025-04-14T15:00:59.467" v="4918" actId="478"/>
          <ac:spMkLst>
            <pc:docMk/>
            <pc:sldMk cId="2249912415" sldId="284"/>
            <ac:spMk id="3" creationId="{637F55BA-FF6C-0CB3-CC2C-8727AADC6820}"/>
          </ac:spMkLst>
        </pc:spChg>
        <pc:spChg chg="mod">
          <ac:chgData name="池口晃太" userId="aaf7f548-d2e0-4c70-a7c2-2a19daa89cbd" providerId="ADAL" clId="{E00A540A-4AEA-43AE-9619-592028E1B4A9}" dt="2025-04-14T16:04:11.259" v="6020" actId="255"/>
          <ac:spMkLst>
            <pc:docMk/>
            <pc:sldMk cId="2249912415" sldId="284"/>
            <ac:spMk id="4" creationId="{D8E8F053-29E1-8F23-01FE-DA8862BEAA92}"/>
          </ac:spMkLst>
        </pc:spChg>
        <pc:spChg chg="mod">
          <ac:chgData name="池口晃太" userId="aaf7f548-d2e0-4c70-a7c2-2a19daa89cbd" providerId="ADAL" clId="{E00A540A-4AEA-43AE-9619-592028E1B4A9}" dt="2025-04-14T15:01:48.211" v="5004"/>
          <ac:spMkLst>
            <pc:docMk/>
            <pc:sldMk cId="2249912415" sldId="284"/>
            <ac:spMk id="7" creationId="{7861F9E7-F610-1E85-3A03-C446E84A307A}"/>
          </ac:spMkLst>
        </pc:spChg>
        <pc:spChg chg="mod">
          <ac:chgData name="池口晃太" userId="aaf7f548-d2e0-4c70-a7c2-2a19daa89cbd" providerId="ADAL" clId="{E00A540A-4AEA-43AE-9619-592028E1B4A9}" dt="2025-04-14T15:01:48.211" v="5004"/>
          <ac:spMkLst>
            <pc:docMk/>
            <pc:sldMk cId="2249912415" sldId="284"/>
            <ac:spMk id="8" creationId="{703E9364-C995-83EB-AE5C-109555C00CE5}"/>
          </ac:spMkLst>
        </pc:spChg>
        <pc:spChg chg="mod">
          <ac:chgData name="池口晃太" userId="aaf7f548-d2e0-4c70-a7c2-2a19daa89cbd" providerId="ADAL" clId="{E00A540A-4AEA-43AE-9619-592028E1B4A9}" dt="2025-04-14T15:03:09.508" v="5038" actId="20577"/>
          <ac:spMkLst>
            <pc:docMk/>
            <pc:sldMk cId="2249912415" sldId="284"/>
            <ac:spMk id="10" creationId="{9761120B-78F9-35D2-709F-9A02AF24884E}"/>
          </ac:spMkLst>
        </pc:spChg>
        <pc:spChg chg="mod">
          <ac:chgData name="池口晃太" userId="aaf7f548-d2e0-4c70-a7c2-2a19daa89cbd" providerId="ADAL" clId="{E00A540A-4AEA-43AE-9619-592028E1B4A9}" dt="2025-04-14T15:03:15.059" v="5042" actId="20577"/>
          <ac:spMkLst>
            <pc:docMk/>
            <pc:sldMk cId="2249912415" sldId="284"/>
            <ac:spMk id="11" creationId="{51D6F528-8560-1751-1EB4-D7A9B95E5B38}"/>
          </ac:spMkLst>
        </pc:spChg>
        <pc:spChg chg="mod">
          <ac:chgData name="池口晃太" userId="aaf7f548-d2e0-4c70-a7c2-2a19daa89cbd" providerId="ADAL" clId="{E00A540A-4AEA-43AE-9619-592028E1B4A9}" dt="2025-04-14T15:03:17.432" v="5043" actId="20577"/>
          <ac:spMkLst>
            <pc:docMk/>
            <pc:sldMk cId="2249912415" sldId="284"/>
            <ac:spMk id="12" creationId="{46147CC5-E43D-ACE5-5247-E0364FF38509}"/>
          </ac:spMkLst>
        </pc:spChg>
        <pc:spChg chg="mod">
          <ac:chgData name="池口晃太" userId="aaf7f548-d2e0-4c70-a7c2-2a19daa89cbd" providerId="ADAL" clId="{E00A540A-4AEA-43AE-9619-592028E1B4A9}" dt="2025-04-14T15:03:32.430" v="5049" actId="1076"/>
          <ac:spMkLst>
            <pc:docMk/>
            <pc:sldMk cId="2249912415" sldId="284"/>
            <ac:spMk id="13" creationId="{717ACD89-EA8E-E8FE-7246-5FEEA686BA43}"/>
          </ac:spMkLst>
        </pc:spChg>
        <pc:spChg chg="mod">
          <ac:chgData name="池口晃太" userId="aaf7f548-d2e0-4c70-a7c2-2a19daa89cbd" providerId="ADAL" clId="{E00A540A-4AEA-43AE-9619-592028E1B4A9}" dt="2025-04-14T15:01:48.211" v="5004"/>
          <ac:spMkLst>
            <pc:docMk/>
            <pc:sldMk cId="2249912415" sldId="284"/>
            <ac:spMk id="14" creationId="{4868C19F-BC7C-A508-A062-34CFB5DFC831}"/>
          </ac:spMkLst>
        </pc:spChg>
        <pc:spChg chg="add del">
          <ac:chgData name="池口晃太" userId="aaf7f548-d2e0-4c70-a7c2-2a19daa89cbd" providerId="ADAL" clId="{E00A540A-4AEA-43AE-9619-592028E1B4A9}" dt="2025-04-14T15:02:51.908" v="5023" actId="478"/>
          <ac:spMkLst>
            <pc:docMk/>
            <pc:sldMk cId="2249912415" sldId="284"/>
            <ac:spMk id="21" creationId="{16DEDA0E-5F0E-BBFD-4EEB-DC423E294459}"/>
          </ac:spMkLst>
        </pc:spChg>
        <pc:spChg chg="add mod">
          <ac:chgData name="池口晃太" userId="aaf7f548-d2e0-4c70-a7c2-2a19daa89cbd" providerId="ADAL" clId="{E00A540A-4AEA-43AE-9619-592028E1B4A9}" dt="2025-04-14T15:02:50.209" v="5022" actId="14100"/>
          <ac:spMkLst>
            <pc:docMk/>
            <pc:sldMk cId="2249912415" sldId="284"/>
            <ac:spMk id="22" creationId="{E2B597FC-6D6E-C6F1-4B80-C86A0F07F112}"/>
          </ac:spMkLst>
        </pc:spChg>
        <pc:spChg chg="add mod">
          <ac:chgData name="池口晃太" userId="aaf7f548-d2e0-4c70-a7c2-2a19daa89cbd" providerId="ADAL" clId="{E00A540A-4AEA-43AE-9619-592028E1B4A9}" dt="2025-04-14T22:28:35.999" v="8687" actId="20577"/>
          <ac:spMkLst>
            <pc:docMk/>
            <pc:sldMk cId="2249912415" sldId="284"/>
            <ac:spMk id="23" creationId="{7300606A-103F-9DC1-5C01-7BCC239F9DA4}"/>
          </ac:spMkLst>
        </pc:spChg>
        <pc:spChg chg="add mod">
          <ac:chgData name="池口晃太" userId="aaf7f548-d2e0-4c70-a7c2-2a19daa89cbd" providerId="ADAL" clId="{E00A540A-4AEA-43AE-9619-592028E1B4A9}" dt="2025-04-14T15:09:09.872" v="5157" actId="1076"/>
          <ac:spMkLst>
            <pc:docMk/>
            <pc:sldMk cId="2249912415" sldId="284"/>
            <ac:spMk id="24" creationId="{16D47D36-5A87-DB42-6FE7-BEA5A5219E7E}"/>
          </ac:spMkLst>
        </pc:spChg>
        <pc:grpChg chg="mod">
          <ac:chgData name="池口晃太" userId="aaf7f548-d2e0-4c70-a7c2-2a19daa89cbd" providerId="ADAL" clId="{E00A540A-4AEA-43AE-9619-592028E1B4A9}" dt="2025-04-14T15:09:03.944" v="5155" actId="1076"/>
          <ac:grpSpMkLst>
            <pc:docMk/>
            <pc:sldMk cId="2249912415" sldId="284"/>
            <ac:grpSpMk id="2" creationId="{5549655B-FA79-2049-525B-92AD9D01D411}"/>
          </ac:grpSpMkLst>
        </pc:grpChg>
        <pc:picChg chg="mod">
          <ac:chgData name="池口晃太" userId="aaf7f548-d2e0-4c70-a7c2-2a19daa89cbd" providerId="ADAL" clId="{E00A540A-4AEA-43AE-9619-592028E1B4A9}" dt="2025-04-14T15:01:48.211" v="5004"/>
          <ac:picMkLst>
            <pc:docMk/>
            <pc:sldMk cId="2249912415" sldId="284"/>
            <ac:picMk id="15" creationId="{00E508FE-6CC1-B5BA-C3D7-ACD919DD1078}"/>
          </ac:picMkLst>
        </pc:picChg>
        <pc:picChg chg="mod">
          <ac:chgData name="池口晃太" userId="aaf7f548-d2e0-4c70-a7c2-2a19daa89cbd" providerId="ADAL" clId="{E00A540A-4AEA-43AE-9619-592028E1B4A9}" dt="2025-04-14T15:01:48.211" v="5004"/>
          <ac:picMkLst>
            <pc:docMk/>
            <pc:sldMk cId="2249912415" sldId="284"/>
            <ac:picMk id="16" creationId="{4EE48102-072B-2A7F-28A8-4B15393B3729}"/>
          </ac:picMkLst>
        </pc:picChg>
        <pc:picChg chg="mod">
          <ac:chgData name="池口晃太" userId="aaf7f548-d2e0-4c70-a7c2-2a19daa89cbd" providerId="ADAL" clId="{E00A540A-4AEA-43AE-9619-592028E1B4A9}" dt="2025-04-14T15:01:48.211" v="5004"/>
          <ac:picMkLst>
            <pc:docMk/>
            <pc:sldMk cId="2249912415" sldId="284"/>
            <ac:picMk id="17" creationId="{C513D303-9F93-DDB4-63C6-9F4E646FA5C6}"/>
          </ac:picMkLst>
        </pc:picChg>
      </pc:sldChg>
      <pc:sldChg chg="addSp delSp modSp add mod">
        <pc:chgData name="池口晃太" userId="aaf7f548-d2e0-4c70-a7c2-2a19daa89cbd" providerId="ADAL" clId="{E00A540A-4AEA-43AE-9619-592028E1B4A9}" dt="2025-04-14T16:04:19.022" v="6022" actId="20577"/>
        <pc:sldMkLst>
          <pc:docMk/>
          <pc:sldMk cId="966181683" sldId="285"/>
        </pc:sldMkLst>
        <pc:spChg chg="mod">
          <ac:chgData name="池口晃太" userId="aaf7f548-d2e0-4c70-a7c2-2a19daa89cbd" providerId="ADAL" clId="{E00A540A-4AEA-43AE-9619-592028E1B4A9}" dt="2025-04-14T16:04:19.022" v="6022" actId="20577"/>
          <ac:spMkLst>
            <pc:docMk/>
            <pc:sldMk cId="966181683" sldId="285"/>
            <ac:spMk id="4" creationId="{AB60C47F-14A4-67D7-EF1B-44EB9F1051AC}"/>
          </ac:spMkLst>
        </pc:spChg>
        <pc:spChg chg="mod">
          <ac:chgData name="池口晃太" userId="aaf7f548-d2e0-4c70-a7c2-2a19daa89cbd" providerId="ADAL" clId="{E00A540A-4AEA-43AE-9619-592028E1B4A9}" dt="2025-04-14T15:54:54.678" v="5898"/>
          <ac:spMkLst>
            <pc:docMk/>
            <pc:sldMk cId="966181683" sldId="285"/>
            <ac:spMk id="20" creationId="{F6EBBC68-4AB1-BCE1-70CC-C6B6A81EE5AC}"/>
          </ac:spMkLst>
        </pc:spChg>
        <pc:spChg chg="mod">
          <ac:chgData name="池口晃太" userId="aaf7f548-d2e0-4c70-a7c2-2a19daa89cbd" providerId="ADAL" clId="{E00A540A-4AEA-43AE-9619-592028E1B4A9}" dt="2025-04-14T15:54:54.678" v="5898"/>
          <ac:spMkLst>
            <pc:docMk/>
            <pc:sldMk cId="966181683" sldId="285"/>
            <ac:spMk id="21" creationId="{1A6EA92B-77A8-501A-52A6-B12BE4C52B8B}"/>
          </ac:spMkLst>
        </pc:spChg>
        <pc:spChg chg="del mod">
          <ac:chgData name="池口晃太" userId="aaf7f548-d2e0-4c70-a7c2-2a19daa89cbd" providerId="ADAL" clId="{E00A540A-4AEA-43AE-9619-592028E1B4A9}" dt="2025-04-14T15:54:53.846" v="5897" actId="478"/>
          <ac:spMkLst>
            <pc:docMk/>
            <pc:sldMk cId="966181683" sldId="285"/>
            <ac:spMk id="22" creationId="{E3E8E9B9-E1FD-4657-C6A3-858C63697A1B}"/>
          </ac:spMkLst>
        </pc:spChg>
        <pc:spChg chg="del mod">
          <ac:chgData name="池口晃太" userId="aaf7f548-d2e0-4c70-a7c2-2a19daa89cbd" providerId="ADAL" clId="{E00A540A-4AEA-43AE-9619-592028E1B4A9}" dt="2025-04-14T15:54:52.632" v="5896" actId="478"/>
          <ac:spMkLst>
            <pc:docMk/>
            <pc:sldMk cId="966181683" sldId="285"/>
            <ac:spMk id="23" creationId="{9C796B72-87EC-4D8F-0F05-A2973FFD9F31}"/>
          </ac:spMkLst>
        </pc:spChg>
        <pc:spChg chg="del mod">
          <ac:chgData name="池口晃太" userId="aaf7f548-d2e0-4c70-a7c2-2a19daa89cbd" providerId="ADAL" clId="{E00A540A-4AEA-43AE-9619-592028E1B4A9}" dt="2025-04-14T15:54:51.364" v="5895" actId="478"/>
          <ac:spMkLst>
            <pc:docMk/>
            <pc:sldMk cId="966181683" sldId="285"/>
            <ac:spMk id="24" creationId="{219A2B52-F20A-1A94-BD5B-90620A832B6B}"/>
          </ac:spMkLst>
        </pc:spChg>
        <pc:spChg chg="mod">
          <ac:chgData name="池口晃太" userId="aaf7f548-d2e0-4c70-a7c2-2a19daa89cbd" providerId="ADAL" clId="{E00A540A-4AEA-43AE-9619-592028E1B4A9}" dt="2025-04-14T15:54:54.678" v="5898"/>
          <ac:spMkLst>
            <pc:docMk/>
            <pc:sldMk cId="966181683" sldId="285"/>
            <ac:spMk id="27" creationId="{5799CAC1-6A20-BA85-279C-CBCD561D8388}"/>
          </ac:spMkLst>
        </pc:spChg>
        <pc:spChg chg="mod">
          <ac:chgData name="池口晃太" userId="aaf7f548-d2e0-4c70-a7c2-2a19daa89cbd" providerId="ADAL" clId="{E00A540A-4AEA-43AE-9619-592028E1B4A9}" dt="2025-04-14T15:54:54.678" v="5898"/>
          <ac:spMkLst>
            <pc:docMk/>
            <pc:sldMk cId="966181683" sldId="285"/>
            <ac:spMk id="28" creationId="{D84ADDD3-DB45-BD73-014B-C3F0D69F5753}"/>
          </ac:spMkLst>
        </pc:spChg>
        <pc:spChg chg="mod">
          <ac:chgData name="池口晃太" userId="aaf7f548-d2e0-4c70-a7c2-2a19daa89cbd" providerId="ADAL" clId="{E00A540A-4AEA-43AE-9619-592028E1B4A9}" dt="2025-04-14T15:54:54.678" v="5898"/>
          <ac:spMkLst>
            <pc:docMk/>
            <pc:sldMk cId="966181683" sldId="285"/>
            <ac:spMk id="34" creationId="{B60290EF-1298-4A49-98A4-7D3A992502E4}"/>
          </ac:spMkLst>
        </pc:spChg>
        <pc:spChg chg="mod">
          <ac:chgData name="池口晃太" userId="aaf7f548-d2e0-4c70-a7c2-2a19daa89cbd" providerId="ADAL" clId="{E00A540A-4AEA-43AE-9619-592028E1B4A9}" dt="2025-04-14T15:54:54.678" v="5898"/>
          <ac:spMkLst>
            <pc:docMk/>
            <pc:sldMk cId="966181683" sldId="285"/>
            <ac:spMk id="36" creationId="{76E19DEF-5174-FAA7-D6CD-8823D440AD8B}"/>
          </ac:spMkLst>
        </pc:spChg>
        <pc:spChg chg="add mod">
          <ac:chgData name="池口晃太" userId="aaf7f548-d2e0-4c70-a7c2-2a19daa89cbd" providerId="ADAL" clId="{E00A540A-4AEA-43AE-9619-592028E1B4A9}" dt="2025-04-14T15:54:54.678" v="5898"/>
          <ac:spMkLst>
            <pc:docMk/>
            <pc:sldMk cId="966181683" sldId="285"/>
            <ac:spMk id="37" creationId="{0C9303C9-11D1-80D4-FFA7-D211EC24D4F9}"/>
          </ac:spMkLst>
        </pc:spChg>
        <pc:spChg chg="mod">
          <ac:chgData name="池口晃太" userId="aaf7f548-d2e0-4c70-a7c2-2a19daa89cbd" providerId="ADAL" clId="{E00A540A-4AEA-43AE-9619-592028E1B4A9}" dt="2025-04-14T15:54:54.678" v="5898"/>
          <ac:spMkLst>
            <pc:docMk/>
            <pc:sldMk cId="966181683" sldId="285"/>
            <ac:spMk id="39" creationId="{08CD80E3-A298-EB45-E6CB-2D7C4CE291E1}"/>
          </ac:spMkLst>
        </pc:spChg>
        <pc:spChg chg="mod">
          <ac:chgData name="池口晃太" userId="aaf7f548-d2e0-4c70-a7c2-2a19daa89cbd" providerId="ADAL" clId="{E00A540A-4AEA-43AE-9619-592028E1B4A9}" dt="2025-04-14T15:54:54.678" v="5898"/>
          <ac:spMkLst>
            <pc:docMk/>
            <pc:sldMk cId="966181683" sldId="285"/>
            <ac:spMk id="40" creationId="{C179679E-504A-DEB0-6C70-52C844BDC833}"/>
          </ac:spMkLst>
        </pc:spChg>
        <pc:spChg chg="add mod">
          <ac:chgData name="池口晃太" userId="aaf7f548-d2e0-4c70-a7c2-2a19daa89cbd" providerId="ADAL" clId="{E00A540A-4AEA-43AE-9619-592028E1B4A9}" dt="2025-04-14T15:54:54.678" v="5898"/>
          <ac:spMkLst>
            <pc:docMk/>
            <pc:sldMk cId="966181683" sldId="285"/>
            <ac:spMk id="41" creationId="{D5EB5F17-8A09-2825-E9F5-152CB1020546}"/>
          </ac:spMkLst>
        </pc:spChg>
        <pc:grpChg chg="del">
          <ac:chgData name="池口晃太" userId="aaf7f548-d2e0-4c70-a7c2-2a19daa89cbd" providerId="ADAL" clId="{E00A540A-4AEA-43AE-9619-592028E1B4A9}" dt="2025-04-14T15:11:26.752" v="5216" actId="478"/>
          <ac:grpSpMkLst>
            <pc:docMk/>
            <pc:sldMk cId="966181683" sldId="285"/>
            <ac:grpSpMk id="2" creationId="{84CA3A31-192F-9C38-C252-C7D9CAFCF31C}"/>
          </ac:grpSpMkLst>
        </pc:grpChg>
      </pc:sldChg>
      <pc:sldChg chg="addSp delSp modSp add mod modNotesTx">
        <pc:chgData name="池口晃太" userId="aaf7f548-d2e0-4c70-a7c2-2a19daa89cbd" providerId="ADAL" clId="{E00A540A-4AEA-43AE-9619-592028E1B4A9}" dt="2025-04-15T08:04:37.290" v="11390"/>
        <pc:sldMkLst>
          <pc:docMk/>
          <pc:sldMk cId="1276396297" sldId="286"/>
        </pc:sldMkLst>
        <pc:spChg chg="add mod">
          <ac:chgData name="池口晃太" userId="aaf7f548-d2e0-4c70-a7c2-2a19daa89cbd" providerId="ADAL" clId="{E00A540A-4AEA-43AE-9619-592028E1B4A9}" dt="2025-04-14T16:03:32.063" v="5994" actId="1076"/>
          <ac:spMkLst>
            <pc:docMk/>
            <pc:sldMk cId="1276396297" sldId="286"/>
            <ac:spMk id="2" creationId="{000F1BFA-5488-3C90-FBCF-A7D003791985}"/>
          </ac:spMkLst>
        </pc:spChg>
        <pc:spChg chg="add mod">
          <ac:chgData name="池口晃太" userId="aaf7f548-d2e0-4c70-a7c2-2a19daa89cbd" providerId="ADAL" clId="{E00A540A-4AEA-43AE-9619-592028E1B4A9}" dt="2025-04-15T07:22:35.024" v="10912" actId="20577"/>
          <ac:spMkLst>
            <pc:docMk/>
            <pc:sldMk cId="1276396297" sldId="286"/>
            <ac:spMk id="3" creationId="{32B9C44B-7F32-8C7A-F0D5-A72472907E4C}"/>
          </ac:spMkLst>
        </pc:spChg>
        <pc:spChg chg="mod">
          <ac:chgData name="池口晃太" userId="aaf7f548-d2e0-4c70-a7c2-2a19daa89cbd" providerId="ADAL" clId="{E00A540A-4AEA-43AE-9619-592028E1B4A9}" dt="2025-04-14T16:04:32.018" v="6024" actId="255"/>
          <ac:spMkLst>
            <pc:docMk/>
            <pc:sldMk cId="1276396297" sldId="286"/>
            <ac:spMk id="4" creationId="{4D97661A-913E-883F-6CC0-962DDFCBB33C}"/>
          </ac:spMkLst>
        </pc:spChg>
        <pc:spChg chg="add mod">
          <ac:chgData name="池口晃太" userId="aaf7f548-d2e0-4c70-a7c2-2a19daa89cbd" providerId="ADAL" clId="{E00A540A-4AEA-43AE-9619-592028E1B4A9}" dt="2025-04-14T16:03:39.054" v="5996" actId="1076"/>
          <ac:spMkLst>
            <pc:docMk/>
            <pc:sldMk cId="1276396297" sldId="286"/>
            <ac:spMk id="6" creationId="{DE003A4A-AB2B-C45D-A4E0-FF59C5DDDDF0}"/>
          </ac:spMkLst>
        </pc:spChg>
        <pc:spChg chg="add mod">
          <ac:chgData name="池口晃太" userId="aaf7f548-d2e0-4c70-a7c2-2a19daa89cbd" providerId="ADAL" clId="{E00A540A-4AEA-43AE-9619-592028E1B4A9}" dt="2025-04-15T07:23:19.492" v="10924" actId="20577"/>
          <ac:spMkLst>
            <pc:docMk/>
            <pc:sldMk cId="1276396297" sldId="286"/>
            <ac:spMk id="7" creationId="{970D4AEA-7F16-A708-8978-34FEC4769106}"/>
          </ac:spMkLst>
        </pc:spChg>
        <pc:spChg chg="mod">
          <ac:chgData name="池口晃太" userId="aaf7f548-d2e0-4c70-a7c2-2a19daa89cbd" providerId="ADAL" clId="{E00A540A-4AEA-43AE-9619-592028E1B4A9}" dt="2025-04-15T07:23:14.784" v="10922" actId="20577"/>
          <ac:spMkLst>
            <pc:docMk/>
            <pc:sldMk cId="1276396297" sldId="286"/>
            <ac:spMk id="12" creationId="{DD608699-58A3-A8CB-4DAA-BDAAE6956DEF}"/>
          </ac:spMkLst>
        </pc:spChg>
        <pc:spChg chg="mod">
          <ac:chgData name="池口晃太" userId="aaf7f548-d2e0-4c70-a7c2-2a19daa89cbd" providerId="ADAL" clId="{E00A540A-4AEA-43AE-9619-592028E1B4A9}" dt="2025-04-14T16:03:15.835" v="5990"/>
          <ac:spMkLst>
            <pc:docMk/>
            <pc:sldMk cId="1276396297" sldId="286"/>
            <ac:spMk id="13" creationId="{C87B8D48-19EF-98C9-D058-0DB1D596C8BC}"/>
          </ac:spMkLst>
        </pc:spChg>
        <pc:spChg chg="mod">
          <ac:chgData name="池口晃太" userId="aaf7f548-d2e0-4c70-a7c2-2a19daa89cbd" providerId="ADAL" clId="{E00A540A-4AEA-43AE-9619-592028E1B4A9}" dt="2025-04-15T07:23:13.227" v="10920" actId="20577"/>
          <ac:spMkLst>
            <pc:docMk/>
            <pc:sldMk cId="1276396297" sldId="286"/>
            <ac:spMk id="14" creationId="{ADB7FAA7-3A0E-FA9B-79C2-2C813F1A77AF}"/>
          </ac:spMkLst>
        </pc:spChg>
        <pc:spChg chg="mod">
          <ac:chgData name="池口晃太" userId="aaf7f548-d2e0-4c70-a7c2-2a19daa89cbd" providerId="ADAL" clId="{E00A540A-4AEA-43AE-9619-592028E1B4A9}" dt="2025-04-14T16:03:15.835" v="5990"/>
          <ac:spMkLst>
            <pc:docMk/>
            <pc:sldMk cId="1276396297" sldId="286"/>
            <ac:spMk id="15" creationId="{AEB5C9D8-5859-872E-4771-214B0CC43D26}"/>
          </ac:spMkLst>
        </pc:spChg>
        <pc:spChg chg="del mod">
          <ac:chgData name="池口晃太" userId="aaf7f548-d2e0-4c70-a7c2-2a19daa89cbd" providerId="ADAL" clId="{E00A540A-4AEA-43AE-9619-592028E1B4A9}" dt="2025-04-14T16:02:08.173" v="5968" actId="478"/>
          <ac:spMkLst>
            <pc:docMk/>
            <pc:sldMk cId="1276396297" sldId="286"/>
            <ac:spMk id="22" creationId="{20AE7B83-1B8C-55F1-6A9D-4D04DA4DA33A}"/>
          </ac:spMkLst>
        </pc:spChg>
        <pc:spChg chg="del">
          <ac:chgData name="池口晃太" userId="aaf7f548-d2e0-4c70-a7c2-2a19daa89cbd" providerId="ADAL" clId="{E00A540A-4AEA-43AE-9619-592028E1B4A9}" dt="2025-04-14T16:02:06.208" v="5966" actId="478"/>
          <ac:spMkLst>
            <pc:docMk/>
            <pc:sldMk cId="1276396297" sldId="286"/>
            <ac:spMk id="23" creationId="{802A8205-9E27-BE98-CEBB-C18917ABE78A}"/>
          </ac:spMkLst>
        </pc:spChg>
        <pc:spChg chg="del">
          <ac:chgData name="池口晃太" userId="aaf7f548-d2e0-4c70-a7c2-2a19daa89cbd" providerId="ADAL" clId="{E00A540A-4AEA-43AE-9619-592028E1B4A9}" dt="2025-04-14T16:02:05.343" v="5965" actId="478"/>
          <ac:spMkLst>
            <pc:docMk/>
            <pc:sldMk cId="1276396297" sldId="286"/>
            <ac:spMk id="24" creationId="{A1E2EA2E-917E-453D-ED0C-914AC15BA03C}"/>
          </ac:spMkLst>
        </pc:spChg>
        <pc:grpChg chg="add mod">
          <ac:chgData name="池口晃太" userId="aaf7f548-d2e0-4c70-a7c2-2a19daa89cbd" providerId="ADAL" clId="{E00A540A-4AEA-43AE-9619-592028E1B4A9}" dt="2025-04-14T16:03:19.054" v="5991" actId="1076"/>
          <ac:grpSpMkLst>
            <pc:docMk/>
            <pc:sldMk cId="1276396297" sldId="286"/>
            <ac:grpSpMk id="9" creationId="{FBA83026-C59F-E974-30B1-A75367BCDFF2}"/>
          </ac:grpSpMkLst>
        </pc:grpChg>
        <pc:grpChg chg="mod">
          <ac:chgData name="池口晃太" userId="aaf7f548-d2e0-4c70-a7c2-2a19daa89cbd" providerId="ADAL" clId="{E00A540A-4AEA-43AE-9619-592028E1B4A9}" dt="2025-04-14T16:03:15.835" v="5990"/>
          <ac:grpSpMkLst>
            <pc:docMk/>
            <pc:sldMk cId="1276396297" sldId="286"/>
            <ac:grpSpMk id="11" creationId="{020E2482-E7CA-4402-EC13-63300DF30DB9}"/>
          </ac:grpSpMkLst>
        </pc:grpChg>
        <pc:picChg chg="add mod">
          <ac:chgData name="池口晃太" userId="aaf7f548-d2e0-4c70-a7c2-2a19daa89cbd" providerId="ADAL" clId="{E00A540A-4AEA-43AE-9619-592028E1B4A9}" dt="2025-04-14T16:02:38.122" v="5977"/>
          <ac:picMkLst>
            <pc:docMk/>
            <pc:sldMk cId="1276396297" sldId="286"/>
            <ac:picMk id="8" creationId="{E452597C-C4FC-2C65-FC19-5EC7D9E9AB72}"/>
          </ac:picMkLst>
        </pc:picChg>
        <pc:picChg chg="mod">
          <ac:chgData name="池口晃太" userId="aaf7f548-d2e0-4c70-a7c2-2a19daa89cbd" providerId="ADAL" clId="{E00A540A-4AEA-43AE-9619-592028E1B4A9}" dt="2025-04-14T16:03:15.835" v="5990"/>
          <ac:picMkLst>
            <pc:docMk/>
            <pc:sldMk cId="1276396297" sldId="286"/>
            <ac:picMk id="16" creationId="{FB3963FB-9222-0CE0-6ACB-03880AE9BC1C}"/>
          </ac:picMkLst>
        </pc:picChg>
        <pc:picChg chg="mod">
          <ac:chgData name="池口晃太" userId="aaf7f548-d2e0-4c70-a7c2-2a19daa89cbd" providerId="ADAL" clId="{E00A540A-4AEA-43AE-9619-592028E1B4A9}" dt="2025-04-14T16:03:15.835" v="5990"/>
          <ac:picMkLst>
            <pc:docMk/>
            <pc:sldMk cId="1276396297" sldId="286"/>
            <ac:picMk id="17" creationId="{EFC67537-76B6-926E-18D5-43AB3B2197FE}"/>
          </ac:picMkLst>
        </pc:picChg>
        <pc:picChg chg="mod">
          <ac:chgData name="池口晃太" userId="aaf7f548-d2e0-4c70-a7c2-2a19daa89cbd" providerId="ADAL" clId="{E00A540A-4AEA-43AE-9619-592028E1B4A9}" dt="2025-04-14T16:03:15.835" v="5990"/>
          <ac:picMkLst>
            <pc:docMk/>
            <pc:sldMk cId="1276396297" sldId="286"/>
            <ac:picMk id="18" creationId="{68CAE025-2B2A-5960-6E30-14B8FD8FAE94}"/>
          </ac:picMkLst>
        </pc:picChg>
        <pc:picChg chg="mod">
          <ac:chgData name="池口晃太" userId="aaf7f548-d2e0-4c70-a7c2-2a19daa89cbd" providerId="ADAL" clId="{E00A540A-4AEA-43AE-9619-592028E1B4A9}" dt="2025-04-14T16:03:15.835" v="5990"/>
          <ac:picMkLst>
            <pc:docMk/>
            <pc:sldMk cId="1276396297" sldId="286"/>
            <ac:picMk id="19" creationId="{A2B6486F-49C3-B116-99B0-EBE3B4739992}"/>
          </ac:picMkLst>
        </pc:picChg>
      </pc:sldChg>
      <pc:sldChg chg="addSp delSp modSp add mod">
        <pc:chgData name="池口晃太" userId="aaf7f548-d2e0-4c70-a7c2-2a19daa89cbd" providerId="ADAL" clId="{E00A540A-4AEA-43AE-9619-592028E1B4A9}" dt="2025-04-14T16:04:25.660" v="6023" actId="255"/>
        <pc:sldMkLst>
          <pc:docMk/>
          <pc:sldMk cId="3469919225" sldId="287"/>
        </pc:sldMkLst>
        <pc:spChg chg="add mod">
          <ac:chgData name="池口晃太" userId="aaf7f548-d2e0-4c70-a7c2-2a19daa89cbd" providerId="ADAL" clId="{E00A540A-4AEA-43AE-9619-592028E1B4A9}" dt="2025-04-14T15:55:26.456" v="5904" actId="1076"/>
          <ac:spMkLst>
            <pc:docMk/>
            <pc:sldMk cId="3469919225" sldId="287"/>
            <ac:spMk id="2" creationId="{B2A6F2B3-EBB8-B42F-6F0C-E95529E10AF7}"/>
          </ac:spMkLst>
        </pc:spChg>
        <pc:spChg chg="mod">
          <ac:chgData name="池口晃太" userId="aaf7f548-d2e0-4c70-a7c2-2a19daa89cbd" providerId="ADAL" clId="{E00A540A-4AEA-43AE-9619-592028E1B4A9}" dt="2025-04-14T16:04:25.660" v="6023" actId="255"/>
          <ac:spMkLst>
            <pc:docMk/>
            <pc:sldMk cId="3469919225" sldId="287"/>
            <ac:spMk id="4" creationId="{D359A68B-1E16-5A9F-7ACE-9043F752BB8D}"/>
          </ac:spMkLst>
        </pc:spChg>
        <pc:spChg chg="add mod">
          <ac:chgData name="池口晃太" userId="aaf7f548-d2e0-4c70-a7c2-2a19daa89cbd" providerId="ADAL" clId="{E00A540A-4AEA-43AE-9619-592028E1B4A9}" dt="2025-04-14T15:55:21.218" v="5903" actId="1076"/>
          <ac:spMkLst>
            <pc:docMk/>
            <pc:sldMk cId="3469919225" sldId="287"/>
            <ac:spMk id="13" creationId="{BEA1CA31-1B40-836E-21DA-95C80B62EC22}"/>
          </ac:spMkLst>
        </pc:spChg>
        <pc:spChg chg="add mod">
          <ac:chgData name="池口晃太" userId="aaf7f548-d2e0-4c70-a7c2-2a19daa89cbd" providerId="ADAL" clId="{E00A540A-4AEA-43AE-9619-592028E1B4A9}" dt="2025-04-14T15:55:21.218" v="5903" actId="1076"/>
          <ac:spMkLst>
            <pc:docMk/>
            <pc:sldMk cId="3469919225" sldId="287"/>
            <ac:spMk id="14" creationId="{E417C31C-ABD0-5DE8-32F7-B583C4A48E2A}"/>
          </ac:spMkLst>
        </pc:spChg>
        <pc:spChg chg="add mod">
          <ac:chgData name="池口晃太" userId="aaf7f548-d2e0-4c70-a7c2-2a19daa89cbd" providerId="ADAL" clId="{E00A540A-4AEA-43AE-9619-592028E1B4A9}" dt="2025-04-14T15:55:21.218" v="5903" actId="1076"/>
          <ac:spMkLst>
            <pc:docMk/>
            <pc:sldMk cId="3469919225" sldId="287"/>
            <ac:spMk id="16" creationId="{A35061F3-31B5-5AD3-3EE9-B504561F558C}"/>
          </ac:spMkLst>
        </pc:spChg>
        <pc:spChg chg="add mod">
          <ac:chgData name="池口晃太" userId="aaf7f548-d2e0-4c70-a7c2-2a19daa89cbd" providerId="ADAL" clId="{E00A540A-4AEA-43AE-9619-592028E1B4A9}" dt="2025-04-14T15:55:21.218" v="5903" actId="1076"/>
          <ac:spMkLst>
            <pc:docMk/>
            <pc:sldMk cId="3469919225" sldId="287"/>
            <ac:spMk id="17" creationId="{123BBC70-8185-2EB4-2EFC-9A2B90734F75}"/>
          </ac:spMkLst>
        </pc:spChg>
        <pc:spChg chg="add mod">
          <ac:chgData name="池口晃太" userId="aaf7f548-d2e0-4c70-a7c2-2a19daa89cbd" providerId="ADAL" clId="{E00A540A-4AEA-43AE-9619-592028E1B4A9}" dt="2025-04-14T15:55:21.218" v="5903" actId="1076"/>
          <ac:spMkLst>
            <pc:docMk/>
            <pc:sldMk cId="3469919225" sldId="287"/>
            <ac:spMk id="18" creationId="{C8317474-4D0F-7827-3DBE-6F956F68954B}"/>
          </ac:spMkLst>
        </pc:spChg>
        <pc:spChg chg="add mod">
          <ac:chgData name="池口晃太" userId="aaf7f548-d2e0-4c70-a7c2-2a19daa89cbd" providerId="ADAL" clId="{E00A540A-4AEA-43AE-9619-592028E1B4A9}" dt="2025-04-14T15:55:21.218" v="5903" actId="1076"/>
          <ac:spMkLst>
            <pc:docMk/>
            <pc:sldMk cId="3469919225" sldId="287"/>
            <ac:spMk id="19" creationId="{AEBE0319-1E61-2739-0399-FE6D3924891B}"/>
          </ac:spMkLst>
        </pc:spChg>
        <pc:spChg chg="add mod">
          <ac:chgData name="池口晃太" userId="aaf7f548-d2e0-4c70-a7c2-2a19daa89cbd" providerId="ADAL" clId="{E00A540A-4AEA-43AE-9619-592028E1B4A9}" dt="2025-04-14T15:55:21.218" v="5903" actId="1076"/>
          <ac:spMkLst>
            <pc:docMk/>
            <pc:sldMk cId="3469919225" sldId="287"/>
            <ac:spMk id="21" creationId="{EADBDD64-6152-EDC1-1F71-1E560F04C6F3}"/>
          </ac:spMkLst>
        </pc:spChg>
        <pc:spChg chg="del">
          <ac:chgData name="池口晃太" userId="aaf7f548-d2e0-4c70-a7c2-2a19daa89cbd" providerId="ADAL" clId="{E00A540A-4AEA-43AE-9619-592028E1B4A9}" dt="2025-04-14T15:54:59.686" v="5899" actId="478"/>
          <ac:spMkLst>
            <pc:docMk/>
            <pc:sldMk cId="3469919225" sldId="287"/>
            <ac:spMk id="22" creationId="{0BF44723-0106-C963-2453-E56518ECFD6E}"/>
          </ac:spMkLst>
        </pc:spChg>
        <pc:spChg chg="del">
          <ac:chgData name="池口晃太" userId="aaf7f548-d2e0-4c70-a7c2-2a19daa89cbd" providerId="ADAL" clId="{E00A540A-4AEA-43AE-9619-592028E1B4A9}" dt="2025-04-14T15:55:01.324" v="5900" actId="478"/>
          <ac:spMkLst>
            <pc:docMk/>
            <pc:sldMk cId="3469919225" sldId="287"/>
            <ac:spMk id="23" creationId="{20D4D4B5-707A-EFA8-CBAD-C6D2327EB0C1}"/>
          </ac:spMkLst>
        </pc:spChg>
        <pc:spChg chg="del">
          <ac:chgData name="池口晃太" userId="aaf7f548-d2e0-4c70-a7c2-2a19daa89cbd" providerId="ADAL" clId="{E00A540A-4AEA-43AE-9619-592028E1B4A9}" dt="2025-04-14T15:55:02.381" v="5901" actId="478"/>
          <ac:spMkLst>
            <pc:docMk/>
            <pc:sldMk cId="3469919225" sldId="287"/>
            <ac:spMk id="24" creationId="{11396E8F-7CD4-F1DC-B8EC-3A35B8A48D9A}"/>
          </ac:spMkLst>
        </pc:spChg>
        <pc:spChg chg="add mod">
          <ac:chgData name="池口晃太" userId="aaf7f548-d2e0-4c70-a7c2-2a19daa89cbd" providerId="ADAL" clId="{E00A540A-4AEA-43AE-9619-592028E1B4A9}" dt="2025-04-14T15:55:21.218" v="5903" actId="1076"/>
          <ac:spMkLst>
            <pc:docMk/>
            <pc:sldMk cId="3469919225" sldId="287"/>
            <ac:spMk id="27" creationId="{02AE5DA7-953B-5128-6AB1-F19291D1161A}"/>
          </ac:spMkLst>
        </pc:spChg>
        <pc:spChg chg="add mod">
          <ac:chgData name="池口晃太" userId="aaf7f548-d2e0-4c70-a7c2-2a19daa89cbd" providerId="ADAL" clId="{E00A540A-4AEA-43AE-9619-592028E1B4A9}" dt="2025-04-14T15:55:21.218" v="5903" actId="1076"/>
          <ac:spMkLst>
            <pc:docMk/>
            <pc:sldMk cId="3469919225" sldId="287"/>
            <ac:spMk id="28" creationId="{0E18CF26-4442-AF55-1D50-D43F9343FE84}"/>
          </ac:spMkLst>
        </pc:spChg>
      </pc:sldChg>
      <pc:sldChg chg="addSp modSp add mod">
        <pc:chgData name="池口晃太" userId="aaf7f548-d2e0-4c70-a7c2-2a19daa89cbd" providerId="ADAL" clId="{E00A540A-4AEA-43AE-9619-592028E1B4A9}" dt="2025-04-15T07:32:44.141" v="11048"/>
        <pc:sldMkLst>
          <pc:docMk/>
          <pc:sldMk cId="270863938" sldId="288"/>
        </pc:sldMkLst>
        <pc:spChg chg="mod">
          <ac:chgData name="池口晃太" userId="aaf7f548-d2e0-4c70-a7c2-2a19daa89cbd" providerId="ADAL" clId="{E00A540A-4AEA-43AE-9619-592028E1B4A9}" dt="2025-04-15T07:31:12.884" v="11016" actId="14100"/>
          <ac:spMkLst>
            <pc:docMk/>
            <pc:sldMk cId="270863938" sldId="288"/>
            <ac:spMk id="2" creationId="{A5E26B08-FB38-6D50-C990-3C1D57196943}"/>
          </ac:spMkLst>
        </pc:spChg>
        <pc:spChg chg="add mod">
          <ac:chgData name="池口晃太" userId="aaf7f548-d2e0-4c70-a7c2-2a19daa89cbd" providerId="ADAL" clId="{E00A540A-4AEA-43AE-9619-592028E1B4A9}" dt="2025-04-15T07:32:44.141" v="11048"/>
          <ac:spMkLst>
            <pc:docMk/>
            <pc:sldMk cId="270863938" sldId="288"/>
            <ac:spMk id="3" creationId="{F98E93CD-965A-17C7-C9D8-F802BDA1317C}"/>
          </ac:spMkLst>
        </pc:spChg>
        <pc:spChg chg="mod">
          <ac:chgData name="池口晃太" userId="aaf7f548-d2e0-4c70-a7c2-2a19daa89cbd" providerId="ADAL" clId="{E00A540A-4AEA-43AE-9619-592028E1B4A9}" dt="2025-04-15T07:30:59.098" v="11006" actId="20577"/>
          <ac:spMkLst>
            <pc:docMk/>
            <pc:sldMk cId="270863938" sldId="288"/>
            <ac:spMk id="4" creationId="{7321C005-5321-DA60-DC9E-59D459691866}"/>
          </ac:spMkLst>
        </pc:spChg>
      </pc:sldChg>
      <pc:sldChg chg="addSp delSp modSp add mod ord modNotesTx">
        <pc:chgData name="池口晃太" userId="aaf7f548-d2e0-4c70-a7c2-2a19daa89cbd" providerId="ADAL" clId="{E00A540A-4AEA-43AE-9619-592028E1B4A9}" dt="2025-04-15T08:42:45.322" v="12328"/>
        <pc:sldMkLst>
          <pc:docMk/>
          <pc:sldMk cId="3583035908" sldId="289"/>
        </pc:sldMkLst>
        <pc:spChg chg="mod">
          <ac:chgData name="池口晃太" userId="aaf7f548-d2e0-4c70-a7c2-2a19daa89cbd" providerId="ADAL" clId="{E00A540A-4AEA-43AE-9619-592028E1B4A9}" dt="2025-04-14T22:07:46.963" v="8453" actId="20577"/>
          <ac:spMkLst>
            <pc:docMk/>
            <pc:sldMk cId="3583035908" sldId="289"/>
            <ac:spMk id="2" creationId="{1CB27577-6A7F-5483-7156-917B6DB73922}"/>
          </ac:spMkLst>
        </pc:spChg>
        <pc:spChg chg="add mod">
          <ac:chgData name="池口晃太" userId="aaf7f548-d2e0-4c70-a7c2-2a19daa89cbd" providerId="ADAL" clId="{E00A540A-4AEA-43AE-9619-592028E1B4A9}" dt="2025-04-14T23:35:39.862" v="10066" actId="1076"/>
          <ac:spMkLst>
            <pc:docMk/>
            <pc:sldMk cId="3583035908" sldId="289"/>
            <ac:spMk id="3" creationId="{EA80AF11-4117-27E3-E00A-A5A58F713193}"/>
          </ac:spMkLst>
        </pc:spChg>
        <pc:spChg chg="mod">
          <ac:chgData name="池口晃太" userId="aaf7f548-d2e0-4c70-a7c2-2a19daa89cbd" providerId="ADAL" clId="{E00A540A-4AEA-43AE-9619-592028E1B4A9}" dt="2025-04-14T21:56:59.855" v="8427" actId="20577"/>
          <ac:spMkLst>
            <pc:docMk/>
            <pc:sldMk cId="3583035908" sldId="289"/>
            <ac:spMk id="4" creationId="{EA143EAA-2A76-BAD8-1E03-3D8935F3847C}"/>
          </ac:spMkLst>
        </pc:spChg>
        <pc:spChg chg="add del mod">
          <ac:chgData name="池口晃太" userId="aaf7f548-d2e0-4c70-a7c2-2a19daa89cbd" providerId="ADAL" clId="{E00A540A-4AEA-43AE-9619-592028E1B4A9}" dt="2025-04-14T22:10:15.653" v="8493"/>
          <ac:spMkLst>
            <pc:docMk/>
            <pc:sldMk cId="3583035908" sldId="289"/>
            <ac:spMk id="6" creationId="{7FA74EA2-6976-33C1-6E16-D2C908F92A2D}"/>
          </ac:spMkLst>
        </pc:spChg>
        <pc:spChg chg="add del mod">
          <ac:chgData name="池口晃太" userId="aaf7f548-d2e0-4c70-a7c2-2a19daa89cbd" providerId="ADAL" clId="{E00A540A-4AEA-43AE-9619-592028E1B4A9}" dt="2025-04-14T22:10:15.652" v="8491" actId="478"/>
          <ac:spMkLst>
            <pc:docMk/>
            <pc:sldMk cId="3583035908" sldId="289"/>
            <ac:spMk id="7" creationId="{EA3767FA-D085-A0F1-C0A7-A6E8F4B8EC86}"/>
          </ac:spMkLst>
        </pc:spChg>
        <pc:spChg chg="add mod">
          <ac:chgData name="池口晃太" userId="aaf7f548-d2e0-4c70-a7c2-2a19daa89cbd" providerId="ADAL" clId="{E00A540A-4AEA-43AE-9619-592028E1B4A9}" dt="2025-04-14T23:33:52.694" v="10043" actId="1076"/>
          <ac:spMkLst>
            <pc:docMk/>
            <pc:sldMk cId="3583035908" sldId="289"/>
            <ac:spMk id="8" creationId="{EDA459B4-C35E-FB1D-101C-0D34301B29D7}"/>
          </ac:spMkLst>
        </pc:spChg>
        <pc:spChg chg="add mod">
          <ac:chgData name="池口晃太" userId="aaf7f548-d2e0-4c70-a7c2-2a19daa89cbd" providerId="ADAL" clId="{E00A540A-4AEA-43AE-9619-592028E1B4A9}" dt="2025-04-14T23:35:39.659" v="10065" actId="1076"/>
          <ac:spMkLst>
            <pc:docMk/>
            <pc:sldMk cId="3583035908" sldId="289"/>
            <ac:spMk id="10" creationId="{7478C88A-B1EE-5149-8F18-2114887BD6CF}"/>
          </ac:spMkLst>
        </pc:spChg>
        <pc:spChg chg="add mod">
          <ac:chgData name="池口晃太" userId="aaf7f548-d2e0-4c70-a7c2-2a19daa89cbd" providerId="ADAL" clId="{E00A540A-4AEA-43AE-9619-592028E1B4A9}" dt="2025-04-14T22:19:50.843" v="8630" actId="164"/>
          <ac:spMkLst>
            <pc:docMk/>
            <pc:sldMk cId="3583035908" sldId="289"/>
            <ac:spMk id="11" creationId="{669C44BC-0EDB-D587-3C9D-B720F4DF9B63}"/>
          </ac:spMkLst>
        </pc:spChg>
        <pc:spChg chg="add mod">
          <ac:chgData name="池口晃太" userId="aaf7f548-d2e0-4c70-a7c2-2a19daa89cbd" providerId="ADAL" clId="{E00A540A-4AEA-43AE-9619-592028E1B4A9}" dt="2025-04-14T22:19:50.843" v="8630" actId="164"/>
          <ac:spMkLst>
            <pc:docMk/>
            <pc:sldMk cId="3583035908" sldId="289"/>
            <ac:spMk id="12" creationId="{6A409CA1-237A-CBBC-9ABB-8496075B2D40}"/>
          </ac:spMkLst>
        </pc:spChg>
        <pc:spChg chg="add mod">
          <ac:chgData name="池口晃太" userId="aaf7f548-d2e0-4c70-a7c2-2a19daa89cbd" providerId="ADAL" clId="{E00A540A-4AEA-43AE-9619-592028E1B4A9}" dt="2025-04-14T22:19:50.843" v="8630" actId="164"/>
          <ac:spMkLst>
            <pc:docMk/>
            <pc:sldMk cId="3583035908" sldId="289"/>
            <ac:spMk id="13" creationId="{861CDEA4-079E-D1E4-8588-83ABBA86A5AE}"/>
          </ac:spMkLst>
        </pc:spChg>
        <pc:spChg chg="add mod">
          <ac:chgData name="池口晃太" userId="aaf7f548-d2e0-4c70-a7c2-2a19daa89cbd" providerId="ADAL" clId="{E00A540A-4AEA-43AE-9619-592028E1B4A9}" dt="2025-04-14T22:19:50.843" v="8630" actId="164"/>
          <ac:spMkLst>
            <pc:docMk/>
            <pc:sldMk cId="3583035908" sldId="289"/>
            <ac:spMk id="14" creationId="{6C9D84CD-30A5-165B-3211-48D145318952}"/>
          </ac:spMkLst>
        </pc:spChg>
        <pc:spChg chg="add mod ord">
          <ac:chgData name="池口晃太" userId="aaf7f548-d2e0-4c70-a7c2-2a19daa89cbd" providerId="ADAL" clId="{E00A540A-4AEA-43AE-9619-592028E1B4A9}" dt="2025-04-14T22:20:03.504" v="8632" actId="164"/>
          <ac:spMkLst>
            <pc:docMk/>
            <pc:sldMk cId="3583035908" sldId="289"/>
            <ac:spMk id="15" creationId="{78AE1B25-A263-AE69-D005-A4DD62D0CD3E}"/>
          </ac:spMkLst>
        </pc:spChg>
        <pc:spChg chg="add del mod">
          <ac:chgData name="池口晃太" userId="aaf7f548-d2e0-4c70-a7c2-2a19daa89cbd" providerId="ADAL" clId="{E00A540A-4AEA-43AE-9619-592028E1B4A9}" dt="2025-04-14T23:39:44.830" v="10125" actId="1076"/>
          <ac:spMkLst>
            <pc:docMk/>
            <pc:sldMk cId="3583035908" sldId="289"/>
            <ac:spMk id="18" creationId="{83BEB252-3255-A0A5-2FBD-239D37CA9B93}"/>
          </ac:spMkLst>
        </pc:spChg>
        <pc:spChg chg="add mod">
          <ac:chgData name="池口晃太" userId="aaf7f548-d2e0-4c70-a7c2-2a19daa89cbd" providerId="ADAL" clId="{E00A540A-4AEA-43AE-9619-592028E1B4A9}" dt="2025-04-14T23:35:39.462" v="10064" actId="1076"/>
          <ac:spMkLst>
            <pc:docMk/>
            <pc:sldMk cId="3583035908" sldId="289"/>
            <ac:spMk id="20" creationId="{EAF12722-5688-077B-95F6-4EDB0DE8B998}"/>
          </ac:spMkLst>
        </pc:spChg>
        <pc:spChg chg="add mod">
          <ac:chgData name="池口晃太" userId="aaf7f548-d2e0-4c70-a7c2-2a19daa89cbd" providerId="ADAL" clId="{E00A540A-4AEA-43AE-9619-592028E1B4A9}" dt="2025-04-14T23:35:40.963" v="10070" actId="1076"/>
          <ac:spMkLst>
            <pc:docMk/>
            <pc:sldMk cId="3583035908" sldId="289"/>
            <ac:spMk id="21" creationId="{B48FB197-75A6-5642-8B91-63EC72550DC3}"/>
          </ac:spMkLst>
        </pc:spChg>
        <pc:spChg chg="add del mod">
          <ac:chgData name="池口晃太" userId="aaf7f548-d2e0-4c70-a7c2-2a19daa89cbd" providerId="ADAL" clId="{E00A540A-4AEA-43AE-9619-592028E1B4A9}" dt="2025-04-14T23:37:45.361" v="10092" actId="478"/>
          <ac:spMkLst>
            <pc:docMk/>
            <pc:sldMk cId="3583035908" sldId="289"/>
            <ac:spMk id="22" creationId="{D91D023A-FF31-0C29-4783-43179DC3823B}"/>
          </ac:spMkLst>
        </pc:spChg>
        <pc:spChg chg="add mod">
          <ac:chgData name="池口晃太" userId="aaf7f548-d2e0-4c70-a7c2-2a19daa89cbd" providerId="ADAL" clId="{E00A540A-4AEA-43AE-9619-592028E1B4A9}" dt="2025-04-14T23:40:15.955" v="10127" actId="1076"/>
          <ac:spMkLst>
            <pc:docMk/>
            <pc:sldMk cId="3583035908" sldId="289"/>
            <ac:spMk id="26" creationId="{BF33BCE1-45AB-3E43-0544-150166B36D5D}"/>
          </ac:spMkLst>
        </pc:spChg>
        <pc:spChg chg="add mod">
          <ac:chgData name="池口晃太" userId="aaf7f548-d2e0-4c70-a7c2-2a19daa89cbd" providerId="ADAL" clId="{E00A540A-4AEA-43AE-9619-592028E1B4A9}" dt="2025-04-14T23:40:15.955" v="10127" actId="1076"/>
          <ac:spMkLst>
            <pc:docMk/>
            <pc:sldMk cId="3583035908" sldId="289"/>
            <ac:spMk id="28" creationId="{14612F6E-F1BB-88ED-615B-6A357ADB7054}"/>
          </ac:spMkLst>
        </pc:spChg>
        <pc:grpChg chg="add mod">
          <ac:chgData name="池口晃太" userId="aaf7f548-d2e0-4c70-a7c2-2a19daa89cbd" providerId="ADAL" clId="{E00A540A-4AEA-43AE-9619-592028E1B4A9}" dt="2025-04-14T22:20:03.504" v="8632" actId="164"/>
          <ac:grpSpMkLst>
            <pc:docMk/>
            <pc:sldMk cId="3583035908" sldId="289"/>
            <ac:grpSpMk id="16" creationId="{FE1B2A9D-39C3-476F-CF7E-D72A5BBE071B}"/>
          </ac:grpSpMkLst>
        </pc:grpChg>
        <pc:grpChg chg="add mod">
          <ac:chgData name="池口晃太" userId="aaf7f548-d2e0-4c70-a7c2-2a19daa89cbd" providerId="ADAL" clId="{E00A540A-4AEA-43AE-9619-592028E1B4A9}" dt="2025-04-14T23:39:47.703" v="10126" actId="1076"/>
          <ac:grpSpMkLst>
            <pc:docMk/>
            <pc:sldMk cId="3583035908" sldId="289"/>
            <ac:grpSpMk id="17" creationId="{A1663EAC-7720-56AB-4712-29D0E490CFAC}"/>
          </ac:grpSpMkLst>
        </pc:grpChg>
        <pc:cxnChg chg="add mod">
          <ac:chgData name="池口晃太" userId="aaf7f548-d2e0-4c70-a7c2-2a19daa89cbd" providerId="ADAL" clId="{E00A540A-4AEA-43AE-9619-592028E1B4A9}" dt="2025-04-14T23:40:15.955" v="10127" actId="1076"/>
          <ac:cxnSpMkLst>
            <pc:docMk/>
            <pc:sldMk cId="3583035908" sldId="289"/>
            <ac:cxnSpMk id="24" creationId="{E1066DC1-7F8B-AFC1-17BC-59DDF9F4D3BE}"/>
          </ac:cxnSpMkLst>
        </pc:cxnChg>
      </pc:sldChg>
      <pc:sldChg chg="addSp delSp modSp add mod ord modNotesTx">
        <pc:chgData name="池口晃太" userId="aaf7f548-d2e0-4c70-a7c2-2a19daa89cbd" providerId="ADAL" clId="{E00A540A-4AEA-43AE-9619-592028E1B4A9}" dt="2025-04-15T09:19:59.148" v="12849" actId="1076"/>
        <pc:sldMkLst>
          <pc:docMk/>
          <pc:sldMk cId="3977868049" sldId="290"/>
        </pc:sldMkLst>
        <pc:spChg chg="mod">
          <ac:chgData name="池口晃太" userId="aaf7f548-d2e0-4c70-a7c2-2a19daa89cbd" providerId="ADAL" clId="{E00A540A-4AEA-43AE-9619-592028E1B4A9}" dt="2025-04-14T21:40:07.244" v="8179" actId="20577"/>
          <ac:spMkLst>
            <pc:docMk/>
            <pc:sldMk cId="3977868049" sldId="290"/>
            <ac:spMk id="2" creationId="{FAC71403-2764-4D4F-63B6-79A148B1C823}"/>
          </ac:spMkLst>
        </pc:spChg>
        <pc:spChg chg="add mod">
          <ac:chgData name="池口晃太" userId="aaf7f548-d2e0-4c70-a7c2-2a19daa89cbd" providerId="ADAL" clId="{E00A540A-4AEA-43AE-9619-592028E1B4A9}" dt="2025-04-14T21:48:04.612" v="8282" actId="1076"/>
          <ac:spMkLst>
            <pc:docMk/>
            <pc:sldMk cId="3977868049" sldId="290"/>
            <ac:spMk id="3" creationId="{C3CD6DCC-D9F4-2E1A-7218-79FE90BC7B73}"/>
          </ac:spMkLst>
        </pc:spChg>
        <pc:spChg chg="mod">
          <ac:chgData name="池口晃太" userId="aaf7f548-d2e0-4c70-a7c2-2a19daa89cbd" providerId="ADAL" clId="{E00A540A-4AEA-43AE-9619-592028E1B4A9}" dt="2025-04-14T21:30:55.347" v="8059" actId="207"/>
          <ac:spMkLst>
            <pc:docMk/>
            <pc:sldMk cId="3977868049" sldId="290"/>
            <ac:spMk id="4" creationId="{DF4D5926-AE80-0611-8B95-F19FA7213E25}"/>
          </ac:spMkLst>
        </pc:spChg>
        <pc:spChg chg="add mod">
          <ac:chgData name="池口晃太" userId="aaf7f548-d2e0-4c70-a7c2-2a19daa89cbd" providerId="ADAL" clId="{E00A540A-4AEA-43AE-9619-592028E1B4A9}" dt="2025-04-14T21:50:05.365" v="8295" actId="1076"/>
          <ac:spMkLst>
            <pc:docMk/>
            <pc:sldMk cId="3977868049" sldId="290"/>
            <ac:spMk id="6" creationId="{70DFEF9A-9002-B8E0-D1A6-BF59E80607A8}"/>
          </ac:spMkLst>
        </pc:spChg>
        <pc:spChg chg="add mod">
          <ac:chgData name="池口晃太" userId="aaf7f548-d2e0-4c70-a7c2-2a19daa89cbd" providerId="ADAL" clId="{E00A540A-4AEA-43AE-9619-592028E1B4A9}" dt="2025-04-15T08:19:08.263" v="11701" actId="20577"/>
          <ac:spMkLst>
            <pc:docMk/>
            <pc:sldMk cId="3977868049" sldId="290"/>
            <ac:spMk id="7" creationId="{0F3DA394-196E-05BC-13AE-CC41DA501CE8}"/>
          </ac:spMkLst>
        </pc:spChg>
        <pc:spChg chg="add mod">
          <ac:chgData name="池口晃太" userId="aaf7f548-d2e0-4c70-a7c2-2a19daa89cbd" providerId="ADAL" clId="{E00A540A-4AEA-43AE-9619-592028E1B4A9}" dt="2025-04-15T09:19:59.148" v="12849" actId="1076"/>
          <ac:spMkLst>
            <pc:docMk/>
            <pc:sldMk cId="3977868049" sldId="290"/>
            <ac:spMk id="8" creationId="{92171192-B2C2-B029-2048-D388605758B7}"/>
          </ac:spMkLst>
        </pc:spChg>
        <pc:spChg chg="del mod topLvl">
          <ac:chgData name="池口晃太" userId="aaf7f548-d2e0-4c70-a7c2-2a19daa89cbd" providerId="ADAL" clId="{E00A540A-4AEA-43AE-9619-592028E1B4A9}" dt="2025-04-14T21:44:49.807" v="8192" actId="478"/>
          <ac:spMkLst>
            <pc:docMk/>
            <pc:sldMk cId="3977868049" sldId="290"/>
            <ac:spMk id="11" creationId="{CD481517-EA33-9BA6-EACF-5E89E4A2D8D0}"/>
          </ac:spMkLst>
        </pc:spChg>
        <pc:spChg chg="mod">
          <ac:chgData name="池口晃太" userId="aaf7f548-d2e0-4c70-a7c2-2a19daa89cbd" providerId="ADAL" clId="{E00A540A-4AEA-43AE-9619-592028E1B4A9}" dt="2025-04-14T21:46:16.623" v="8218" actId="14100"/>
          <ac:spMkLst>
            <pc:docMk/>
            <pc:sldMk cId="3977868049" sldId="290"/>
            <ac:spMk id="12" creationId="{C75932D5-484B-3DFF-6D9E-EC360374E7CC}"/>
          </ac:spMkLst>
        </pc:spChg>
        <pc:spChg chg="mod">
          <ac:chgData name="池口晃太" userId="aaf7f548-d2e0-4c70-a7c2-2a19daa89cbd" providerId="ADAL" clId="{E00A540A-4AEA-43AE-9619-592028E1B4A9}" dt="2025-04-14T22:27:40.912" v="8677" actId="20577"/>
          <ac:spMkLst>
            <pc:docMk/>
            <pc:sldMk cId="3977868049" sldId="290"/>
            <ac:spMk id="14" creationId="{16474DF6-C768-4682-3670-B70F290BA0B8}"/>
          </ac:spMkLst>
        </pc:spChg>
        <pc:spChg chg="mod">
          <ac:chgData name="池口晃太" userId="aaf7f548-d2e0-4c70-a7c2-2a19daa89cbd" providerId="ADAL" clId="{E00A540A-4AEA-43AE-9619-592028E1B4A9}" dt="2025-04-14T22:27:40.527" v="8676" actId="20577"/>
          <ac:spMkLst>
            <pc:docMk/>
            <pc:sldMk cId="3977868049" sldId="290"/>
            <ac:spMk id="15" creationId="{AFE0303B-117A-5456-E944-B3D7E667DBB1}"/>
          </ac:spMkLst>
        </pc:spChg>
        <pc:spChg chg="mod">
          <ac:chgData name="池口晃太" userId="aaf7f548-d2e0-4c70-a7c2-2a19daa89cbd" providerId="ADAL" clId="{E00A540A-4AEA-43AE-9619-592028E1B4A9}" dt="2025-04-14T22:27:40.294" v="8675" actId="20577"/>
          <ac:spMkLst>
            <pc:docMk/>
            <pc:sldMk cId="3977868049" sldId="290"/>
            <ac:spMk id="16" creationId="{7DA03304-E2D7-6574-A248-8706DA152B99}"/>
          </ac:spMkLst>
        </pc:spChg>
        <pc:spChg chg="mod">
          <ac:chgData name="池口晃太" userId="aaf7f548-d2e0-4c70-a7c2-2a19daa89cbd" providerId="ADAL" clId="{E00A540A-4AEA-43AE-9619-592028E1B4A9}" dt="2025-04-14T21:46:08.715" v="8217" actId="1076"/>
          <ac:spMkLst>
            <pc:docMk/>
            <pc:sldMk cId="3977868049" sldId="290"/>
            <ac:spMk id="17" creationId="{DC4DC2C6-1F9A-F8E8-D0E7-FA2B9D595DF7}"/>
          </ac:spMkLst>
        </pc:spChg>
        <pc:spChg chg="del mod">
          <ac:chgData name="池口晃太" userId="aaf7f548-d2e0-4c70-a7c2-2a19daa89cbd" providerId="ADAL" clId="{E00A540A-4AEA-43AE-9619-592028E1B4A9}" dt="2025-04-14T21:44:52.113" v="8193" actId="478"/>
          <ac:spMkLst>
            <pc:docMk/>
            <pc:sldMk cId="3977868049" sldId="290"/>
            <ac:spMk id="18" creationId="{D8893526-BD8B-E1F7-4190-996749E05F91}"/>
          </ac:spMkLst>
        </pc:spChg>
        <pc:spChg chg="add mod">
          <ac:chgData name="池口晃太" userId="aaf7f548-d2e0-4c70-a7c2-2a19daa89cbd" providerId="ADAL" clId="{E00A540A-4AEA-43AE-9619-592028E1B4A9}" dt="2025-04-14T21:56:00.304" v="8394" actId="1076"/>
          <ac:spMkLst>
            <pc:docMk/>
            <pc:sldMk cId="3977868049" sldId="290"/>
            <ac:spMk id="24" creationId="{DD4AE64B-458D-2739-81E2-9C19C2222C95}"/>
          </ac:spMkLst>
        </pc:spChg>
        <pc:spChg chg="add mod">
          <ac:chgData name="池口晃太" userId="aaf7f548-d2e0-4c70-a7c2-2a19daa89cbd" providerId="ADAL" clId="{E00A540A-4AEA-43AE-9619-592028E1B4A9}" dt="2025-04-14T21:56:03.870" v="8395" actId="1076"/>
          <ac:spMkLst>
            <pc:docMk/>
            <pc:sldMk cId="3977868049" sldId="290"/>
            <ac:spMk id="27" creationId="{79F26C52-0CFE-584B-CC62-6D78779F93EA}"/>
          </ac:spMkLst>
        </pc:spChg>
        <pc:spChg chg="add mod ord">
          <ac:chgData name="池口晃太" userId="aaf7f548-d2e0-4c70-a7c2-2a19daa89cbd" providerId="ADAL" clId="{E00A540A-4AEA-43AE-9619-592028E1B4A9}" dt="2025-04-14T21:56:17.709" v="8397" actId="1076"/>
          <ac:spMkLst>
            <pc:docMk/>
            <pc:sldMk cId="3977868049" sldId="290"/>
            <ac:spMk id="31" creationId="{5EC10F55-01E6-D5F3-DAE1-12F7C2325D90}"/>
          </ac:spMkLst>
        </pc:spChg>
        <pc:spChg chg="add mod">
          <ac:chgData name="池口晃太" userId="aaf7f548-d2e0-4c70-a7c2-2a19daa89cbd" providerId="ADAL" clId="{E00A540A-4AEA-43AE-9619-592028E1B4A9}" dt="2025-04-14T21:56:17.709" v="8397" actId="1076"/>
          <ac:spMkLst>
            <pc:docMk/>
            <pc:sldMk cId="3977868049" sldId="290"/>
            <ac:spMk id="32" creationId="{FAF94340-526F-0383-35D1-3607ABA97BBA}"/>
          </ac:spMkLst>
        </pc:spChg>
        <pc:spChg chg="add mod">
          <ac:chgData name="池口晃太" userId="aaf7f548-d2e0-4c70-a7c2-2a19daa89cbd" providerId="ADAL" clId="{E00A540A-4AEA-43AE-9619-592028E1B4A9}" dt="2025-04-14T21:58:29.633" v="8435" actId="1076"/>
          <ac:spMkLst>
            <pc:docMk/>
            <pc:sldMk cId="3977868049" sldId="290"/>
            <ac:spMk id="33" creationId="{3D34E7CD-CEF4-A5D0-EBB8-BB931574A052}"/>
          </ac:spMkLst>
        </pc:spChg>
        <pc:grpChg chg="del">
          <ac:chgData name="池口晃太" userId="aaf7f548-d2e0-4c70-a7c2-2a19daa89cbd" providerId="ADAL" clId="{E00A540A-4AEA-43AE-9619-592028E1B4A9}" dt="2025-04-14T21:44:49.807" v="8192" actId="478"/>
          <ac:grpSpMkLst>
            <pc:docMk/>
            <pc:sldMk cId="3977868049" sldId="290"/>
            <ac:grpSpMk id="9" creationId="{BFEE3EA2-F40E-6C43-1213-C98801398B43}"/>
          </ac:grpSpMkLst>
        </pc:grpChg>
        <pc:grpChg chg="mod topLvl">
          <ac:chgData name="池口晃太" userId="aaf7f548-d2e0-4c70-a7c2-2a19daa89cbd" providerId="ADAL" clId="{E00A540A-4AEA-43AE-9619-592028E1B4A9}" dt="2025-04-14T21:50:12.894" v="8297" actId="1076"/>
          <ac:grpSpMkLst>
            <pc:docMk/>
            <pc:sldMk cId="3977868049" sldId="290"/>
            <ac:grpSpMk id="10" creationId="{F0AB099B-DE4E-9F1D-3987-6DF4C6C489AA}"/>
          </ac:grpSpMkLst>
        </pc:grpChg>
        <pc:picChg chg="mod">
          <ac:chgData name="池口晃太" userId="aaf7f548-d2e0-4c70-a7c2-2a19daa89cbd" providerId="ADAL" clId="{E00A540A-4AEA-43AE-9619-592028E1B4A9}" dt="2025-04-14T21:45:34.868" v="8206" actId="1076"/>
          <ac:picMkLst>
            <pc:docMk/>
            <pc:sldMk cId="3977868049" sldId="290"/>
            <ac:picMk id="19" creationId="{1D30C418-7571-1423-F125-4CB61DEB1305}"/>
          </ac:picMkLst>
        </pc:picChg>
        <pc:picChg chg="mod">
          <ac:chgData name="池口晃太" userId="aaf7f548-d2e0-4c70-a7c2-2a19daa89cbd" providerId="ADAL" clId="{E00A540A-4AEA-43AE-9619-592028E1B4A9}" dt="2025-04-14T21:45:45.689" v="8210" actId="14100"/>
          <ac:picMkLst>
            <pc:docMk/>
            <pc:sldMk cId="3977868049" sldId="290"/>
            <ac:picMk id="20" creationId="{149E4529-ED91-0199-5E85-1FDC498959B2}"/>
          </ac:picMkLst>
        </pc:picChg>
        <pc:picChg chg="mod">
          <ac:chgData name="池口晃太" userId="aaf7f548-d2e0-4c70-a7c2-2a19daa89cbd" providerId="ADAL" clId="{E00A540A-4AEA-43AE-9619-592028E1B4A9}" dt="2025-04-14T21:45:51.015" v="8212" actId="14100"/>
          <ac:picMkLst>
            <pc:docMk/>
            <pc:sldMk cId="3977868049" sldId="290"/>
            <ac:picMk id="21" creationId="{7510CB20-F277-A177-4659-25573291631C}"/>
          </ac:picMkLst>
        </pc:picChg>
        <pc:picChg chg="mod">
          <ac:chgData name="池口晃太" userId="aaf7f548-d2e0-4c70-a7c2-2a19daa89cbd" providerId="ADAL" clId="{E00A540A-4AEA-43AE-9619-592028E1B4A9}" dt="2025-04-14T21:45:54.976" v="8214" actId="14100"/>
          <ac:picMkLst>
            <pc:docMk/>
            <pc:sldMk cId="3977868049" sldId="290"/>
            <ac:picMk id="22" creationId="{74B412E6-C90A-D390-BCBF-AC087B0B47D3}"/>
          </ac:picMkLst>
        </pc:picChg>
        <pc:picChg chg="del">
          <ac:chgData name="池口晃太" userId="aaf7f548-d2e0-4c70-a7c2-2a19daa89cbd" providerId="ADAL" clId="{E00A540A-4AEA-43AE-9619-592028E1B4A9}" dt="2025-04-14T21:44:53.375" v="8194" actId="478"/>
          <ac:picMkLst>
            <pc:docMk/>
            <pc:sldMk cId="3977868049" sldId="290"/>
            <ac:picMk id="23" creationId="{44CF685C-7548-45F5-55F0-92D69FFD589F}"/>
          </ac:picMkLst>
        </pc:picChg>
        <pc:picChg chg="add mod">
          <ac:chgData name="池口晃太" userId="aaf7f548-d2e0-4c70-a7c2-2a19daa89cbd" providerId="ADAL" clId="{E00A540A-4AEA-43AE-9619-592028E1B4A9}" dt="2025-04-14T21:56:06.222" v="8396" actId="1076"/>
          <ac:picMkLst>
            <pc:docMk/>
            <pc:sldMk cId="3977868049" sldId="290"/>
            <ac:picMk id="26" creationId="{28451C3B-AB1D-B6E3-3EB5-6EA4E8D1D4D5}"/>
          </ac:picMkLst>
        </pc:picChg>
        <pc:picChg chg="add del mod">
          <ac:chgData name="池口晃太" userId="aaf7f548-d2e0-4c70-a7c2-2a19daa89cbd" providerId="ADAL" clId="{E00A540A-4AEA-43AE-9619-592028E1B4A9}" dt="2025-04-14T21:52:09.701" v="8340" actId="478"/>
          <ac:picMkLst>
            <pc:docMk/>
            <pc:sldMk cId="3977868049" sldId="290"/>
            <ac:picMk id="29" creationId="{A18329AF-1D40-6F5A-C2F6-2D942A00D58D}"/>
          </ac:picMkLst>
        </pc:picChg>
        <pc:picChg chg="add mod">
          <ac:chgData name="池口晃太" userId="aaf7f548-d2e0-4c70-a7c2-2a19daa89cbd" providerId="ADAL" clId="{E00A540A-4AEA-43AE-9619-592028E1B4A9}" dt="2025-04-14T21:56:17.709" v="8397" actId="1076"/>
          <ac:picMkLst>
            <pc:docMk/>
            <pc:sldMk cId="3977868049" sldId="290"/>
            <ac:picMk id="30" creationId="{F21A26AE-1AE2-F236-41B7-B8091D7678A3}"/>
          </ac:picMkLst>
        </pc:picChg>
      </pc:sldChg>
      <pc:sldChg chg="add del ord">
        <pc:chgData name="池口晃太" userId="aaf7f548-d2e0-4c70-a7c2-2a19daa89cbd" providerId="ADAL" clId="{E00A540A-4AEA-43AE-9619-592028E1B4A9}" dt="2025-04-15T00:25:32.444" v="10323" actId="47"/>
        <pc:sldMkLst>
          <pc:docMk/>
          <pc:sldMk cId="4283173940" sldId="291"/>
        </pc:sldMkLst>
      </pc:sldChg>
      <pc:sldChg chg="addSp delSp modSp add mod ord modNotesTx">
        <pc:chgData name="池口晃太" userId="aaf7f548-d2e0-4c70-a7c2-2a19daa89cbd" providerId="ADAL" clId="{E00A540A-4AEA-43AE-9619-592028E1B4A9}" dt="2025-04-15T09:19:44.680" v="12847" actId="113"/>
        <pc:sldMkLst>
          <pc:docMk/>
          <pc:sldMk cId="146043875" sldId="292"/>
        </pc:sldMkLst>
        <pc:spChg chg="mod">
          <ac:chgData name="池口晃太" userId="aaf7f548-d2e0-4c70-a7c2-2a19daa89cbd" providerId="ADAL" clId="{E00A540A-4AEA-43AE-9619-592028E1B4A9}" dt="2025-04-14T23:40:37.224" v="10187" actId="20577"/>
          <ac:spMkLst>
            <pc:docMk/>
            <pc:sldMk cId="146043875" sldId="292"/>
            <ac:spMk id="2" creationId="{0E5145FA-3FD0-A416-C561-698789D47ACC}"/>
          </ac:spMkLst>
        </pc:spChg>
        <pc:spChg chg="mod">
          <ac:chgData name="池口晃太" userId="aaf7f548-d2e0-4c70-a7c2-2a19daa89cbd" providerId="ADAL" clId="{E00A540A-4AEA-43AE-9619-592028E1B4A9}" dt="2025-04-14T22:31:11.585" v="8716" actId="20577"/>
          <ac:spMkLst>
            <pc:docMk/>
            <pc:sldMk cId="146043875" sldId="292"/>
            <ac:spMk id="4" creationId="{FDF67F2D-ECF0-D2C1-08B0-F4F6D0F9FA6D}"/>
          </ac:spMkLst>
        </pc:spChg>
        <pc:spChg chg="add mod">
          <ac:chgData name="池口晃太" userId="aaf7f548-d2e0-4c70-a7c2-2a19daa89cbd" providerId="ADAL" clId="{E00A540A-4AEA-43AE-9619-592028E1B4A9}" dt="2025-04-15T09:07:32.186" v="12540" actId="1076"/>
          <ac:spMkLst>
            <pc:docMk/>
            <pc:sldMk cId="146043875" sldId="292"/>
            <ac:spMk id="6" creationId="{52AF3579-EBD2-6F97-1A69-15FC212D44ED}"/>
          </ac:spMkLst>
        </pc:spChg>
        <pc:graphicFrameChg chg="add mod modGraphic">
          <ac:chgData name="池口晃太" userId="aaf7f548-d2e0-4c70-a7c2-2a19daa89cbd" providerId="ADAL" clId="{E00A540A-4AEA-43AE-9619-592028E1B4A9}" dt="2025-04-15T09:19:38.570" v="12846" actId="113"/>
          <ac:graphicFrameMkLst>
            <pc:docMk/>
            <pc:sldMk cId="146043875" sldId="292"/>
            <ac:graphicFrameMk id="3" creationId="{0DAC8651-AECE-E171-E581-7291F249F0F6}"/>
          </ac:graphicFrameMkLst>
        </pc:graphicFrameChg>
        <pc:graphicFrameChg chg="add del mod">
          <ac:chgData name="池口晃太" userId="aaf7f548-d2e0-4c70-a7c2-2a19daa89cbd" providerId="ADAL" clId="{E00A540A-4AEA-43AE-9619-592028E1B4A9}" dt="2025-04-14T22:56:22.977" v="9340" actId="478"/>
          <ac:graphicFrameMkLst>
            <pc:docMk/>
            <pc:sldMk cId="146043875" sldId="292"/>
            <ac:graphicFrameMk id="6" creationId="{48059928-9671-3B95-E357-A59630D936A4}"/>
          </ac:graphicFrameMkLst>
        </pc:graphicFrameChg>
        <pc:graphicFrameChg chg="add mod modGraphic">
          <ac:chgData name="池口晃太" userId="aaf7f548-d2e0-4c70-a7c2-2a19daa89cbd" providerId="ADAL" clId="{E00A540A-4AEA-43AE-9619-592028E1B4A9}" dt="2025-04-15T09:19:44.680" v="12847" actId="113"/>
          <ac:graphicFrameMkLst>
            <pc:docMk/>
            <pc:sldMk cId="146043875" sldId="292"/>
            <ac:graphicFrameMk id="7" creationId="{916DB4FD-1C39-DC67-E73E-5183D4FA557A}"/>
          </ac:graphicFrameMkLst>
        </pc:graphicFrameChg>
      </pc:sldChg>
      <pc:sldChg chg="addSp delSp modSp add mod ord modNotesTx">
        <pc:chgData name="池口晃太" userId="aaf7f548-d2e0-4c70-a7c2-2a19daa89cbd" providerId="ADAL" clId="{E00A540A-4AEA-43AE-9619-592028E1B4A9}" dt="2025-04-15T08:07:19.440" v="11435" actId="20577"/>
        <pc:sldMkLst>
          <pc:docMk/>
          <pc:sldMk cId="4000819135" sldId="293"/>
        </pc:sldMkLst>
        <pc:spChg chg="del">
          <ac:chgData name="池口晃太" userId="aaf7f548-d2e0-4c70-a7c2-2a19daa89cbd" providerId="ADAL" clId="{E00A540A-4AEA-43AE-9619-592028E1B4A9}" dt="2025-04-14T16:31:19.759" v="6427" actId="478"/>
          <ac:spMkLst>
            <pc:docMk/>
            <pc:sldMk cId="4000819135" sldId="293"/>
            <ac:spMk id="2" creationId="{74B746FB-6E60-FD6C-4CF6-41DD264E1DB2}"/>
          </ac:spMkLst>
        </pc:spChg>
        <pc:spChg chg="mod">
          <ac:chgData name="池口晃太" userId="aaf7f548-d2e0-4c70-a7c2-2a19daa89cbd" providerId="ADAL" clId="{E00A540A-4AEA-43AE-9619-592028E1B4A9}" dt="2025-04-14T22:30:21.385" v="8701" actId="207"/>
          <ac:spMkLst>
            <pc:docMk/>
            <pc:sldMk cId="4000819135" sldId="293"/>
            <ac:spMk id="4" creationId="{6CB11DF4-BE21-4DD1-B644-0FF706538392}"/>
          </ac:spMkLst>
        </pc:spChg>
        <pc:spChg chg="add mod">
          <ac:chgData name="池口晃太" userId="aaf7f548-d2e0-4c70-a7c2-2a19daa89cbd" providerId="ADAL" clId="{E00A540A-4AEA-43AE-9619-592028E1B4A9}" dt="2025-04-14T21:05:44.095" v="7526" actId="14100"/>
          <ac:spMkLst>
            <pc:docMk/>
            <pc:sldMk cId="4000819135" sldId="293"/>
            <ac:spMk id="8" creationId="{39FFF33C-5F45-F714-230B-19D614A91A21}"/>
          </ac:spMkLst>
        </pc:spChg>
        <pc:spChg chg="add del mod">
          <ac:chgData name="池口晃太" userId="aaf7f548-d2e0-4c70-a7c2-2a19daa89cbd" providerId="ADAL" clId="{E00A540A-4AEA-43AE-9619-592028E1B4A9}" dt="2025-04-14T20:37:45.437" v="6865" actId="478"/>
          <ac:spMkLst>
            <pc:docMk/>
            <pc:sldMk cId="4000819135" sldId="293"/>
            <ac:spMk id="13" creationId="{3AED70C4-029A-AD34-3ACA-E80B5E64673E}"/>
          </ac:spMkLst>
        </pc:spChg>
        <pc:spChg chg="add del mod">
          <ac:chgData name="池口晃太" userId="aaf7f548-d2e0-4c70-a7c2-2a19daa89cbd" providerId="ADAL" clId="{E00A540A-4AEA-43AE-9619-592028E1B4A9}" dt="2025-04-14T20:37:47.265" v="6867" actId="478"/>
          <ac:spMkLst>
            <pc:docMk/>
            <pc:sldMk cId="4000819135" sldId="293"/>
            <ac:spMk id="14" creationId="{5A61F651-8E30-223D-3479-B16960EEE39D}"/>
          </ac:spMkLst>
        </pc:spChg>
        <pc:spChg chg="add del mod">
          <ac:chgData name="池口晃太" userId="aaf7f548-d2e0-4c70-a7c2-2a19daa89cbd" providerId="ADAL" clId="{E00A540A-4AEA-43AE-9619-592028E1B4A9}" dt="2025-04-14T20:37:48.366" v="6868" actId="478"/>
          <ac:spMkLst>
            <pc:docMk/>
            <pc:sldMk cId="4000819135" sldId="293"/>
            <ac:spMk id="15" creationId="{6D360BF3-47A5-74EC-81BD-9E1D36B668D5}"/>
          </ac:spMkLst>
        </pc:spChg>
        <pc:spChg chg="add del mod">
          <ac:chgData name="池口晃太" userId="aaf7f548-d2e0-4c70-a7c2-2a19daa89cbd" providerId="ADAL" clId="{E00A540A-4AEA-43AE-9619-592028E1B4A9}" dt="2025-04-14T20:37:49.455" v="6869" actId="478"/>
          <ac:spMkLst>
            <pc:docMk/>
            <pc:sldMk cId="4000819135" sldId="293"/>
            <ac:spMk id="16" creationId="{488F713D-7EBC-B550-538C-4641AE7E637F}"/>
          </ac:spMkLst>
        </pc:spChg>
        <pc:spChg chg="add del mod">
          <ac:chgData name="池口晃太" userId="aaf7f548-d2e0-4c70-a7c2-2a19daa89cbd" providerId="ADAL" clId="{E00A540A-4AEA-43AE-9619-592028E1B4A9}" dt="2025-04-14T20:37:50.427" v="6870" actId="478"/>
          <ac:spMkLst>
            <pc:docMk/>
            <pc:sldMk cId="4000819135" sldId="293"/>
            <ac:spMk id="17" creationId="{A8696773-9F80-73EB-E9A7-7F2592310ADB}"/>
          </ac:spMkLst>
        </pc:spChg>
        <pc:spChg chg="add mod">
          <ac:chgData name="池口晃太" userId="aaf7f548-d2e0-4c70-a7c2-2a19daa89cbd" providerId="ADAL" clId="{E00A540A-4AEA-43AE-9619-592028E1B4A9}" dt="2025-04-14T21:28:21.240" v="8045" actId="1076"/>
          <ac:spMkLst>
            <pc:docMk/>
            <pc:sldMk cId="4000819135" sldId="293"/>
            <ac:spMk id="18" creationId="{E0CB0389-44F0-8EA9-8301-C89DA04C0750}"/>
          </ac:spMkLst>
        </pc:spChg>
        <pc:spChg chg="add mod">
          <ac:chgData name="池口晃太" userId="aaf7f548-d2e0-4c70-a7c2-2a19daa89cbd" providerId="ADAL" clId="{E00A540A-4AEA-43AE-9619-592028E1B4A9}" dt="2025-04-14T21:28:14.297" v="8044" actId="1076"/>
          <ac:spMkLst>
            <pc:docMk/>
            <pc:sldMk cId="4000819135" sldId="293"/>
            <ac:spMk id="19" creationId="{F4EEAF29-B070-0FE4-85CD-42FD4D1652C3}"/>
          </ac:spMkLst>
        </pc:spChg>
        <pc:spChg chg="add mod">
          <ac:chgData name="池口晃太" userId="aaf7f548-d2e0-4c70-a7c2-2a19daa89cbd" providerId="ADAL" clId="{E00A540A-4AEA-43AE-9619-592028E1B4A9}" dt="2025-04-14T21:28:08.115" v="8043" actId="1076"/>
          <ac:spMkLst>
            <pc:docMk/>
            <pc:sldMk cId="4000819135" sldId="293"/>
            <ac:spMk id="20" creationId="{AD1C581E-CA13-F1B8-0F1D-DC6A7EE49311}"/>
          </ac:spMkLst>
        </pc:spChg>
        <pc:spChg chg="add mod">
          <ac:chgData name="池口晃太" userId="aaf7f548-d2e0-4c70-a7c2-2a19daa89cbd" providerId="ADAL" clId="{E00A540A-4AEA-43AE-9619-592028E1B4A9}" dt="2025-04-14T21:28:01.449" v="8042" actId="1076"/>
          <ac:spMkLst>
            <pc:docMk/>
            <pc:sldMk cId="4000819135" sldId="293"/>
            <ac:spMk id="21" creationId="{EE017569-4727-B3FF-1689-69BBD1BD4744}"/>
          </ac:spMkLst>
        </pc:spChg>
        <pc:spChg chg="add mod">
          <ac:chgData name="池口晃太" userId="aaf7f548-d2e0-4c70-a7c2-2a19daa89cbd" providerId="ADAL" clId="{E00A540A-4AEA-43AE-9619-592028E1B4A9}" dt="2025-04-14T21:27:57.090" v="8041" actId="1076"/>
          <ac:spMkLst>
            <pc:docMk/>
            <pc:sldMk cId="4000819135" sldId="293"/>
            <ac:spMk id="22" creationId="{EA2530DB-22E5-D0E7-7AEA-4B6AEC3A266B}"/>
          </ac:spMkLst>
        </pc:spChg>
        <pc:spChg chg="add del mod">
          <ac:chgData name="池口晃太" userId="aaf7f548-d2e0-4c70-a7c2-2a19daa89cbd" providerId="ADAL" clId="{E00A540A-4AEA-43AE-9619-592028E1B4A9}" dt="2025-04-14T21:05:42.295" v="7525" actId="478"/>
          <ac:spMkLst>
            <pc:docMk/>
            <pc:sldMk cId="4000819135" sldId="293"/>
            <ac:spMk id="25" creationId="{A733C58B-08BE-0C8E-AFF1-E83924157113}"/>
          </ac:spMkLst>
        </pc:spChg>
        <pc:spChg chg="mod">
          <ac:chgData name="池口晃太" userId="aaf7f548-d2e0-4c70-a7c2-2a19daa89cbd" providerId="ADAL" clId="{E00A540A-4AEA-43AE-9619-592028E1B4A9}" dt="2025-04-14T20:37:40.828" v="6863"/>
          <ac:spMkLst>
            <pc:docMk/>
            <pc:sldMk cId="4000819135" sldId="293"/>
            <ac:spMk id="28" creationId="{E00D5752-B8CF-5CB7-A455-6B4EC683FF5F}"/>
          </ac:spMkLst>
        </pc:spChg>
        <pc:spChg chg="mod">
          <ac:chgData name="池口晃太" userId="aaf7f548-d2e0-4c70-a7c2-2a19daa89cbd" providerId="ADAL" clId="{E00A540A-4AEA-43AE-9619-592028E1B4A9}" dt="2025-04-14T20:37:40.828" v="6863"/>
          <ac:spMkLst>
            <pc:docMk/>
            <pc:sldMk cId="4000819135" sldId="293"/>
            <ac:spMk id="29" creationId="{EC3B6CBF-EDD1-9E05-0221-5AF8C17B2392}"/>
          </ac:spMkLst>
        </pc:spChg>
        <pc:spChg chg="mod">
          <ac:chgData name="池口晃太" userId="aaf7f548-d2e0-4c70-a7c2-2a19daa89cbd" providerId="ADAL" clId="{E00A540A-4AEA-43AE-9619-592028E1B4A9}" dt="2025-04-14T20:37:57.788" v="6872" actId="1076"/>
          <ac:spMkLst>
            <pc:docMk/>
            <pc:sldMk cId="4000819135" sldId="293"/>
            <ac:spMk id="30" creationId="{78915CCE-F984-AB33-2CE3-7B81997D3A25}"/>
          </ac:spMkLst>
        </pc:spChg>
        <pc:spChg chg="mod">
          <ac:chgData name="池口晃太" userId="aaf7f548-d2e0-4c70-a7c2-2a19daa89cbd" providerId="ADAL" clId="{E00A540A-4AEA-43AE-9619-592028E1B4A9}" dt="2025-04-14T20:37:40.828" v="6863"/>
          <ac:spMkLst>
            <pc:docMk/>
            <pc:sldMk cId="4000819135" sldId="293"/>
            <ac:spMk id="31" creationId="{84F84243-24E1-4BEA-DE99-5FE24E786B90}"/>
          </ac:spMkLst>
        </pc:spChg>
        <pc:spChg chg="mod">
          <ac:chgData name="池口晃太" userId="aaf7f548-d2e0-4c70-a7c2-2a19daa89cbd" providerId="ADAL" clId="{E00A540A-4AEA-43AE-9619-592028E1B4A9}" dt="2025-04-14T20:37:40.828" v="6863"/>
          <ac:spMkLst>
            <pc:docMk/>
            <pc:sldMk cId="4000819135" sldId="293"/>
            <ac:spMk id="32" creationId="{587A375E-B8ED-C43F-2B44-899D9449A279}"/>
          </ac:spMkLst>
        </pc:spChg>
        <pc:spChg chg="mod">
          <ac:chgData name="池口晃太" userId="aaf7f548-d2e0-4c70-a7c2-2a19daa89cbd" providerId="ADAL" clId="{E00A540A-4AEA-43AE-9619-592028E1B4A9}" dt="2025-04-14T20:38:21.497" v="6875"/>
          <ac:spMkLst>
            <pc:docMk/>
            <pc:sldMk cId="4000819135" sldId="293"/>
            <ac:spMk id="34" creationId="{7982DC03-82F8-B5DE-32A7-7D56D558AA6B}"/>
          </ac:spMkLst>
        </pc:spChg>
        <pc:spChg chg="mod">
          <ac:chgData name="池口晃太" userId="aaf7f548-d2e0-4c70-a7c2-2a19daa89cbd" providerId="ADAL" clId="{E00A540A-4AEA-43AE-9619-592028E1B4A9}" dt="2025-04-14T20:38:21.497" v="6875"/>
          <ac:spMkLst>
            <pc:docMk/>
            <pc:sldMk cId="4000819135" sldId="293"/>
            <ac:spMk id="35" creationId="{7C37347C-C102-A879-2847-D1C7F067CFA7}"/>
          </ac:spMkLst>
        </pc:spChg>
        <pc:spChg chg="mod">
          <ac:chgData name="池口晃太" userId="aaf7f548-d2e0-4c70-a7c2-2a19daa89cbd" providerId="ADAL" clId="{E00A540A-4AEA-43AE-9619-592028E1B4A9}" dt="2025-04-14T20:38:21.497" v="6875"/>
          <ac:spMkLst>
            <pc:docMk/>
            <pc:sldMk cId="4000819135" sldId="293"/>
            <ac:spMk id="36" creationId="{B4E3EDAB-641E-140E-E1E1-6088A77C7EE4}"/>
          </ac:spMkLst>
        </pc:spChg>
        <pc:spChg chg="mod">
          <ac:chgData name="池口晃太" userId="aaf7f548-d2e0-4c70-a7c2-2a19daa89cbd" providerId="ADAL" clId="{E00A540A-4AEA-43AE-9619-592028E1B4A9}" dt="2025-04-14T20:38:21.497" v="6875"/>
          <ac:spMkLst>
            <pc:docMk/>
            <pc:sldMk cId="4000819135" sldId="293"/>
            <ac:spMk id="37" creationId="{5325A421-A09F-B109-4B79-748F1FF46781}"/>
          </ac:spMkLst>
        </pc:spChg>
        <pc:spChg chg="mod">
          <ac:chgData name="池口晃太" userId="aaf7f548-d2e0-4c70-a7c2-2a19daa89cbd" providerId="ADAL" clId="{E00A540A-4AEA-43AE-9619-592028E1B4A9}" dt="2025-04-14T20:38:21.497" v="6875"/>
          <ac:spMkLst>
            <pc:docMk/>
            <pc:sldMk cId="4000819135" sldId="293"/>
            <ac:spMk id="38" creationId="{C970581C-E2C3-A3EF-00B5-823BA176389D}"/>
          </ac:spMkLst>
        </pc:spChg>
        <pc:spChg chg="add mod ord">
          <ac:chgData name="池口晃太" userId="aaf7f548-d2e0-4c70-a7c2-2a19daa89cbd" providerId="ADAL" clId="{E00A540A-4AEA-43AE-9619-592028E1B4A9}" dt="2025-04-14T21:28:41.122" v="8050" actId="1076"/>
          <ac:spMkLst>
            <pc:docMk/>
            <pc:sldMk cId="4000819135" sldId="293"/>
            <ac:spMk id="39" creationId="{71B7E46A-B020-743F-9BB5-4C89BCBF4882}"/>
          </ac:spMkLst>
        </pc:spChg>
        <pc:spChg chg="add del mod ord">
          <ac:chgData name="池口晃太" userId="aaf7f548-d2e0-4c70-a7c2-2a19daa89cbd" providerId="ADAL" clId="{E00A540A-4AEA-43AE-9619-592028E1B4A9}" dt="2025-04-14T21:06:08.043" v="7546" actId="478"/>
          <ac:spMkLst>
            <pc:docMk/>
            <pc:sldMk cId="4000819135" sldId="293"/>
            <ac:spMk id="40" creationId="{F089A593-7204-34E8-AF3C-D1AFC38E9A23}"/>
          </ac:spMkLst>
        </pc:spChg>
        <pc:spChg chg="add mod">
          <ac:chgData name="池口晃太" userId="aaf7f548-d2e0-4c70-a7c2-2a19daa89cbd" providerId="ADAL" clId="{E00A540A-4AEA-43AE-9619-592028E1B4A9}" dt="2025-04-14T21:28:37.344" v="8049" actId="1076"/>
          <ac:spMkLst>
            <pc:docMk/>
            <pc:sldMk cId="4000819135" sldId="293"/>
            <ac:spMk id="41" creationId="{FCE2A25F-3474-EC09-7A1D-3820C30AF522}"/>
          </ac:spMkLst>
        </pc:spChg>
        <pc:spChg chg="add mod">
          <ac:chgData name="池口晃太" userId="aaf7f548-d2e0-4c70-a7c2-2a19daa89cbd" providerId="ADAL" clId="{E00A540A-4AEA-43AE-9619-592028E1B4A9}" dt="2025-04-14T21:28:44.183" v="8051" actId="1076"/>
          <ac:spMkLst>
            <pc:docMk/>
            <pc:sldMk cId="4000819135" sldId="293"/>
            <ac:spMk id="42" creationId="{B86014C0-BA5B-2B77-1096-D1138CFF9303}"/>
          </ac:spMkLst>
        </pc:spChg>
        <pc:spChg chg="add mod">
          <ac:chgData name="池口晃太" userId="aaf7f548-d2e0-4c70-a7c2-2a19daa89cbd" providerId="ADAL" clId="{E00A540A-4AEA-43AE-9619-592028E1B4A9}" dt="2025-04-14T21:28:34.032" v="8048" actId="1076"/>
          <ac:spMkLst>
            <pc:docMk/>
            <pc:sldMk cId="4000819135" sldId="293"/>
            <ac:spMk id="43" creationId="{71C14E0F-17E0-E747-476A-A232CB3CACF5}"/>
          </ac:spMkLst>
        </pc:spChg>
        <pc:spChg chg="add mod">
          <ac:chgData name="池口晃太" userId="aaf7f548-d2e0-4c70-a7c2-2a19daa89cbd" providerId="ADAL" clId="{E00A540A-4AEA-43AE-9619-592028E1B4A9}" dt="2025-04-14T21:28:30.592" v="8047" actId="1076"/>
          <ac:spMkLst>
            <pc:docMk/>
            <pc:sldMk cId="4000819135" sldId="293"/>
            <ac:spMk id="44" creationId="{3977143A-7995-404D-7956-C5C165B03B5D}"/>
          </ac:spMkLst>
        </pc:spChg>
        <pc:spChg chg="add mod">
          <ac:chgData name="池口晃太" userId="aaf7f548-d2e0-4c70-a7c2-2a19daa89cbd" providerId="ADAL" clId="{E00A540A-4AEA-43AE-9619-592028E1B4A9}" dt="2025-04-14T21:28:27.893" v="8046" actId="1076"/>
          <ac:spMkLst>
            <pc:docMk/>
            <pc:sldMk cId="4000819135" sldId="293"/>
            <ac:spMk id="45" creationId="{72634091-9E14-DBEA-B01D-C60213899652}"/>
          </ac:spMkLst>
        </pc:spChg>
        <pc:spChg chg="mod">
          <ac:chgData name="池口晃太" userId="aaf7f548-d2e0-4c70-a7c2-2a19daa89cbd" providerId="ADAL" clId="{E00A540A-4AEA-43AE-9619-592028E1B4A9}" dt="2025-04-15T07:22:53.341" v="10914" actId="20577"/>
          <ac:spMkLst>
            <pc:docMk/>
            <pc:sldMk cId="4000819135" sldId="293"/>
            <ac:spMk id="48" creationId="{9525A064-2846-F6B7-64FF-8DB1A79CA420}"/>
          </ac:spMkLst>
        </pc:spChg>
        <pc:spChg chg="mod">
          <ac:chgData name="池口晃太" userId="aaf7f548-d2e0-4c70-a7c2-2a19daa89cbd" providerId="ADAL" clId="{E00A540A-4AEA-43AE-9619-592028E1B4A9}" dt="2025-04-14T21:06:16.244" v="7547"/>
          <ac:spMkLst>
            <pc:docMk/>
            <pc:sldMk cId="4000819135" sldId="293"/>
            <ac:spMk id="49" creationId="{18A3DBC8-6E56-C5D0-9524-B45C7E515EB4}"/>
          </ac:spMkLst>
        </pc:spChg>
        <pc:spChg chg="mod">
          <ac:chgData name="池口晃太" userId="aaf7f548-d2e0-4c70-a7c2-2a19daa89cbd" providerId="ADAL" clId="{E00A540A-4AEA-43AE-9619-592028E1B4A9}" dt="2025-04-14T21:06:16.244" v="7547"/>
          <ac:spMkLst>
            <pc:docMk/>
            <pc:sldMk cId="4000819135" sldId="293"/>
            <ac:spMk id="51" creationId="{FE087B58-3E7F-2A5A-3E61-0E193102E593}"/>
          </ac:spMkLst>
        </pc:spChg>
        <pc:spChg chg="mod">
          <ac:chgData name="池口晃太" userId="aaf7f548-d2e0-4c70-a7c2-2a19daa89cbd" providerId="ADAL" clId="{E00A540A-4AEA-43AE-9619-592028E1B4A9}" dt="2025-04-14T21:06:16.244" v="7547"/>
          <ac:spMkLst>
            <pc:docMk/>
            <pc:sldMk cId="4000819135" sldId="293"/>
            <ac:spMk id="52" creationId="{0436746A-F0D9-2F0E-9B91-F52604C03203}"/>
          </ac:spMkLst>
        </pc:spChg>
        <pc:spChg chg="mod">
          <ac:chgData name="池口晃太" userId="aaf7f548-d2e0-4c70-a7c2-2a19daa89cbd" providerId="ADAL" clId="{E00A540A-4AEA-43AE-9619-592028E1B4A9}" dt="2025-04-14T21:06:16.244" v="7547"/>
          <ac:spMkLst>
            <pc:docMk/>
            <pc:sldMk cId="4000819135" sldId="293"/>
            <ac:spMk id="53" creationId="{372B0BFB-D6E3-1515-317F-2592D4E8B271}"/>
          </ac:spMkLst>
        </pc:spChg>
        <pc:spChg chg="mod">
          <ac:chgData name="池口晃太" userId="aaf7f548-d2e0-4c70-a7c2-2a19daa89cbd" providerId="ADAL" clId="{E00A540A-4AEA-43AE-9619-592028E1B4A9}" dt="2025-04-14T21:06:16.244" v="7547"/>
          <ac:spMkLst>
            <pc:docMk/>
            <pc:sldMk cId="4000819135" sldId="293"/>
            <ac:spMk id="54" creationId="{30CED31C-8881-9FA6-21CD-1C3BF52D5026}"/>
          </ac:spMkLst>
        </pc:spChg>
        <pc:spChg chg="mod">
          <ac:chgData name="池口晃太" userId="aaf7f548-d2e0-4c70-a7c2-2a19daa89cbd" providerId="ADAL" clId="{E00A540A-4AEA-43AE-9619-592028E1B4A9}" dt="2025-04-14T21:06:16.244" v="7547"/>
          <ac:spMkLst>
            <pc:docMk/>
            <pc:sldMk cId="4000819135" sldId="293"/>
            <ac:spMk id="55" creationId="{202DB9DA-9911-88A1-B0C9-45387AB0940B}"/>
          </ac:spMkLst>
        </pc:spChg>
        <pc:grpChg chg="add del mod">
          <ac:chgData name="池口晃太" userId="aaf7f548-d2e0-4c70-a7c2-2a19daa89cbd" providerId="ADAL" clId="{E00A540A-4AEA-43AE-9619-592028E1B4A9}" dt="2025-04-14T21:05:07.462" v="7501" actId="1076"/>
          <ac:grpSpMkLst>
            <pc:docMk/>
            <pc:sldMk cId="4000819135" sldId="293"/>
            <ac:grpSpMk id="26" creationId="{B197C8CF-B7C7-F3DA-42B3-7C4F8CA257E6}"/>
          </ac:grpSpMkLst>
        </pc:grpChg>
        <pc:grpChg chg="add del mod">
          <ac:chgData name="池口晃太" userId="aaf7f548-d2e0-4c70-a7c2-2a19daa89cbd" providerId="ADAL" clId="{E00A540A-4AEA-43AE-9619-592028E1B4A9}" dt="2025-04-14T21:06:08.043" v="7546" actId="478"/>
          <ac:grpSpMkLst>
            <pc:docMk/>
            <pc:sldMk cId="4000819135" sldId="293"/>
            <ac:grpSpMk id="27" creationId="{9025A122-23C9-2E7E-92F4-A357AA6575E6}"/>
          </ac:grpSpMkLst>
        </pc:grpChg>
        <pc:grpChg chg="add mod">
          <ac:chgData name="池口晃太" userId="aaf7f548-d2e0-4c70-a7c2-2a19daa89cbd" providerId="ADAL" clId="{E00A540A-4AEA-43AE-9619-592028E1B4A9}" dt="2025-04-14T20:38:21.497" v="6875"/>
          <ac:grpSpMkLst>
            <pc:docMk/>
            <pc:sldMk cId="4000819135" sldId="293"/>
            <ac:grpSpMk id="33" creationId="{8A0EE743-9583-AE7B-B4E7-715C5A493AC3}"/>
          </ac:grpSpMkLst>
        </pc:grpChg>
        <pc:grpChg chg="mod">
          <ac:chgData name="池口晃太" userId="aaf7f548-d2e0-4c70-a7c2-2a19daa89cbd" providerId="ADAL" clId="{E00A540A-4AEA-43AE-9619-592028E1B4A9}" dt="2025-04-14T21:28:56.487" v="8052" actId="1076"/>
          <ac:grpSpMkLst>
            <pc:docMk/>
            <pc:sldMk cId="4000819135" sldId="293"/>
            <ac:grpSpMk id="46" creationId="{108CF687-3DDD-7390-C16A-A060B1E97DE3}"/>
          </ac:grpSpMkLst>
        </pc:grpChg>
        <pc:graphicFrameChg chg="add del mod">
          <ac:chgData name="池口晃太" userId="aaf7f548-d2e0-4c70-a7c2-2a19daa89cbd" providerId="ADAL" clId="{E00A540A-4AEA-43AE-9619-592028E1B4A9}" dt="2025-04-14T20:24:04.247" v="6607" actId="478"/>
          <ac:graphicFrameMkLst>
            <pc:docMk/>
            <pc:sldMk cId="4000819135" sldId="293"/>
            <ac:graphicFrameMk id="3" creationId="{6F026451-40A4-F683-39D3-09DE2EF732D7}"/>
          </ac:graphicFrameMkLst>
        </pc:graphicFrameChg>
        <pc:picChg chg="add del mod">
          <ac:chgData name="池口晃太" userId="aaf7f548-d2e0-4c70-a7c2-2a19daa89cbd" providerId="ADAL" clId="{E00A540A-4AEA-43AE-9619-592028E1B4A9}" dt="2025-04-14T20:26:29.019" v="6728" actId="478"/>
          <ac:picMkLst>
            <pc:docMk/>
            <pc:sldMk cId="4000819135" sldId="293"/>
            <ac:picMk id="7" creationId="{C8535476-147A-9DBA-2602-A0C7789DFF92}"/>
          </ac:picMkLst>
        </pc:picChg>
        <pc:picChg chg="add del mod">
          <ac:chgData name="池口晃太" userId="aaf7f548-d2e0-4c70-a7c2-2a19daa89cbd" providerId="ADAL" clId="{E00A540A-4AEA-43AE-9619-592028E1B4A9}" dt="2025-04-14T20:27:50.559" v="6755" actId="478"/>
          <ac:picMkLst>
            <pc:docMk/>
            <pc:sldMk cId="4000819135" sldId="293"/>
            <ac:picMk id="10" creationId="{E1E870BE-C276-5E05-91A0-807282D2D300}"/>
          </ac:picMkLst>
        </pc:picChg>
        <pc:picChg chg="add del mod">
          <ac:chgData name="池口晃太" userId="aaf7f548-d2e0-4c70-a7c2-2a19daa89cbd" providerId="ADAL" clId="{E00A540A-4AEA-43AE-9619-592028E1B4A9}" dt="2025-04-14T20:27:48.519" v="6753" actId="478"/>
          <ac:picMkLst>
            <pc:docMk/>
            <pc:sldMk cId="4000819135" sldId="293"/>
            <ac:picMk id="11" creationId="{F5655367-06C4-7C80-5FC3-744B23E19238}"/>
          </ac:picMkLst>
        </pc:picChg>
        <pc:picChg chg="add del mod modCrop">
          <ac:chgData name="池口晃太" userId="aaf7f548-d2e0-4c70-a7c2-2a19daa89cbd" providerId="ADAL" clId="{E00A540A-4AEA-43AE-9619-592028E1B4A9}" dt="2025-04-14T20:29:38.268" v="6777" actId="478"/>
          <ac:picMkLst>
            <pc:docMk/>
            <pc:sldMk cId="4000819135" sldId="293"/>
            <ac:picMk id="12" creationId="{CE4072FF-7858-6453-6438-0D4B04C2E1DA}"/>
          </ac:picMkLst>
        </pc:picChg>
        <pc:picChg chg="add mod modCrop">
          <ac:chgData name="池口晃太" userId="aaf7f548-d2e0-4c70-a7c2-2a19daa89cbd" providerId="ADAL" clId="{E00A540A-4AEA-43AE-9619-592028E1B4A9}" dt="2025-04-14T21:27:49.408" v="8040" actId="1076"/>
          <ac:picMkLst>
            <pc:docMk/>
            <pc:sldMk cId="4000819135" sldId="293"/>
            <ac:picMk id="23" creationId="{2207F787-AD4E-7517-D247-388EF5527445}"/>
          </ac:picMkLst>
        </pc:picChg>
        <pc:picChg chg="add del mod modCrop">
          <ac:chgData name="池口晃太" userId="aaf7f548-d2e0-4c70-a7c2-2a19daa89cbd" providerId="ADAL" clId="{E00A540A-4AEA-43AE-9619-592028E1B4A9}" dt="2025-04-14T21:06:08.043" v="7546" actId="478"/>
          <ac:picMkLst>
            <pc:docMk/>
            <pc:sldMk cId="4000819135" sldId="293"/>
            <ac:picMk id="24" creationId="{307EC0AB-7FE3-7BA5-3F91-3A63C34FFC37}"/>
          </ac:picMkLst>
        </pc:picChg>
        <pc:picChg chg="mod">
          <ac:chgData name="池口晃太" userId="aaf7f548-d2e0-4c70-a7c2-2a19daa89cbd" providerId="ADAL" clId="{E00A540A-4AEA-43AE-9619-592028E1B4A9}" dt="2025-04-14T21:06:16.244" v="7547"/>
          <ac:picMkLst>
            <pc:docMk/>
            <pc:sldMk cId="4000819135" sldId="293"/>
            <ac:picMk id="56" creationId="{640B48EA-9626-24EF-5159-C9E265711F13}"/>
          </ac:picMkLst>
        </pc:picChg>
        <pc:picChg chg="mod">
          <ac:chgData name="池口晃太" userId="aaf7f548-d2e0-4c70-a7c2-2a19daa89cbd" providerId="ADAL" clId="{E00A540A-4AEA-43AE-9619-592028E1B4A9}" dt="2025-04-14T21:06:16.244" v="7547"/>
          <ac:picMkLst>
            <pc:docMk/>
            <pc:sldMk cId="4000819135" sldId="293"/>
            <ac:picMk id="59" creationId="{26459332-F397-5BFF-575E-F8D5CE952484}"/>
          </ac:picMkLst>
        </pc:picChg>
        <pc:picChg chg="mod">
          <ac:chgData name="池口晃太" userId="aaf7f548-d2e0-4c70-a7c2-2a19daa89cbd" providerId="ADAL" clId="{E00A540A-4AEA-43AE-9619-592028E1B4A9}" dt="2025-04-14T21:06:16.244" v="7547"/>
          <ac:picMkLst>
            <pc:docMk/>
            <pc:sldMk cId="4000819135" sldId="293"/>
            <ac:picMk id="60" creationId="{25EAC83A-E819-494C-1105-35E6BD109474}"/>
          </ac:picMkLst>
        </pc:picChg>
      </pc:sldChg>
      <pc:sldChg chg="addSp delSp modSp add mod modNotesTx">
        <pc:chgData name="池口晃太" userId="aaf7f548-d2e0-4c70-a7c2-2a19daa89cbd" providerId="ADAL" clId="{E00A540A-4AEA-43AE-9619-592028E1B4A9}" dt="2025-04-15T09:00:48.333" v="12418" actId="20577"/>
        <pc:sldMkLst>
          <pc:docMk/>
          <pc:sldMk cId="1028419542" sldId="294"/>
        </pc:sldMkLst>
        <pc:spChg chg="mod">
          <ac:chgData name="池口晃太" userId="aaf7f548-d2e0-4c70-a7c2-2a19daa89cbd" providerId="ADAL" clId="{E00A540A-4AEA-43AE-9619-592028E1B4A9}" dt="2025-04-15T00:11:10.633" v="10275" actId="20577"/>
          <ac:spMkLst>
            <pc:docMk/>
            <pc:sldMk cId="1028419542" sldId="294"/>
            <ac:spMk id="2" creationId="{0B132C47-8B2E-BBE9-7351-BA1D07F212B2}"/>
          </ac:spMkLst>
        </pc:spChg>
        <pc:spChg chg="add mod">
          <ac:chgData name="池口晃太" userId="aaf7f548-d2e0-4c70-a7c2-2a19daa89cbd" providerId="ADAL" clId="{E00A540A-4AEA-43AE-9619-592028E1B4A9}" dt="2025-04-15T08:59:07.144" v="12413" actId="1076"/>
          <ac:spMkLst>
            <pc:docMk/>
            <pc:sldMk cId="1028419542" sldId="294"/>
            <ac:spMk id="3" creationId="{CDD693B5-3620-327D-3BAA-C3B73BECC6F7}"/>
          </ac:spMkLst>
        </pc:spChg>
        <pc:spChg chg="mod">
          <ac:chgData name="池口晃太" userId="aaf7f548-d2e0-4c70-a7c2-2a19daa89cbd" providerId="ADAL" clId="{E00A540A-4AEA-43AE-9619-592028E1B4A9}" dt="2025-04-15T00:25:30.230" v="10322" actId="20577"/>
          <ac:spMkLst>
            <pc:docMk/>
            <pc:sldMk cId="1028419542" sldId="294"/>
            <ac:spMk id="4" creationId="{5F6C15A0-2CAF-B852-4376-789498355C19}"/>
          </ac:spMkLst>
        </pc:spChg>
        <pc:spChg chg="add del">
          <ac:chgData name="池口晃太" userId="aaf7f548-d2e0-4c70-a7c2-2a19daa89cbd" providerId="ADAL" clId="{E00A540A-4AEA-43AE-9619-592028E1B4A9}" dt="2025-04-15T00:14:27.082" v="10283" actId="22"/>
          <ac:spMkLst>
            <pc:docMk/>
            <pc:sldMk cId="1028419542" sldId="294"/>
            <ac:spMk id="8" creationId="{8E3C38A5-F88D-4615-80D7-119FCCB90B0D}"/>
          </ac:spMkLst>
        </pc:spChg>
        <pc:spChg chg="add mod">
          <ac:chgData name="池口晃太" userId="aaf7f548-d2e0-4c70-a7c2-2a19daa89cbd" providerId="ADAL" clId="{E00A540A-4AEA-43AE-9619-592028E1B4A9}" dt="2025-04-15T00:22:33.790" v="10298" actId="14100"/>
          <ac:spMkLst>
            <pc:docMk/>
            <pc:sldMk cId="1028419542" sldId="294"/>
            <ac:spMk id="10" creationId="{75DB0429-F1BF-1BA7-100B-D9AD91E853E1}"/>
          </ac:spMkLst>
        </pc:spChg>
        <pc:picChg chg="add mod">
          <ac:chgData name="池口晃太" userId="aaf7f548-d2e0-4c70-a7c2-2a19daa89cbd" providerId="ADAL" clId="{E00A540A-4AEA-43AE-9619-592028E1B4A9}" dt="2025-04-15T08:59:12.725" v="12414" actId="14100"/>
          <ac:picMkLst>
            <pc:docMk/>
            <pc:sldMk cId="1028419542" sldId="294"/>
            <ac:picMk id="6" creationId="{5CFDD4EC-0F24-1D94-216D-DBED822A6939}"/>
          </ac:picMkLst>
        </pc:picChg>
      </pc:sldChg>
      <pc:sldChg chg="addSp delSp modSp add mod modNotesTx">
        <pc:chgData name="池口晃太" userId="aaf7f548-d2e0-4c70-a7c2-2a19daa89cbd" providerId="ADAL" clId="{E00A540A-4AEA-43AE-9619-592028E1B4A9}" dt="2025-04-15T08:12:03.372" v="11637" actId="20577"/>
        <pc:sldMkLst>
          <pc:docMk/>
          <pc:sldMk cId="3663474307" sldId="295"/>
        </pc:sldMkLst>
        <pc:spChg chg="add del mod">
          <ac:chgData name="池口晃太" userId="aaf7f548-d2e0-4c70-a7c2-2a19daa89cbd" providerId="ADAL" clId="{E00A540A-4AEA-43AE-9619-592028E1B4A9}" dt="2025-04-14T20:53:27.362" v="7318"/>
          <ac:spMkLst>
            <pc:docMk/>
            <pc:sldMk cId="3663474307" sldId="295"/>
            <ac:spMk id="3" creationId="{F4711DCD-035A-C3DC-39F2-BE5ABED7FA1E}"/>
          </ac:spMkLst>
        </pc:spChg>
        <pc:spChg chg="mod">
          <ac:chgData name="池口晃太" userId="aaf7f548-d2e0-4c70-a7c2-2a19daa89cbd" providerId="ADAL" clId="{E00A540A-4AEA-43AE-9619-592028E1B4A9}" dt="2025-04-14T22:30:34.169" v="8702" actId="255"/>
          <ac:spMkLst>
            <pc:docMk/>
            <pc:sldMk cId="3663474307" sldId="295"/>
            <ac:spMk id="4" creationId="{C22B7670-ED46-FCF7-7C42-25EC75A3E36E}"/>
          </ac:spMkLst>
        </pc:spChg>
        <pc:spChg chg="add mod">
          <ac:chgData name="池口晃太" userId="aaf7f548-d2e0-4c70-a7c2-2a19daa89cbd" providerId="ADAL" clId="{E00A540A-4AEA-43AE-9619-592028E1B4A9}" dt="2025-04-14T21:22:24.571" v="8030" actId="20577"/>
          <ac:spMkLst>
            <pc:docMk/>
            <pc:sldMk cId="3663474307" sldId="295"/>
            <ac:spMk id="7" creationId="{CA04F651-EA9F-9500-C89F-B57BF3ECFBBE}"/>
          </ac:spMkLst>
        </pc:spChg>
        <pc:spChg chg="mod">
          <ac:chgData name="池口晃太" userId="aaf7f548-d2e0-4c70-a7c2-2a19daa89cbd" providerId="ADAL" clId="{E00A540A-4AEA-43AE-9619-592028E1B4A9}" dt="2025-04-14T21:00:11.727" v="7415" actId="14100"/>
          <ac:spMkLst>
            <pc:docMk/>
            <pc:sldMk cId="3663474307" sldId="295"/>
            <ac:spMk id="8" creationId="{ABDB4006-44A9-4653-0717-00805F23B1CC}"/>
          </ac:spMkLst>
        </pc:spChg>
        <pc:spChg chg="del">
          <ac:chgData name="池口晃太" userId="aaf7f548-d2e0-4c70-a7c2-2a19daa89cbd" providerId="ADAL" clId="{E00A540A-4AEA-43AE-9619-592028E1B4A9}" dt="2025-04-14T20:39:40.992" v="6892" actId="478"/>
          <ac:spMkLst>
            <pc:docMk/>
            <pc:sldMk cId="3663474307" sldId="295"/>
            <ac:spMk id="25" creationId="{58674D59-7FF5-B939-7370-330FA87129CE}"/>
          </ac:spMkLst>
        </pc:spChg>
        <pc:spChg chg="del">
          <ac:chgData name="池口晃太" userId="aaf7f548-d2e0-4c70-a7c2-2a19daa89cbd" providerId="ADAL" clId="{E00A540A-4AEA-43AE-9619-592028E1B4A9}" dt="2025-04-14T20:39:38.256" v="6890" actId="478"/>
          <ac:spMkLst>
            <pc:docMk/>
            <pc:sldMk cId="3663474307" sldId="295"/>
            <ac:spMk id="39" creationId="{3FDC8AB7-1AF7-C4D8-E278-1AF68441E2D9}"/>
          </ac:spMkLst>
        </pc:spChg>
        <pc:spChg chg="del">
          <ac:chgData name="池口晃太" userId="aaf7f548-d2e0-4c70-a7c2-2a19daa89cbd" providerId="ADAL" clId="{E00A540A-4AEA-43AE-9619-592028E1B4A9}" dt="2025-04-14T20:39:39.638" v="6891" actId="478"/>
          <ac:spMkLst>
            <pc:docMk/>
            <pc:sldMk cId="3663474307" sldId="295"/>
            <ac:spMk id="40" creationId="{B9084A54-62D8-4DF5-1079-5454149D676F}"/>
          </ac:spMkLst>
        </pc:spChg>
        <pc:grpChg chg="del">
          <ac:chgData name="池口晃太" userId="aaf7f548-d2e0-4c70-a7c2-2a19daa89cbd" providerId="ADAL" clId="{E00A540A-4AEA-43AE-9619-592028E1B4A9}" dt="2025-04-14T20:39:38.256" v="6890" actId="478"/>
          <ac:grpSpMkLst>
            <pc:docMk/>
            <pc:sldMk cId="3663474307" sldId="295"/>
            <ac:grpSpMk id="26" creationId="{55B5C672-223F-1412-CF9C-3543F6D15DD4}"/>
          </ac:grpSpMkLst>
        </pc:grpChg>
        <pc:grpChg chg="del">
          <ac:chgData name="池口晃太" userId="aaf7f548-d2e0-4c70-a7c2-2a19daa89cbd" providerId="ADAL" clId="{E00A540A-4AEA-43AE-9619-592028E1B4A9}" dt="2025-04-14T20:39:39.638" v="6891" actId="478"/>
          <ac:grpSpMkLst>
            <pc:docMk/>
            <pc:sldMk cId="3663474307" sldId="295"/>
            <ac:grpSpMk id="27" creationId="{0466FF64-3B60-C06D-A54F-56E45FBEFBA8}"/>
          </ac:grpSpMkLst>
        </pc:grpChg>
        <pc:graphicFrameChg chg="add mod modGraphic">
          <ac:chgData name="池口晃太" userId="aaf7f548-d2e0-4c70-a7c2-2a19daa89cbd" providerId="ADAL" clId="{E00A540A-4AEA-43AE-9619-592028E1B4A9}" dt="2025-04-15T07:21:23.359" v="10892" actId="20577"/>
          <ac:graphicFrameMkLst>
            <pc:docMk/>
            <pc:sldMk cId="3663474307" sldId="295"/>
            <ac:graphicFrameMk id="2" creationId="{7AD756E4-51DB-139E-7789-4322D460531F}"/>
          </ac:graphicFrameMkLst>
        </pc:graphicFrameChg>
        <pc:picChg chg="del">
          <ac:chgData name="池口晃太" userId="aaf7f548-d2e0-4c70-a7c2-2a19daa89cbd" providerId="ADAL" clId="{E00A540A-4AEA-43AE-9619-592028E1B4A9}" dt="2025-04-14T20:39:38.256" v="6890" actId="478"/>
          <ac:picMkLst>
            <pc:docMk/>
            <pc:sldMk cId="3663474307" sldId="295"/>
            <ac:picMk id="23" creationId="{08DD1FCA-E550-BFDA-BD32-EDC0D2B00CAE}"/>
          </ac:picMkLst>
        </pc:picChg>
        <pc:picChg chg="del">
          <ac:chgData name="池口晃太" userId="aaf7f548-d2e0-4c70-a7c2-2a19daa89cbd" providerId="ADAL" clId="{E00A540A-4AEA-43AE-9619-592028E1B4A9}" dt="2025-04-14T20:39:39.638" v="6891" actId="478"/>
          <ac:picMkLst>
            <pc:docMk/>
            <pc:sldMk cId="3663474307" sldId="295"/>
            <ac:picMk id="24" creationId="{7C5D19EC-434E-FE25-4213-3BA635C79A6F}"/>
          </ac:picMkLst>
        </pc:picChg>
      </pc:sldChg>
      <pc:sldChg chg="addSp delSp modSp add mod modNotesTx">
        <pc:chgData name="池口晃太" userId="aaf7f548-d2e0-4c70-a7c2-2a19daa89cbd" providerId="ADAL" clId="{E00A540A-4AEA-43AE-9619-592028E1B4A9}" dt="2025-04-15T08:17:07.350" v="11638"/>
        <pc:sldMkLst>
          <pc:docMk/>
          <pc:sldMk cId="2876041712" sldId="296"/>
        </pc:sldMkLst>
        <pc:spChg chg="mod">
          <ac:chgData name="池口晃太" userId="aaf7f548-d2e0-4c70-a7c2-2a19daa89cbd" providerId="ADAL" clId="{E00A540A-4AEA-43AE-9619-592028E1B4A9}" dt="2025-04-14T22:30:53.708" v="8708" actId="20577"/>
          <ac:spMkLst>
            <pc:docMk/>
            <pc:sldMk cId="2876041712" sldId="296"/>
            <ac:spMk id="4" creationId="{39326781-8E5F-8DAB-F17C-68AD44A6DF48}"/>
          </ac:spMkLst>
        </pc:spChg>
        <pc:spChg chg="mod">
          <ac:chgData name="池口晃太" userId="aaf7f548-d2e0-4c70-a7c2-2a19daa89cbd" providerId="ADAL" clId="{E00A540A-4AEA-43AE-9619-592028E1B4A9}" dt="2025-04-14T21:22:06.357" v="8016" actId="1076"/>
          <ac:spMkLst>
            <pc:docMk/>
            <pc:sldMk cId="2876041712" sldId="296"/>
            <ac:spMk id="7" creationId="{E0F78F6D-DD29-2E71-8B7F-6EA77183D054}"/>
          </ac:spMkLst>
        </pc:spChg>
        <pc:spChg chg="mod">
          <ac:chgData name="池口晃太" userId="aaf7f548-d2e0-4c70-a7c2-2a19daa89cbd" providerId="ADAL" clId="{E00A540A-4AEA-43AE-9619-592028E1B4A9}" dt="2025-04-14T21:08:42.380" v="7589" actId="14100"/>
          <ac:spMkLst>
            <pc:docMk/>
            <pc:sldMk cId="2876041712" sldId="296"/>
            <ac:spMk id="8" creationId="{99AE93ED-7E8E-B838-D15B-DCE2EEDFC370}"/>
          </ac:spMkLst>
        </pc:spChg>
        <pc:graphicFrameChg chg="mod modGraphic">
          <ac:chgData name="池口晃太" userId="aaf7f548-d2e0-4c70-a7c2-2a19daa89cbd" providerId="ADAL" clId="{E00A540A-4AEA-43AE-9619-592028E1B4A9}" dt="2025-04-14T21:22:41.474" v="8033" actId="207"/>
          <ac:graphicFrameMkLst>
            <pc:docMk/>
            <pc:sldMk cId="2876041712" sldId="296"/>
            <ac:graphicFrameMk id="2" creationId="{8534E9D0-B7B7-E62D-F8E6-346AF029EA99}"/>
          </ac:graphicFrameMkLst>
        </pc:graphicFrameChg>
        <pc:graphicFrameChg chg="add del mod modGraphic">
          <ac:chgData name="池口晃太" userId="aaf7f548-d2e0-4c70-a7c2-2a19daa89cbd" providerId="ADAL" clId="{E00A540A-4AEA-43AE-9619-592028E1B4A9}" dt="2025-04-14T21:11:31.156" v="7733" actId="478"/>
          <ac:graphicFrameMkLst>
            <pc:docMk/>
            <pc:sldMk cId="2876041712" sldId="296"/>
            <ac:graphicFrameMk id="3" creationId="{FF067D97-2F81-D71A-52D3-B7AE1A2D7F52}"/>
          </ac:graphicFrameMkLst>
        </pc:graphicFrameChg>
      </pc:sldChg>
      <pc:sldChg chg="addSp delSp modSp add mod ord modNotesTx">
        <pc:chgData name="池口晃太" userId="aaf7f548-d2e0-4c70-a7c2-2a19daa89cbd" providerId="ADAL" clId="{E00A540A-4AEA-43AE-9619-592028E1B4A9}" dt="2025-04-15T09:19:53.018" v="12848" actId="113"/>
        <pc:sldMkLst>
          <pc:docMk/>
          <pc:sldMk cId="351882090" sldId="297"/>
        </pc:sldMkLst>
        <pc:spChg chg="mod">
          <ac:chgData name="池口晃太" userId="aaf7f548-d2e0-4c70-a7c2-2a19daa89cbd" providerId="ADAL" clId="{E00A540A-4AEA-43AE-9619-592028E1B4A9}" dt="2025-04-14T23:40:50.799" v="10218" actId="20577"/>
          <ac:spMkLst>
            <pc:docMk/>
            <pc:sldMk cId="351882090" sldId="297"/>
            <ac:spMk id="2" creationId="{94564BCF-99D4-D684-656D-4B23530DE3F5}"/>
          </ac:spMkLst>
        </pc:spChg>
        <pc:spChg chg="add del">
          <ac:chgData name="池口晃太" userId="aaf7f548-d2e0-4c70-a7c2-2a19daa89cbd" providerId="ADAL" clId="{E00A540A-4AEA-43AE-9619-592028E1B4A9}" dt="2025-04-15T09:02:17.494" v="12422" actId="22"/>
          <ac:spMkLst>
            <pc:docMk/>
            <pc:sldMk cId="351882090" sldId="297"/>
            <ac:spMk id="8" creationId="{5C17A5D3-342C-321C-DFEE-F648B1C00E31}"/>
          </ac:spMkLst>
        </pc:spChg>
        <pc:spChg chg="add mod">
          <ac:chgData name="池口晃太" userId="aaf7f548-d2e0-4c70-a7c2-2a19daa89cbd" providerId="ADAL" clId="{E00A540A-4AEA-43AE-9619-592028E1B4A9}" dt="2025-04-15T09:03:52.162" v="12462" actId="1076"/>
          <ac:spMkLst>
            <pc:docMk/>
            <pc:sldMk cId="351882090" sldId="297"/>
            <ac:spMk id="10" creationId="{D4923507-EB1E-9FBE-387D-66D1D0F7345B}"/>
          </ac:spMkLst>
        </pc:spChg>
        <pc:graphicFrameChg chg="mod modGraphic">
          <ac:chgData name="池口晃太" userId="aaf7f548-d2e0-4c70-a7c2-2a19daa89cbd" providerId="ADAL" clId="{E00A540A-4AEA-43AE-9619-592028E1B4A9}" dt="2025-04-15T09:07:53.042" v="12544" actId="207"/>
          <ac:graphicFrameMkLst>
            <pc:docMk/>
            <pc:sldMk cId="351882090" sldId="297"/>
            <ac:graphicFrameMk id="3" creationId="{FE2923B9-692C-E340-5687-12E3E061AD6F}"/>
          </ac:graphicFrameMkLst>
        </pc:graphicFrameChg>
        <pc:graphicFrameChg chg="add mod modGraphic">
          <ac:chgData name="池口晃太" userId="aaf7f548-d2e0-4c70-a7c2-2a19daa89cbd" providerId="ADAL" clId="{E00A540A-4AEA-43AE-9619-592028E1B4A9}" dt="2025-04-15T09:19:53.018" v="12848" actId="113"/>
          <ac:graphicFrameMkLst>
            <pc:docMk/>
            <pc:sldMk cId="351882090" sldId="297"/>
            <ac:graphicFrameMk id="6" creationId="{9190E962-1DF6-F36B-DC66-D18737F7397E}"/>
          </ac:graphicFrameMkLst>
        </pc:graphicFrameChg>
      </pc:sldChg>
      <pc:sldChg chg="addSp delSp modSp add mod ord modNotesTx">
        <pc:chgData name="池口晃太" userId="aaf7f548-d2e0-4c70-a7c2-2a19daa89cbd" providerId="ADAL" clId="{E00A540A-4AEA-43AE-9619-592028E1B4A9}" dt="2025-04-15T09:12:23.935" v="12737" actId="20577"/>
        <pc:sldMkLst>
          <pc:docMk/>
          <pc:sldMk cId="1701380103" sldId="298"/>
        </pc:sldMkLst>
        <pc:spChg chg="add mod">
          <ac:chgData name="池口晃太" userId="aaf7f548-d2e0-4c70-a7c2-2a19daa89cbd" providerId="ADAL" clId="{E00A540A-4AEA-43AE-9619-592028E1B4A9}" dt="2025-04-15T00:40:15.004" v="10765" actId="1076"/>
          <ac:spMkLst>
            <pc:docMk/>
            <pc:sldMk cId="1701380103" sldId="298"/>
            <ac:spMk id="3" creationId="{A2B2BD52-6BF8-D50A-FE8D-F96406BD6300}"/>
          </ac:spMkLst>
        </pc:spChg>
        <pc:spChg chg="mod">
          <ac:chgData name="池口晃太" userId="aaf7f548-d2e0-4c70-a7c2-2a19daa89cbd" providerId="ADAL" clId="{E00A540A-4AEA-43AE-9619-592028E1B4A9}" dt="2025-04-14T23:41:27.746" v="10233" actId="20577"/>
          <ac:spMkLst>
            <pc:docMk/>
            <pc:sldMk cId="1701380103" sldId="298"/>
            <ac:spMk id="4" creationId="{464BB69A-A194-EB7B-8FDC-2B5E2FBC3246}"/>
          </ac:spMkLst>
        </pc:spChg>
        <pc:spChg chg="add mod">
          <ac:chgData name="池口晃太" userId="aaf7f548-d2e0-4c70-a7c2-2a19daa89cbd" providerId="ADAL" clId="{E00A540A-4AEA-43AE-9619-592028E1B4A9}" dt="2025-04-15T00:40:17.656" v="10766" actId="1076"/>
          <ac:spMkLst>
            <pc:docMk/>
            <pc:sldMk cId="1701380103" sldId="298"/>
            <ac:spMk id="7" creationId="{2A4E0221-C710-F8E5-7A8E-FB2228D065E1}"/>
          </ac:spMkLst>
        </pc:spChg>
        <pc:spChg chg="del mod">
          <ac:chgData name="池口晃太" userId="aaf7f548-d2e0-4c70-a7c2-2a19daa89cbd" providerId="ADAL" clId="{E00A540A-4AEA-43AE-9619-592028E1B4A9}" dt="2025-04-15T00:25:40.999" v="10326"/>
          <ac:spMkLst>
            <pc:docMk/>
            <pc:sldMk cId="1701380103" sldId="298"/>
            <ac:spMk id="7" creationId="{A48B4360-C763-498B-7FEA-FDA8EAF33730}"/>
          </ac:spMkLst>
        </pc:spChg>
        <pc:spChg chg="add mod">
          <ac:chgData name="池口晃太" userId="aaf7f548-d2e0-4c70-a7c2-2a19daa89cbd" providerId="ADAL" clId="{E00A540A-4AEA-43AE-9619-592028E1B4A9}" dt="2025-04-15T00:40:25.510" v="10767" actId="1076"/>
          <ac:spMkLst>
            <pc:docMk/>
            <pc:sldMk cId="1701380103" sldId="298"/>
            <ac:spMk id="9" creationId="{FDCACA99-D2E7-A109-7896-CFB87DCF4402}"/>
          </ac:spMkLst>
        </pc:spChg>
      </pc:sldChg>
      <pc:sldChg chg="modSp add mod modNotesTx">
        <pc:chgData name="池口晃太" userId="aaf7f548-d2e0-4c70-a7c2-2a19daa89cbd" providerId="ADAL" clId="{E00A540A-4AEA-43AE-9619-592028E1B4A9}" dt="2025-04-15T07:41:57.167" v="11191" actId="5793"/>
        <pc:sldMkLst>
          <pc:docMk/>
          <pc:sldMk cId="2116676242" sldId="299"/>
        </pc:sldMkLst>
        <pc:spChg chg="mod">
          <ac:chgData name="池口晃太" userId="aaf7f548-d2e0-4c70-a7c2-2a19daa89cbd" providerId="ADAL" clId="{E00A540A-4AEA-43AE-9619-592028E1B4A9}" dt="2025-04-15T00:26:47.663" v="10338" actId="20577"/>
          <ac:spMkLst>
            <pc:docMk/>
            <pc:sldMk cId="2116676242" sldId="299"/>
            <ac:spMk id="2" creationId="{A7D5CF03-78A1-6FBD-39A9-185E9C21D07E}"/>
          </ac:spMkLst>
        </pc:spChg>
      </pc:sldChg>
      <pc:sldChg chg="modSp add mod ord modNotesTx">
        <pc:chgData name="池口晃太" userId="aaf7f548-d2e0-4c70-a7c2-2a19daa89cbd" providerId="ADAL" clId="{E00A540A-4AEA-43AE-9619-592028E1B4A9}" dt="2025-04-15T08:17:33.815" v="11667" actId="20577"/>
        <pc:sldMkLst>
          <pc:docMk/>
          <pc:sldMk cId="2737548218" sldId="300"/>
        </pc:sldMkLst>
        <pc:spChg chg="mod">
          <ac:chgData name="池口晃太" userId="aaf7f548-d2e0-4c70-a7c2-2a19daa89cbd" providerId="ADAL" clId="{E00A540A-4AEA-43AE-9619-592028E1B4A9}" dt="2025-04-15T00:27:14.657" v="10342" actId="207"/>
          <ac:spMkLst>
            <pc:docMk/>
            <pc:sldMk cId="2737548218" sldId="300"/>
            <ac:spMk id="2" creationId="{E5821040-0427-752B-4DBF-4FF8712968D2}"/>
          </ac:spMkLst>
        </pc:spChg>
      </pc:sldChg>
      <pc:sldChg chg="add del">
        <pc:chgData name="池口晃太" userId="aaf7f548-d2e0-4c70-a7c2-2a19daa89cbd" providerId="ADAL" clId="{E00A540A-4AEA-43AE-9619-592028E1B4A9}" dt="2025-04-15T00:26:23.319" v="10330"/>
        <pc:sldMkLst>
          <pc:docMk/>
          <pc:sldMk cId="3541845309" sldId="300"/>
        </pc:sldMkLst>
      </pc:sldChg>
      <pc:sldChg chg="add del">
        <pc:chgData name="池口晃太" userId="aaf7f548-d2e0-4c70-a7c2-2a19daa89cbd" providerId="ADAL" clId="{E00A540A-4AEA-43AE-9619-592028E1B4A9}" dt="2025-04-15T07:32:59.790" v="11049" actId="47"/>
        <pc:sldMkLst>
          <pc:docMk/>
          <pc:sldMk cId="512280956" sldId="301"/>
        </pc:sldMkLst>
      </pc:sldChg>
      <pc:sldChg chg="addSp delSp modSp add mod">
        <pc:chgData name="池口晃太" userId="aaf7f548-d2e0-4c70-a7c2-2a19daa89cbd" providerId="ADAL" clId="{E00A540A-4AEA-43AE-9619-592028E1B4A9}" dt="2025-04-15T08:41:25.871" v="12320" actId="20577"/>
        <pc:sldMkLst>
          <pc:docMk/>
          <pc:sldMk cId="3632172920" sldId="302"/>
        </pc:sldMkLst>
        <pc:spChg chg="mod">
          <ac:chgData name="池口晃太" userId="aaf7f548-d2e0-4c70-a7c2-2a19daa89cbd" providerId="ADAL" clId="{E00A540A-4AEA-43AE-9619-592028E1B4A9}" dt="2025-04-15T08:32:03.499" v="11999" actId="14100"/>
          <ac:spMkLst>
            <pc:docMk/>
            <pc:sldMk cId="3632172920" sldId="302"/>
            <ac:spMk id="2" creationId="{CF6D521C-21CE-D6C2-731E-CDA1F0A2AA77}"/>
          </ac:spMkLst>
        </pc:spChg>
        <pc:spChg chg="add del mod">
          <ac:chgData name="池口晃太" userId="aaf7f548-d2e0-4c70-a7c2-2a19daa89cbd" providerId="ADAL" clId="{E00A540A-4AEA-43AE-9619-592028E1B4A9}" dt="2025-04-15T08:33:30.915" v="12002" actId="478"/>
          <ac:spMkLst>
            <pc:docMk/>
            <pc:sldMk cId="3632172920" sldId="302"/>
            <ac:spMk id="3" creationId="{32B354B3-ACD7-8C43-1A50-2BD7568F7279}"/>
          </ac:spMkLst>
        </pc:spChg>
        <pc:spChg chg="mod">
          <ac:chgData name="池口晃太" userId="aaf7f548-d2e0-4c70-a7c2-2a19daa89cbd" providerId="ADAL" clId="{E00A540A-4AEA-43AE-9619-592028E1B4A9}" dt="2025-04-15T08:31:25.130" v="11966" actId="20577"/>
          <ac:spMkLst>
            <pc:docMk/>
            <pc:sldMk cId="3632172920" sldId="302"/>
            <ac:spMk id="4" creationId="{67B5C586-8DA2-B2C5-443F-D9951010A644}"/>
          </ac:spMkLst>
        </pc:spChg>
        <pc:spChg chg="add del">
          <ac:chgData name="池口晃太" userId="aaf7f548-d2e0-4c70-a7c2-2a19daa89cbd" providerId="ADAL" clId="{E00A540A-4AEA-43AE-9619-592028E1B4A9}" dt="2025-04-15T08:40:55.344" v="12299" actId="22"/>
          <ac:spMkLst>
            <pc:docMk/>
            <pc:sldMk cId="3632172920" sldId="302"/>
            <ac:spMk id="8" creationId="{F044FF50-822A-5C17-35B9-11D9CDA4A164}"/>
          </ac:spMkLst>
        </pc:spChg>
        <pc:spChg chg="add del mod">
          <ac:chgData name="池口晃太" userId="aaf7f548-d2e0-4c70-a7c2-2a19daa89cbd" providerId="ADAL" clId="{E00A540A-4AEA-43AE-9619-592028E1B4A9}" dt="2025-04-15T08:41:16.798" v="12307" actId="478"/>
          <ac:spMkLst>
            <pc:docMk/>
            <pc:sldMk cId="3632172920" sldId="302"/>
            <ac:spMk id="10" creationId="{3C411AE9-30AA-A0E2-3D00-552D32F0B97B}"/>
          </ac:spMkLst>
        </pc:spChg>
        <pc:graphicFrameChg chg="add mod modGraphic">
          <ac:chgData name="池口晃太" userId="aaf7f548-d2e0-4c70-a7c2-2a19daa89cbd" providerId="ADAL" clId="{E00A540A-4AEA-43AE-9619-592028E1B4A9}" dt="2025-04-15T08:41:25.871" v="12320" actId="20577"/>
          <ac:graphicFrameMkLst>
            <pc:docMk/>
            <pc:sldMk cId="3632172920" sldId="302"/>
            <ac:graphicFrameMk id="6" creationId="{63414D38-0B85-74A8-42B3-60B58437CFAF}"/>
          </ac:graphicFrameMkLst>
        </pc:graphicFrameChg>
      </pc:sldChg>
      <pc:sldChg chg="addSp modSp add mod">
        <pc:chgData name="池口晃太" userId="aaf7f548-d2e0-4c70-a7c2-2a19daa89cbd" providerId="ADAL" clId="{E00A540A-4AEA-43AE-9619-592028E1B4A9}" dt="2025-04-15T09:15:26.812" v="12812" actId="207"/>
        <pc:sldMkLst>
          <pc:docMk/>
          <pc:sldMk cId="947658469" sldId="303"/>
        </pc:sldMkLst>
        <pc:spChg chg="mod">
          <ac:chgData name="池口晃太" userId="aaf7f548-d2e0-4c70-a7c2-2a19daa89cbd" providerId="ADAL" clId="{E00A540A-4AEA-43AE-9619-592028E1B4A9}" dt="2025-04-15T09:15:10.136" v="12808" actId="20577"/>
          <ac:spMkLst>
            <pc:docMk/>
            <pc:sldMk cId="947658469" sldId="303"/>
            <ac:spMk id="2" creationId="{BBCD1CC6-B14D-A9AC-BE15-6C714F7C7E30}"/>
          </ac:spMkLst>
        </pc:spChg>
        <pc:spChg chg="mod">
          <ac:chgData name="池口晃太" userId="aaf7f548-d2e0-4c70-a7c2-2a19daa89cbd" providerId="ADAL" clId="{E00A540A-4AEA-43AE-9619-592028E1B4A9}" dt="2025-04-15T09:14:04.255" v="12763" actId="20577"/>
          <ac:spMkLst>
            <pc:docMk/>
            <pc:sldMk cId="947658469" sldId="303"/>
            <ac:spMk id="4" creationId="{70586AA9-A112-314C-932F-C2ABE44211E1}"/>
          </ac:spMkLst>
        </pc:spChg>
        <pc:spChg chg="add mod">
          <ac:chgData name="池口晃太" userId="aaf7f548-d2e0-4c70-a7c2-2a19daa89cbd" providerId="ADAL" clId="{E00A540A-4AEA-43AE-9619-592028E1B4A9}" dt="2025-04-15T09:15:11.960" v="12809"/>
          <ac:spMkLst>
            <pc:docMk/>
            <pc:sldMk cId="947658469" sldId="303"/>
            <ac:spMk id="7" creationId="{003C470E-4FFE-6E9C-BA10-A4287E9A5B05}"/>
          </ac:spMkLst>
        </pc:spChg>
        <pc:spChg chg="add mod">
          <ac:chgData name="池口晃太" userId="aaf7f548-d2e0-4c70-a7c2-2a19daa89cbd" providerId="ADAL" clId="{E00A540A-4AEA-43AE-9619-592028E1B4A9}" dt="2025-04-15T09:15:11.960" v="12809"/>
          <ac:spMkLst>
            <pc:docMk/>
            <pc:sldMk cId="947658469" sldId="303"/>
            <ac:spMk id="8" creationId="{A55D0304-B65A-524F-4098-1C5F70237765}"/>
          </ac:spMkLst>
        </pc:spChg>
        <pc:spChg chg="add mod">
          <ac:chgData name="池口晃太" userId="aaf7f548-d2e0-4c70-a7c2-2a19daa89cbd" providerId="ADAL" clId="{E00A540A-4AEA-43AE-9619-592028E1B4A9}" dt="2025-04-15T09:15:11.960" v="12809"/>
          <ac:spMkLst>
            <pc:docMk/>
            <pc:sldMk cId="947658469" sldId="303"/>
            <ac:spMk id="10" creationId="{69B75953-75C4-F2E2-88D9-385DDB32BDA6}"/>
          </ac:spMkLst>
        </pc:spChg>
        <pc:spChg chg="add mod">
          <ac:chgData name="池口晃太" userId="aaf7f548-d2e0-4c70-a7c2-2a19daa89cbd" providerId="ADAL" clId="{E00A540A-4AEA-43AE-9619-592028E1B4A9}" dt="2025-04-15T09:15:11.960" v="12809"/>
          <ac:spMkLst>
            <pc:docMk/>
            <pc:sldMk cId="947658469" sldId="303"/>
            <ac:spMk id="12" creationId="{6C4F8FC5-90A8-6DFC-9BC3-D1FCB2F265AD}"/>
          </ac:spMkLst>
        </pc:spChg>
        <pc:spChg chg="add mod">
          <ac:chgData name="池口晃太" userId="aaf7f548-d2e0-4c70-a7c2-2a19daa89cbd" providerId="ADAL" clId="{E00A540A-4AEA-43AE-9619-592028E1B4A9}" dt="2025-04-15T09:15:11.960" v="12809"/>
          <ac:spMkLst>
            <pc:docMk/>
            <pc:sldMk cId="947658469" sldId="303"/>
            <ac:spMk id="13" creationId="{BCB2F7D9-051A-FBF4-DE92-728AF41FF471}"/>
          </ac:spMkLst>
        </pc:spChg>
        <pc:spChg chg="add mod">
          <ac:chgData name="池口晃太" userId="aaf7f548-d2e0-4c70-a7c2-2a19daa89cbd" providerId="ADAL" clId="{E00A540A-4AEA-43AE-9619-592028E1B4A9}" dt="2025-04-15T09:15:11.960" v="12809"/>
          <ac:spMkLst>
            <pc:docMk/>
            <pc:sldMk cId="947658469" sldId="303"/>
            <ac:spMk id="15" creationId="{FFA2A3B6-F644-2EDC-51CB-8BB678EFA947}"/>
          </ac:spMkLst>
        </pc:spChg>
        <pc:spChg chg="mod">
          <ac:chgData name="池口晃太" userId="aaf7f548-d2e0-4c70-a7c2-2a19daa89cbd" providerId="ADAL" clId="{E00A540A-4AEA-43AE-9619-592028E1B4A9}" dt="2025-04-15T09:15:18.272" v="12810" actId="207"/>
          <ac:spMkLst>
            <pc:docMk/>
            <pc:sldMk cId="947658469" sldId="303"/>
            <ac:spMk id="16" creationId="{0CC55837-30D2-14C2-BE1B-EC32429353EE}"/>
          </ac:spMkLst>
        </pc:spChg>
        <pc:spChg chg="add mod">
          <ac:chgData name="池口晃太" userId="aaf7f548-d2e0-4c70-a7c2-2a19daa89cbd" providerId="ADAL" clId="{E00A540A-4AEA-43AE-9619-592028E1B4A9}" dt="2025-04-15T09:15:26.812" v="12812" actId="207"/>
          <ac:spMkLst>
            <pc:docMk/>
            <pc:sldMk cId="947658469" sldId="303"/>
            <ac:spMk id="17" creationId="{6E80FA49-58EE-E20C-5692-237C2E1AFA4D}"/>
          </ac:spMkLst>
        </pc:spChg>
        <pc:spChg chg="add mod">
          <ac:chgData name="池口晃太" userId="aaf7f548-d2e0-4c70-a7c2-2a19daa89cbd" providerId="ADAL" clId="{E00A540A-4AEA-43AE-9619-592028E1B4A9}" dt="2025-04-15T09:15:11.960" v="12809"/>
          <ac:spMkLst>
            <pc:docMk/>
            <pc:sldMk cId="947658469" sldId="303"/>
            <ac:spMk id="18" creationId="{1FC3383D-36E7-DC3E-C185-13732165687C}"/>
          </ac:spMkLst>
        </pc:spChg>
        <pc:spChg chg="add mod">
          <ac:chgData name="池口晃太" userId="aaf7f548-d2e0-4c70-a7c2-2a19daa89cbd" providerId="ADAL" clId="{E00A540A-4AEA-43AE-9619-592028E1B4A9}" dt="2025-04-15T09:15:11.960" v="12809"/>
          <ac:spMkLst>
            <pc:docMk/>
            <pc:sldMk cId="947658469" sldId="303"/>
            <ac:spMk id="19" creationId="{247E56A0-CAA8-5B0A-9DDC-4A308EEBDE6B}"/>
          </ac:spMkLst>
        </pc:spChg>
        <pc:spChg chg="add mod">
          <ac:chgData name="池口晃太" userId="aaf7f548-d2e0-4c70-a7c2-2a19daa89cbd" providerId="ADAL" clId="{E00A540A-4AEA-43AE-9619-592028E1B4A9}" dt="2025-04-15T09:15:11.960" v="12809"/>
          <ac:spMkLst>
            <pc:docMk/>
            <pc:sldMk cId="947658469" sldId="303"/>
            <ac:spMk id="21" creationId="{51ADA64B-3B98-144B-D7AF-BFDC976CD1CC}"/>
          </ac:spMkLst>
        </pc:spChg>
      </pc:sldChg>
      <pc:sldChg chg="add">
        <pc:chgData name="池口晃太" userId="aaf7f548-d2e0-4c70-a7c2-2a19daa89cbd" providerId="ADAL" clId="{E00A540A-4AEA-43AE-9619-592028E1B4A9}" dt="2025-04-15T09:13:51.981" v="12738"/>
        <pc:sldMkLst>
          <pc:docMk/>
          <pc:sldMk cId="2691239772" sldId="304"/>
        </pc:sldMkLst>
      </pc:sldChg>
      <pc:sldChg chg="addSp delSp modSp add mod">
        <pc:chgData name="池口晃太" userId="aaf7f548-d2e0-4c70-a7c2-2a19daa89cbd" providerId="ADAL" clId="{E00A540A-4AEA-43AE-9619-592028E1B4A9}" dt="2025-04-15T09:16:45.716" v="12845" actId="1076"/>
        <pc:sldMkLst>
          <pc:docMk/>
          <pc:sldMk cId="1254718540" sldId="305"/>
        </pc:sldMkLst>
        <pc:spChg chg="mod">
          <ac:chgData name="池口晃太" userId="aaf7f548-d2e0-4c70-a7c2-2a19daa89cbd" providerId="ADAL" clId="{E00A540A-4AEA-43AE-9619-592028E1B4A9}" dt="2025-04-15T09:16:31.526" v="12843" actId="20577"/>
          <ac:spMkLst>
            <pc:docMk/>
            <pc:sldMk cId="1254718540" sldId="305"/>
            <ac:spMk id="2" creationId="{495D0F18-837D-4D82-58B0-A9E78D00E728}"/>
          </ac:spMkLst>
        </pc:spChg>
        <pc:spChg chg="del">
          <ac:chgData name="池口晃太" userId="aaf7f548-d2e0-4c70-a7c2-2a19daa89cbd" providerId="ADAL" clId="{E00A540A-4AEA-43AE-9619-592028E1B4A9}" dt="2025-04-15T09:16:20.485" v="12814" actId="478"/>
          <ac:spMkLst>
            <pc:docMk/>
            <pc:sldMk cId="1254718540" sldId="305"/>
            <ac:spMk id="3" creationId="{C99F8BCC-6D87-199D-2F0A-F8B3CB959D4D}"/>
          </ac:spMkLst>
        </pc:spChg>
        <pc:spChg chg="del">
          <ac:chgData name="池口晃太" userId="aaf7f548-d2e0-4c70-a7c2-2a19daa89cbd" providerId="ADAL" clId="{E00A540A-4AEA-43AE-9619-592028E1B4A9}" dt="2025-04-15T09:16:20.485" v="12814" actId="478"/>
          <ac:spMkLst>
            <pc:docMk/>
            <pc:sldMk cId="1254718540" sldId="305"/>
            <ac:spMk id="6" creationId="{5B5C6FFE-3FBF-ECAF-CEC8-F06C865BD65D}"/>
          </ac:spMkLst>
        </pc:spChg>
        <pc:spChg chg="del">
          <ac:chgData name="池口晃太" userId="aaf7f548-d2e0-4c70-a7c2-2a19daa89cbd" providerId="ADAL" clId="{E00A540A-4AEA-43AE-9619-592028E1B4A9}" dt="2025-04-15T09:16:20.485" v="12814" actId="478"/>
          <ac:spMkLst>
            <pc:docMk/>
            <pc:sldMk cId="1254718540" sldId="305"/>
            <ac:spMk id="7" creationId="{41FBC8F1-32D9-7EB4-2976-75661F297095}"/>
          </ac:spMkLst>
        </pc:spChg>
        <pc:spChg chg="del">
          <ac:chgData name="池口晃太" userId="aaf7f548-d2e0-4c70-a7c2-2a19daa89cbd" providerId="ADAL" clId="{E00A540A-4AEA-43AE-9619-592028E1B4A9}" dt="2025-04-15T09:16:20.485" v="12814" actId="478"/>
          <ac:spMkLst>
            <pc:docMk/>
            <pc:sldMk cId="1254718540" sldId="305"/>
            <ac:spMk id="8" creationId="{E12A34DC-D5F0-BF7F-AB36-F1504F01E3E0}"/>
          </ac:spMkLst>
        </pc:spChg>
        <pc:spChg chg="del">
          <ac:chgData name="池口晃太" userId="aaf7f548-d2e0-4c70-a7c2-2a19daa89cbd" providerId="ADAL" clId="{E00A540A-4AEA-43AE-9619-592028E1B4A9}" dt="2025-04-15T09:16:20.485" v="12814" actId="478"/>
          <ac:spMkLst>
            <pc:docMk/>
            <pc:sldMk cId="1254718540" sldId="305"/>
            <ac:spMk id="9" creationId="{6AA377A6-D57C-075D-35CD-C08DFA7C15C3}"/>
          </ac:spMkLst>
        </pc:spChg>
        <pc:spChg chg="del">
          <ac:chgData name="池口晃太" userId="aaf7f548-d2e0-4c70-a7c2-2a19daa89cbd" providerId="ADAL" clId="{E00A540A-4AEA-43AE-9619-592028E1B4A9}" dt="2025-04-15T09:16:20.485" v="12814" actId="478"/>
          <ac:spMkLst>
            <pc:docMk/>
            <pc:sldMk cId="1254718540" sldId="305"/>
            <ac:spMk id="11" creationId="{29FEAA23-E597-43F0-80D4-E334A3AAA845}"/>
          </ac:spMkLst>
        </pc:spChg>
        <pc:spChg chg="del">
          <ac:chgData name="池口晃太" userId="aaf7f548-d2e0-4c70-a7c2-2a19daa89cbd" providerId="ADAL" clId="{E00A540A-4AEA-43AE-9619-592028E1B4A9}" dt="2025-04-15T09:16:20.485" v="12814" actId="478"/>
          <ac:spMkLst>
            <pc:docMk/>
            <pc:sldMk cId="1254718540" sldId="305"/>
            <ac:spMk id="18" creationId="{E7AD622C-A9FE-E587-6A49-D98C3682B251}"/>
          </ac:spMkLst>
        </pc:spChg>
        <pc:spChg chg="del">
          <ac:chgData name="池口晃太" userId="aaf7f548-d2e0-4c70-a7c2-2a19daa89cbd" providerId="ADAL" clId="{E00A540A-4AEA-43AE-9619-592028E1B4A9}" dt="2025-04-15T09:16:20.485" v="12814" actId="478"/>
          <ac:spMkLst>
            <pc:docMk/>
            <pc:sldMk cId="1254718540" sldId="305"/>
            <ac:spMk id="20" creationId="{E32BE8B3-8F77-27ED-5C4E-CA6E475B9875}"/>
          </ac:spMkLst>
        </pc:spChg>
        <pc:spChg chg="del">
          <ac:chgData name="池口晃太" userId="aaf7f548-d2e0-4c70-a7c2-2a19daa89cbd" providerId="ADAL" clId="{E00A540A-4AEA-43AE-9619-592028E1B4A9}" dt="2025-04-15T09:16:20.485" v="12814" actId="478"/>
          <ac:spMkLst>
            <pc:docMk/>
            <pc:sldMk cId="1254718540" sldId="305"/>
            <ac:spMk id="21" creationId="{C2237E48-7A5D-6EB2-0CB6-DBE7876EE5BB}"/>
          </ac:spMkLst>
        </pc:spChg>
        <pc:spChg chg="del">
          <ac:chgData name="池口晃太" userId="aaf7f548-d2e0-4c70-a7c2-2a19daa89cbd" providerId="ADAL" clId="{E00A540A-4AEA-43AE-9619-592028E1B4A9}" dt="2025-04-15T09:16:20.485" v="12814" actId="478"/>
          <ac:spMkLst>
            <pc:docMk/>
            <pc:sldMk cId="1254718540" sldId="305"/>
            <ac:spMk id="22" creationId="{8393A3E5-562D-85C3-499B-E79F6F2BEFC0}"/>
          </ac:spMkLst>
        </pc:spChg>
        <pc:spChg chg="add mod">
          <ac:chgData name="池口晃太" userId="aaf7f548-d2e0-4c70-a7c2-2a19daa89cbd" providerId="ADAL" clId="{E00A540A-4AEA-43AE-9619-592028E1B4A9}" dt="2025-04-15T09:16:45.716" v="12845" actId="1076"/>
          <ac:spMkLst>
            <pc:docMk/>
            <pc:sldMk cId="1254718540" sldId="305"/>
            <ac:spMk id="24" creationId="{0B6DDAD5-FAB8-C845-CE60-B85E1878FF38}"/>
          </ac:spMkLst>
        </pc:spChg>
        <pc:spChg chg="add mod">
          <ac:chgData name="池口晃太" userId="aaf7f548-d2e0-4c70-a7c2-2a19daa89cbd" providerId="ADAL" clId="{E00A540A-4AEA-43AE-9619-592028E1B4A9}" dt="2025-04-15T09:16:45.716" v="12845" actId="1076"/>
          <ac:spMkLst>
            <pc:docMk/>
            <pc:sldMk cId="1254718540" sldId="305"/>
            <ac:spMk id="25" creationId="{7329EA62-00B8-7613-4D9A-DD58C366D3A0}"/>
          </ac:spMkLst>
        </pc:spChg>
        <pc:spChg chg="add mod">
          <ac:chgData name="池口晃太" userId="aaf7f548-d2e0-4c70-a7c2-2a19daa89cbd" providerId="ADAL" clId="{E00A540A-4AEA-43AE-9619-592028E1B4A9}" dt="2025-04-15T09:16:45.716" v="12845" actId="1076"/>
          <ac:spMkLst>
            <pc:docMk/>
            <pc:sldMk cId="1254718540" sldId="305"/>
            <ac:spMk id="26" creationId="{218FA7FA-8E4A-4ACC-332E-F72792CFC4B4}"/>
          </ac:spMkLst>
        </pc:spChg>
        <pc:spChg chg="add mod">
          <ac:chgData name="池口晃太" userId="aaf7f548-d2e0-4c70-a7c2-2a19daa89cbd" providerId="ADAL" clId="{E00A540A-4AEA-43AE-9619-592028E1B4A9}" dt="2025-04-15T09:16:45.716" v="12845" actId="1076"/>
          <ac:spMkLst>
            <pc:docMk/>
            <pc:sldMk cId="1254718540" sldId="305"/>
            <ac:spMk id="28" creationId="{D17C8A3E-E4A7-60DB-6727-3CA1EE084C60}"/>
          </ac:spMkLst>
        </pc:spChg>
        <pc:picChg chg="add mod">
          <ac:chgData name="池口晃太" userId="aaf7f548-d2e0-4c70-a7c2-2a19daa89cbd" providerId="ADAL" clId="{E00A540A-4AEA-43AE-9619-592028E1B4A9}" dt="2025-04-15T09:16:45.716" v="12845" actId="1076"/>
          <ac:picMkLst>
            <pc:docMk/>
            <pc:sldMk cId="1254718540" sldId="305"/>
            <ac:picMk id="27" creationId="{87FCB017-3BB3-7061-7CD3-655CC1BAB85E}"/>
          </ac:picMkLst>
        </pc:picChg>
      </pc:sldChg>
    </pc:docChg>
  </pc:docChgLst>
  <pc:docChgLst>
    <pc:chgData name="池口晃太" userId="S::ctun0013@mail4.doshisha.ac.jp::aaf7f548-d2e0-4c70-a7c2-2a19daa89cbd" providerId="AD" clId="Web-{C7E92A3C-D0A8-E44B-94F4-D03B5E621832}"/>
    <pc:docChg chg="modSld">
      <pc:chgData name="池口晃太" userId="S::ctun0013@mail4.doshisha.ac.jp::aaf7f548-d2e0-4c70-a7c2-2a19daa89cbd" providerId="AD" clId="Web-{C7E92A3C-D0A8-E44B-94F4-D03B5E621832}" dt="2025-04-16T10:04:51.553" v="41"/>
      <pc:docMkLst>
        <pc:docMk/>
      </pc:docMkLst>
      <pc:sldChg chg="modSp">
        <pc:chgData name="池口晃太" userId="S::ctun0013@mail4.doshisha.ac.jp::aaf7f548-d2e0-4c70-a7c2-2a19daa89cbd" providerId="AD" clId="Web-{C7E92A3C-D0A8-E44B-94F4-D03B5E621832}" dt="2025-04-16T10:04:51.553" v="41"/>
        <pc:sldMkLst>
          <pc:docMk/>
          <pc:sldMk cId="146043875" sldId="292"/>
        </pc:sldMkLst>
        <pc:graphicFrameChg chg="mod modGraphic">
          <ac:chgData name="池口晃太" userId="S::ctun0013@mail4.doshisha.ac.jp::aaf7f548-d2e0-4c70-a7c2-2a19daa89cbd" providerId="AD" clId="Web-{C7E92A3C-D0A8-E44B-94F4-D03B5E621832}" dt="2025-04-16T10:04:51.553" v="41"/>
          <ac:graphicFrameMkLst>
            <pc:docMk/>
            <pc:sldMk cId="146043875" sldId="292"/>
            <ac:graphicFrameMk id="3" creationId="{0DAC8651-AECE-E171-E581-7291F249F0F6}"/>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BB8F1F-D07C-4E7D-8975-DF9955F297C0}" type="datetimeFigureOut">
              <a:rPr kumimoji="1" lang="ja-JP" altLang="en-US" smtClean="0"/>
              <a:t>2025/4/16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C3C715-5863-4A9F-962C-669136412094}" type="slidenum">
              <a:rPr kumimoji="1" lang="ja-JP" altLang="en-US" smtClean="0"/>
              <a:t>‹#›</a:t>
            </a:fld>
            <a:endParaRPr kumimoji="1" lang="ja-JP" altLang="en-US"/>
          </a:p>
        </p:txBody>
      </p:sp>
    </p:spTree>
    <p:extLst>
      <p:ext uri="{BB962C8B-B14F-4D97-AF65-F5344CB8AC3E}">
        <p14:creationId xmlns:p14="http://schemas.microsoft.com/office/powerpoint/2010/main" val="323120397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latin typeface="ＭＳ Ｐゴシック" panose="020B0600070205080204" pitchFamily="50" charset="-128"/>
                <a:ea typeface="ＭＳ Ｐゴシック" panose="020B0600070205080204" pitchFamily="50" charset="-128"/>
                <a:cs typeface="Arial" panose="020B0604020202020204" pitchFamily="34" charset="0"/>
              </a:rPr>
              <a:t>合成</a:t>
            </a:r>
            <a:r>
              <a:rPr lang="en-US" altLang="ja-JP" sz="1200" dirty="0">
                <a:latin typeface="ＭＳ Ｐゴシック" panose="020B0600070205080204" pitchFamily="50" charset="-128"/>
                <a:ea typeface="ＭＳ Ｐゴシック" panose="020B0600070205080204" pitchFamily="50" charset="-128"/>
                <a:cs typeface="Arial" panose="020B0604020202020204" pitchFamily="34" charset="0"/>
              </a:rPr>
              <a:t>MRI</a:t>
            </a:r>
            <a:r>
              <a:rPr lang="ja-JP" altLang="en-US" sz="1200" dirty="0">
                <a:latin typeface="ＭＳ Ｐゴシック" panose="020B0600070205080204" pitchFamily="50" charset="-128"/>
                <a:ea typeface="ＭＳ Ｐゴシック" panose="020B0600070205080204" pitchFamily="50" charset="-128"/>
                <a:cs typeface="Arial" panose="020B0604020202020204" pitchFamily="34" charset="0"/>
              </a:rPr>
              <a:t>を用いた脳腫瘍のセグメンテーションにおける</a:t>
            </a:r>
            <a:r>
              <a:rPr lang="en-US" altLang="ja-JP" sz="1200" dirty="0">
                <a:latin typeface="ＭＳ Ｐゴシック" panose="020B0600070205080204" pitchFamily="50" charset="-128"/>
                <a:ea typeface="ＭＳ Ｐゴシック" panose="020B0600070205080204" pitchFamily="50" charset="-128"/>
                <a:cs typeface="Arial" panose="020B0604020202020204" pitchFamily="34" charset="0"/>
              </a:rPr>
              <a:t>GAN</a:t>
            </a:r>
            <a:r>
              <a:rPr lang="ja-JP" altLang="en-US" sz="1200" dirty="0">
                <a:latin typeface="ＭＳ Ｐゴシック" panose="020B0600070205080204" pitchFamily="50" charset="-128"/>
                <a:ea typeface="ＭＳ Ｐゴシック" panose="020B0600070205080204" pitchFamily="50" charset="-128"/>
                <a:cs typeface="Arial" panose="020B0604020202020204" pitchFamily="34" charset="0"/>
              </a:rPr>
              <a:t>と拡散モデルの比較</a:t>
            </a:r>
            <a:r>
              <a:rPr kumimoji="1" lang="ja-JP" altLang="en-US" sz="1200" dirty="0">
                <a:latin typeface="ＭＳ Ｐゴシック" panose="020B0600070205080204" pitchFamily="50" charset="-128"/>
                <a:ea typeface="ＭＳ Ｐゴシック" panose="020B0600070205080204" pitchFamily="50" charset="-128"/>
                <a:cs typeface="Arial" panose="020B0604020202020204" pitchFamily="34" charset="0"/>
              </a:rPr>
              <a:t>と題しまして</a:t>
            </a:r>
            <a:r>
              <a:rPr lang="ja-JP" altLang="en-US" sz="1200" dirty="0">
                <a:latin typeface="Arial" panose="020B0604020202020204" pitchFamily="34" charset="0"/>
                <a:ea typeface="MS PGothic" panose="020B0600070205080204" pitchFamily="34" charset="-128"/>
                <a:cs typeface="Arial" panose="020B0604020202020204" pitchFamily="34" charset="0"/>
              </a:rPr>
              <a:t>ティッシュエンジニアリング研究室</a:t>
            </a:r>
            <a:endParaRPr lang="en-US" altLang="ja-JP" sz="1200" dirty="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latin typeface="ＭＳ Ｐゴシック" panose="020B0600070205080204" pitchFamily="50" charset="-128"/>
                <a:ea typeface="ＭＳ Ｐゴシック" panose="020B0600070205080204" pitchFamily="50" charset="-128"/>
                <a:cs typeface="Arial" panose="020B0604020202020204" pitchFamily="34" charset="0"/>
              </a:rPr>
              <a:t>M1</a:t>
            </a:r>
            <a:r>
              <a:rPr lang="ja-JP" altLang="en-US" sz="1200" dirty="0">
                <a:latin typeface="ＭＳ Ｐゴシック" panose="020B0600070205080204" pitchFamily="50" charset="-128"/>
                <a:ea typeface="ＭＳ Ｐゴシック" panose="020B0600070205080204" pitchFamily="50" charset="-128"/>
                <a:cs typeface="Arial" panose="020B0604020202020204" pitchFamily="34" charset="0"/>
              </a:rPr>
              <a:t>池口晃太が発表します。</a:t>
            </a:r>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1</a:t>
            </a:fld>
            <a:endParaRPr kumimoji="1" lang="ja-JP" altLang="en-US"/>
          </a:p>
        </p:txBody>
      </p:sp>
    </p:spTree>
    <p:extLst>
      <p:ext uri="{BB962C8B-B14F-4D97-AF65-F5344CB8AC3E}">
        <p14:creationId xmlns:p14="http://schemas.microsoft.com/office/powerpoint/2010/main" val="28261913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lang="ja-JP" altLang="en-US" dirty="0"/>
              <a:t>まずは医療画像における</a:t>
            </a:r>
            <a:r>
              <a:rPr lang="en-US" altLang="ja-JP" dirty="0"/>
              <a:t>AI</a:t>
            </a:r>
            <a:r>
              <a:rPr lang="ja-JP" altLang="en-US" dirty="0"/>
              <a:t>についてです。</a:t>
            </a:r>
          </a:p>
          <a:p>
            <a:pPr>
              <a:buNone/>
            </a:pPr>
            <a:r>
              <a:rPr lang="ja-JP" altLang="en-US" dirty="0"/>
              <a:t>近年、</a:t>
            </a:r>
            <a:r>
              <a:rPr lang="en-US" altLang="ja-JP" dirty="0"/>
              <a:t>AI</a:t>
            </a:r>
            <a:r>
              <a:rPr lang="ja-JP" altLang="en-US" dirty="0"/>
              <a:t>は医療分野でも積極的に活用されており、特に</a:t>
            </a:r>
            <a:r>
              <a:rPr lang="en-US" altLang="ja-JP" b="1" dirty="0"/>
              <a:t>MRI</a:t>
            </a:r>
            <a:r>
              <a:rPr lang="ja-JP" altLang="en-US" b="1" dirty="0"/>
              <a:t>や</a:t>
            </a:r>
            <a:r>
              <a:rPr lang="en-US" altLang="ja-JP" b="1" dirty="0"/>
              <a:t>CT</a:t>
            </a:r>
            <a:r>
              <a:rPr lang="ja-JP" altLang="en-US" b="1" dirty="0"/>
              <a:t>などの画像データを解析する領域</a:t>
            </a:r>
            <a:r>
              <a:rPr lang="ja-JP" altLang="en-US" dirty="0"/>
              <a:t>では、多くの研究・応用が進んでいます。</a:t>
            </a:r>
          </a:p>
          <a:p>
            <a:pPr>
              <a:buNone/>
            </a:pPr>
            <a:r>
              <a:rPr lang="en-US" altLang="ja-JP" dirty="0"/>
              <a:t>AI</a:t>
            </a:r>
            <a:r>
              <a:rPr lang="ja-JP" altLang="en-US" dirty="0"/>
              <a:t>の導入によって、</a:t>
            </a:r>
            <a:r>
              <a:rPr lang="ja-JP" altLang="en-US" b="1" dirty="0"/>
              <a:t>疾患の早期発見や診断の支援、医療従事者の業務効率化</a:t>
            </a:r>
            <a:r>
              <a:rPr lang="ja-JP" altLang="en-US" dirty="0"/>
              <a:t>が期待されています。</a:t>
            </a:r>
          </a:p>
          <a:p>
            <a:pPr>
              <a:buNone/>
            </a:pPr>
            <a:r>
              <a:rPr lang="ja-JP" altLang="en-US" dirty="0"/>
              <a:t>スライド右側に示しているのは、</a:t>
            </a:r>
            <a:r>
              <a:rPr lang="ja-JP" altLang="en-US" b="1" dirty="0"/>
              <a:t>放射線治療計画における一例</a:t>
            </a:r>
            <a:r>
              <a:rPr lang="ja-JP" altLang="en-US" dirty="0"/>
              <a:t>です。</a:t>
            </a:r>
          </a:p>
          <a:p>
            <a:pPr>
              <a:buNone/>
            </a:pPr>
            <a:r>
              <a:rPr lang="ja-JP" altLang="en-US" dirty="0"/>
              <a:t>腫瘍の正確な位置や範囲を</a:t>
            </a:r>
            <a:r>
              <a:rPr lang="en-US" altLang="ja-JP" dirty="0"/>
              <a:t>MRI</a:t>
            </a:r>
            <a:r>
              <a:rPr lang="ja-JP" altLang="en-US" dirty="0"/>
              <a:t>から抽出する必要があり、これまでは医師が手動でセグメンテーションを行っていました。</a:t>
            </a:r>
          </a:p>
          <a:p>
            <a:pPr>
              <a:buNone/>
            </a:pPr>
            <a:r>
              <a:rPr lang="ja-JP" altLang="en-US" dirty="0"/>
              <a:t>しかし、こうした作業は時間も手間もかかるため、</a:t>
            </a:r>
            <a:r>
              <a:rPr lang="en-US" altLang="ja-JP" b="1" dirty="0"/>
              <a:t>AI</a:t>
            </a:r>
            <a:r>
              <a:rPr lang="ja-JP" altLang="en-US" b="1" dirty="0"/>
              <a:t>と医師が連携して処理することで、より効率的かつ高精度な計画立案が可能</a:t>
            </a:r>
            <a:r>
              <a:rPr lang="ja-JP" altLang="en-US" dirty="0"/>
              <a:t>になります。</a:t>
            </a:r>
          </a:p>
          <a:p>
            <a:pPr>
              <a:buNone/>
            </a:pPr>
            <a:r>
              <a:rPr lang="ja-JP" altLang="en-US" dirty="0"/>
              <a:t>そのためには、</a:t>
            </a:r>
            <a:r>
              <a:rPr lang="en-US" altLang="ja-JP" dirty="0"/>
              <a:t>AI</a:t>
            </a:r>
            <a:r>
              <a:rPr lang="ja-JP" altLang="en-US" dirty="0"/>
              <a:t>に対して「正しい学習データ」が必要です。</a:t>
            </a:r>
          </a:p>
          <a:p>
            <a:pPr>
              <a:buNone/>
            </a:pPr>
            <a:r>
              <a:rPr lang="ja-JP" altLang="en-US" dirty="0"/>
              <a:t>具体的には、スライド下にあるような</a:t>
            </a:r>
            <a:r>
              <a:rPr lang="ja-JP" altLang="en-US" b="1" dirty="0"/>
              <a:t>教師ありデータセット</a:t>
            </a:r>
            <a:r>
              <a:rPr lang="ja-JP" altLang="en-US" dirty="0"/>
              <a:t>、つまり「画像」と「対応するラベル（正解マスク）」のセットが多数必要となります。これらは、</a:t>
            </a:r>
            <a:r>
              <a:rPr lang="ja-JP" altLang="en-US" b="1" dirty="0"/>
              <a:t>高画質で、十分な枚数があり、かつバラつきの少ない安定したデータ</a:t>
            </a:r>
            <a:r>
              <a:rPr lang="ja-JP" altLang="en-US" dirty="0"/>
              <a:t>である必要があります。</a:t>
            </a:r>
          </a:p>
          <a:p>
            <a:pPr>
              <a:buNone/>
            </a:pPr>
            <a:r>
              <a:rPr lang="ja-JP" altLang="en-US" dirty="0"/>
              <a:t>このように、医療画像における</a:t>
            </a:r>
            <a:r>
              <a:rPr lang="en-US" altLang="ja-JP" dirty="0"/>
              <a:t>AI</a:t>
            </a:r>
            <a:r>
              <a:rPr lang="ja-JP" altLang="en-US" dirty="0"/>
              <a:t>の活用は非常に有望である一方、</a:t>
            </a:r>
            <a:r>
              <a:rPr lang="ja-JP" altLang="en-US" b="1" dirty="0"/>
              <a:t>学習に必要なデータの準備と共有</a:t>
            </a:r>
            <a:r>
              <a:rPr lang="ja-JP" altLang="en-US" dirty="0"/>
              <a:t>が大きな課題となっています。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2</a:t>
            </a:fld>
            <a:endParaRPr kumimoji="1" lang="ja-JP" altLang="en-US"/>
          </a:p>
        </p:txBody>
      </p:sp>
    </p:spTree>
    <p:extLst>
      <p:ext uri="{BB962C8B-B14F-4D97-AF65-F5344CB8AC3E}">
        <p14:creationId xmlns:p14="http://schemas.microsoft.com/office/powerpoint/2010/main" val="16786094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lang="ja-JP" altLang="en-US" dirty="0"/>
              <a:t>続いて、医療画像の共有に関する課題と、公開データセットの課題について説明します。</a:t>
            </a:r>
          </a:p>
          <a:p>
            <a:pPr>
              <a:buNone/>
            </a:pPr>
            <a:r>
              <a:rPr lang="ja-JP" altLang="en-US" dirty="0"/>
              <a:t>まず左側にあるように、</a:t>
            </a:r>
            <a:r>
              <a:rPr lang="ja-JP" altLang="en-US" b="1" dirty="0"/>
              <a:t>医療画像の共有は決して容易ではありません</a:t>
            </a:r>
            <a:r>
              <a:rPr lang="ja-JP" altLang="en-US" dirty="0"/>
              <a:t>。</a:t>
            </a:r>
          </a:p>
          <a:p>
            <a:pPr>
              <a:buNone/>
            </a:pPr>
            <a:r>
              <a:rPr lang="ja-JP" altLang="en-US" dirty="0"/>
              <a:t>法律的には、</a:t>
            </a:r>
            <a:r>
              <a:rPr lang="en-US" altLang="ja-JP" b="1" dirty="0"/>
              <a:t>GDPR</a:t>
            </a:r>
            <a:r>
              <a:rPr lang="ja-JP" altLang="en-US" b="1" dirty="0"/>
              <a:t>をはじめとした厳しい個人情報保護規制</a:t>
            </a:r>
            <a:r>
              <a:rPr lang="ja-JP" altLang="en-US" dirty="0"/>
              <a:t>があり、画像データの取り扱いには細心の注意が必要です。</a:t>
            </a:r>
          </a:p>
          <a:p>
            <a:pPr>
              <a:buNone/>
            </a:pPr>
            <a:r>
              <a:rPr lang="ja-JP" altLang="en-US" dirty="0"/>
              <a:t>さらに、匿名化にも限界があります。</a:t>
            </a:r>
          </a:p>
          <a:p>
            <a:pPr>
              <a:buNone/>
            </a:pPr>
            <a:r>
              <a:rPr lang="ja-JP" altLang="en-US" dirty="0"/>
              <a:t>特に脳の</a:t>
            </a:r>
            <a:r>
              <a:rPr lang="en-US" altLang="ja-JP" dirty="0"/>
              <a:t>MRI</a:t>
            </a:r>
            <a:r>
              <a:rPr lang="ja-JP" altLang="en-US" dirty="0"/>
              <a:t>は、</a:t>
            </a:r>
            <a:r>
              <a:rPr lang="ja-JP" altLang="en-US" b="1" dirty="0"/>
              <a:t>脳の形や構造が人によって異なるため、個人の識別につながるリスク</a:t>
            </a:r>
            <a:r>
              <a:rPr lang="ja-JP" altLang="en-US" dirty="0"/>
              <a:t>があります。</a:t>
            </a:r>
          </a:p>
          <a:p>
            <a:pPr>
              <a:buNone/>
            </a:pPr>
            <a:r>
              <a:rPr lang="ja-JP" altLang="en-US" dirty="0"/>
              <a:t>そのため、多くの施設では画像共有にあたって慎重な対応が求められます。</a:t>
            </a:r>
          </a:p>
          <a:p>
            <a:pPr>
              <a:buNone/>
            </a:pPr>
            <a:r>
              <a:rPr lang="ja-JP" altLang="en-US" dirty="0"/>
              <a:t>また、</a:t>
            </a:r>
            <a:r>
              <a:rPr lang="ja-JP" altLang="en-US" b="1" dirty="0"/>
              <a:t>患者からの同意取得や病院ごとのルール</a:t>
            </a:r>
            <a:r>
              <a:rPr lang="ja-JP" altLang="en-US" dirty="0"/>
              <a:t>も、データの収集・公開を複雑にしています。</a:t>
            </a:r>
          </a:p>
          <a:p>
            <a:pPr>
              <a:buNone/>
            </a:pPr>
            <a:r>
              <a:rPr lang="ja-JP" altLang="en-US" dirty="0"/>
              <a:t>一方、右側は</a:t>
            </a:r>
            <a:r>
              <a:rPr lang="ja-JP" altLang="en-US" b="1" dirty="0"/>
              <a:t>公開されている医療画像データセットの問題点</a:t>
            </a:r>
            <a:r>
              <a:rPr lang="ja-JP" altLang="en-US" dirty="0"/>
              <a:t>です。</a:t>
            </a:r>
          </a:p>
          <a:p>
            <a:pPr>
              <a:buNone/>
            </a:pPr>
            <a:r>
              <a:rPr lang="ja-JP" altLang="en-US" dirty="0"/>
              <a:t>一般画像の分野では、</a:t>
            </a:r>
            <a:r>
              <a:rPr lang="en-US" altLang="ja-JP" b="1" dirty="0"/>
              <a:t>ImageNet</a:t>
            </a:r>
            <a:r>
              <a:rPr lang="ja-JP" altLang="en-US" b="1" dirty="0"/>
              <a:t>のような</a:t>
            </a:r>
            <a:r>
              <a:rPr lang="en-US" altLang="ja-JP" b="1" dirty="0"/>
              <a:t>1,400</a:t>
            </a:r>
            <a:r>
              <a:rPr lang="ja-JP" altLang="en-US" b="1" dirty="0"/>
              <a:t>万枚を超える大規模かつ多様なデータセット</a:t>
            </a:r>
            <a:r>
              <a:rPr lang="ja-JP" altLang="en-US" dirty="0"/>
              <a:t>が存在しますが、</a:t>
            </a:r>
          </a:p>
          <a:p>
            <a:pPr>
              <a:buNone/>
            </a:pPr>
            <a:r>
              <a:rPr lang="ja-JP" altLang="en-US" dirty="0"/>
              <a:t>医療分野ではそうしたリソースがほとんどありません。</a:t>
            </a:r>
          </a:p>
          <a:p>
            <a:pPr>
              <a:buNone/>
            </a:pPr>
            <a:r>
              <a:rPr lang="ja-JP" altLang="en-US" dirty="0"/>
              <a:t>代表的なデータセットである</a:t>
            </a:r>
            <a:r>
              <a:rPr lang="en-US" altLang="ja-JP" b="1" dirty="0" err="1"/>
              <a:t>BraTS</a:t>
            </a:r>
            <a:r>
              <a:rPr lang="ja-JP" altLang="en-US" dirty="0"/>
              <a:t>や</a:t>
            </a:r>
            <a:r>
              <a:rPr lang="en-US" altLang="ja-JP" b="1" dirty="0"/>
              <a:t>HCP</a:t>
            </a:r>
            <a:r>
              <a:rPr lang="ja-JP" altLang="en-US" dirty="0"/>
              <a:t>は、どちらも規模が小さく、特定の人種や病院に偏っていたり、</a:t>
            </a:r>
            <a:r>
              <a:rPr lang="ja-JP" altLang="en-US" b="1" dirty="0"/>
              <a:t>健常者中心で疾患例が少なかったり</a:t>
            </a:r>
            <a:r>
              <a:rPr lang="ja-JP" altLang="en-US" dirty="0"/>
              <a:t>することが多いです。</a:t>
            </a:r>
          </a:p>
          <a:p>
            <a:pPr>
              <a:buNone/>
            </a:pPr>
            <a:r>
              <a:rPr lang="ja-JP" altLang="en-US" dirty="0"/>
              <a:t>さらに、**</a:t>
            </a:r>
            <a:r>
              <a:rPr lang="en-US" altLang="ja-JP" dirty="0"/>
              <a:t>defacing</a:t>
            </a:r>
            <a:r>
              <a:rPr lang="ja-JP" altLang="en-US" dirty="0"/>
              <a:t>（顔の除去処理）**によって、重要な空間情報が損なわれていることもあります。</a:t>
            </a:r>
          </a:p>
          <a:p>
            <a:pPr>
              <a:buNone/>
            </a:pPr>
            <a:r>
              <a:rPr lang="ja-JP" altLang="en-US" dirty="0"/>
              <a:t>このように、</a:t>
            </a:r>
            <a:r>
              <a:rPr lang="ja-JP" altLang="en-US" b="1" dirty="0"/>
              <a:t>現実の患者データを用いた</a:t>
            </a:r>
            <a:r>
              <a:rPr lang="en-US" altLang="ja-JP" b="1" dirty="0"/>
              <a:t>AI</a:t>
            </a:r>
            <a:r>
              <a:rPr lang="ja-JP" altLang="en-US" b="1" dirty="0"/>
              <a:t>開発には、様々な障壁</a:t>
            </a:r>
            <a:r>
              <a:rPr lang="ja-JP" altLang="en-US" dirty="0"/>
              <a:t>が存在します。</a:t>
            </a:r>
          </a:p>
          <a:p>
            <a:r>
              <a:rPr lang="ja-JP" altLang="en-US" dirty="0"/>
              <a:t>そのため近年では、患者データを使わずに生成</a:t>
            </a:r>
            <a:r>
              <a:rPr lang="en-US" altLang="ja-JP" dirty="0"/>
              <a:t>AI</a:t>
            </a:r>
            <a:r>
              <a:rPr lang="ja-JP" altLang="en-US" dirty="0"/>
              <a:t>で作られた「合成画像」を活用する方法が注目されています。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3</a:t>
            </a:fld>
            <a:endParaRPr kumimoji="1" lang="ja-JP" altLang="en-US"/>
          </a:p>
        </p:txBody>
      </p:sp>
    </p:spTree>
    <p:extLst>
      <p:ext uri="{BB962C8B-B14F-4D97-AF65-F5344CB8AC3E}">
        <p14:creationId xmlns:p14="http://schemas.microsoft.com/office/powerpoint/2010/main" val="111949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lang="ja-JP" altLang="en-US" dirty="0"/>
              <a:t>続いて、</a:t>
            </a:r>
            <a:r>
              <a:rPr lang="ja-JP" altLang="en-US" b="1" dirty="0"/>
              <a:t>合成画像</a:t>
            </a:r>
            <a:r>
              <a:rPr lang="ja-JP" altLang="en-US" dirty="0"/>
              <a:t>ついて説明します。</a:t>
            </a:r>
          </a:p>
          <a:p>
            <a:pPr>
              <a:buNone/>
            </a:pPr>
            <a:r>
              <a:rPr lang="ja-JP" altLang="en-US" dirty="0"/>
              <a:t>まず左側の「合成画像とは？」にあるように、</a:t>
            </a:r>
          </a:p>
          <a:p>
            <a:pPr>
              <a:buNone/>
            </a:pPr>
            <a:r>
              <a:rPr lang="ja-JP" altLang="en-US" dirty="0"/>
              <a:t>合成画像とは、</a:t>
            </a:r>
            <a:r>
              <a:rPr lang="en-US" altLang="ja-JP" b="1" dirty="0"/>
              <a:t>AI</a:t>
            </a:r>
            <a:r>
              <a:rPr lang="ja-JP" altLang="en-US" b="1" dirty="0"/>
              <a:t>が新たに生成した医療画像</a:t>
            </a:r>
            <a:r>
              <a:rPr lang="ja-JP" altLang="en-US" dirty="0"/>
              <a:t>のことを指します。</a:t>
            </a:r>
          </a:p>
          <a:p>
            <a:pPr>
              <a:buNone/>
            </a:pPr>
            <a:r>
              <a:rPr lang="ja-JP" altLang="en-US" dirty="0"/>
              <a:t>具体的には、**敵対的生成ネットワーク（</a:t>
            </a:r>
            <a:r>
              <a:rPr lang="en-US" altLang="ja-JP" dirty="0"/>
              <a:t>GAN</a:t>
            </a:r>
            <a:r>
              <a:rPr lang="ja-JP" altLang="en-US" dirty="0"/>
              <a:t>）</a:t>
            </a:r>
            <a:r>
              <a:rPr lang="ja-JP" altLang="en-US" b="1" dirty="0"/>
              <a:t>や、近年急速に性能が向上している</a:t>
            </a:r>
            <a:r>
              <a:rPr lang="ja-JP" altLang="en-US" dirty="0"/>
              <a:t>拡散モデル（</a:t>
            </a:r>
            <a:r>
              <a:rPr lang="en-US" altLang="ja-JP" dirty="0"/>
              <a:t>Diffusion model</a:t>
            </a:r>
            <a:r>
              <a:rPr lang="ja-JP" altLang="en-US" dirty="0"/>
              <a:t>）**などが用いられます。</a:t>
            </a:r>
          </a:p>
          <a:p>
            <a:pPr>
              <a:buNone/>
            </a:pPr>
            <a:r>
              <a:rPr lang="ja-JP" altLang="en-US" dirty="0"/>
              <a:t>では、なぜこのような合成画像が今注目されているのでしょうか</a:t>
            </a:r>
          </a:p>
          <a:p>
            <a:pPr>
              <a:buNone/>
            </a:pPr>
            <a:r>
              <a:rPr lang="ja-JP" altLang="en-US" dirty="0"/>
              <a:t>まず大きな理由は、</a:t>
            </a:r>
            <a:r>
              <a:rPr lang="ja-JP" altLang="en-US" b="1" dirty="0"/>
              <a:t>個人情報を含まない</a:t>
            </a:r>
            <a:r>
              <a:rPr lang="ja-JP" altLang="en-US" dirty="0"/>
              <a:t>という点です。</a:t>
            </a:r>
          </a:p>
          <a:p>
            <a:pPr>
              <a:buNone/>
            </a:pPr>
            <a:r>
              <a:rPr lang="ja-JP" altLang="en-US" dirty="0"/>
              <a:t>これにより、</a:t>
            </a:r>
            <a:r>
              <a:rPr lang="ja-JP" altLang="en-US" b="1" dirty="0"/>
              <a:t>データの共有や公開が容易になり、法的な制約を大きく回避できる可能性</a:t>
            </a:r>
            <a:r>
              <a:rPr lang="ja-JP" altLang="en-US" dirty="0"/>
              <a:t>があります。</a:t>
            </a:r>
          </a:p>
          <a:p>
            <a:pPr>
              <a:buNone/>
            </a:pPr>
            <a:r>
              <a:rPr lang="ja-JP" altLang="en-US" dirty="0"/>
              <a:t>また、うまく使えば、</a:t>
            </a:r>
            <a:r>
              <a:rPr lang="ja-JP" altLang="en-US" b="1" dirty="0"/>
              <a:t>現実には手に入りにくい疾患例や希少な症例、特定の年齢層などを補完できる</a:t>
            </a:r>
            <a:r>
              <a:rPr lang="ja-JP" altLang="en-US" dirty="0"/>
              <a:t>というメリットもあります。</a:t>
            </a:r>
          </a:p>
          <a:p>
            <a:pPr>
              <a:buNone/>
            </a:pPr>
            <a:r>
              <a:rPr lang="ja-JP" altLang="en-US" dirty="0"/>
              <a:t>さらに、</a:t>
            </a:r>
            <a:r>
              <a:rPr lang="ja-JP" altLang="en-US" b="1" dirty="0"/>
              <a:t>十分に高品質な合成画像が得られれば、</a:t>
            </a:r>
            <a:r>
              <a:rPr lang="en-US" altLang="ja-JP" b="1" dirty="0"/>
              <a:t>AI</a:t>
            </a:r>
            <a:r>
              <a:rPr lang="ja-JP" altLang="en-US" b="1" dirty="0"/>
              <a:t>モデルの学習や検証、そして公開研究に大きく活用できる</a:t>
            </a:r>
            <a:r>
              <a:rPr lang="ja-JP" altLang="en-US" dirty="0"/>
              <a:t>という点でも期待されています。</a:t>
            </a:r>
          </a:p>
          <a:p>
            <a:pPr>
              <a:buNone/>
            </a:pPr>
            <a:r>
              <a:rPr lang="ja-JP" altLang="en-US" dirty="0"/>
              <a:t>スライド下部に示している図は、</a:t>
            </a:r>
            <a:r>
              <a:rPr lang="ja-JP" altLang="en-US" b="1" dirty="0"/>
              <a:t>合成画像の生成プロセス</a:t>
            </a:r>
            <a:r>
              <a:rPr lang="ja-JP" altLang="en-US" dirty="0"/>
              <a:t>を示しています。</a:t>
            </a:r>
          </a:p>
          <a:p>
            <a:pPr>
              <a:buNone/>
            </a:pPr>
            <a:r>
              <a:rPr lang="ja-JP" altLang="en-US" dirty="0"/>
              <a:t>まず左のように、実際の</a:t>
            </a:r>
            <a:r>
              <a:rPr lang="en-US" altLang="ja-JP" dirty="0"/>
              <a:t>MRI</a:t>
            </a:r>
            <a:r>
              <a:rPr lang="ja-JP" altLang="en-US" dirty="0"/>
              <a:t>をもとに、</a:t>
            </a:r>
          </a:p>
          <a:p>
            <a:pPr>
              <a:buNone/>
            </a:pPr>
            <a:r>
              <a:rPr lang="en-US" altLang="ja-JP" b="1" dirty="0"/>
              <a:t>GAN</a:t>
            </a:r>
            <a:r>
              <a:rPr lang="ja-JP" altLang="en-US" b="1" dirty="0"/>
              <a:t>や拡散モデルに学習させる</a:t>
            </a:r>
            <a:r>
              <a:rPr lang="ja-JP" altLang="en-US" dirty="0"/>
              <a:t>ことで、モデルが脳の構造や画像のパターンを理解します。</a:t>
            </a:r>
          </a:p>
          <a:p>
            <a:r>
              <a:rPr lang="ja-JP" altLang="en-US" dirty="0"/>
              <a:t>その後、学習済みモデルから、</a:t>
            </a:r>
            <a:r>
              <a:rPr lang="ja-JP" altLang="en-US" b="1" dirty="0"/>
              <a:t>新たな合成画像が生成される</a:t>
            </a:r>
            <a:r>
              <a:rPr lang="ja-JP" altLang="en-US" dirty="0"/>
              <a:t>という流れになります。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4</a:t>
            </a:fld>
            <a:endParaRPr kumimoji="1" lang="ja-JP" altLang="en-US"/>
          </a:p>
        </p:txBody>
      </p:sp>
    </p:spTree>
    <p:extLst>
      <p:ext uri="{BB962C8B-B14F-4D97-AF65-F5344CB8AC3E}">
        <p14:creationId xmlns:p14="http://schemas.microsoft.com/office/powerpoint/2010/main" val="34091657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以上、より本研究の目的といたしまして、</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latin typeface="ＭＳ Ｐゴシック" panose="020B0600070205080204" pitchFamily="50" charset="-128"/>
                <a:ea typeface="ＭＳ Ｐゴシック" panose="020B0600070205080204" pitchFamily="50" charset="-128"/>
              </a:rPr>
              <a:t>GAN</a:t>
            </a:r>
            <a:r>
              <a:rPr lang="ja-JP" altLang="en-US" sz="1200" dirty="0">
                <a:latin typeface="ＭＳ Ｐゴシック" panose="020B0600070205080204" pitchFamily="50" charset="-128"/>
                <a:ea typeface="ＭＳ Ｐゴシック" panose="020B0600070205080204" pitchFamily="50" charset="-128"/>
              </a:rPr>
              <a:t>および拡散モデルによって生成された合成</a:t>
            </a:r>
            <a:r>
              <a:rPr lang="en-US" altLang="ja-JP" sz="1200" dirty="0">
                <a:latin typeface="ＭＳ Ｐゴシック" panose="020B0600070205080204" pitchFamily="50" charset="-128"/>
                <a:ea typeface="ＭＳ Ｐゴシック" panose="020B0600070205080204" pitchFamily="50" charset="-128"/>
              </a:rPr>
              <a:t>MRI</a:t>
            </a:r>
            <a:r>
              <a:rPr lang="ja-JP" altLang="en-US" sz="1200" dirty="0">
                <a:latin typeface="ＭＳ Ｐゴシック" panose="020B0600070205080204" pitchFamily="50" charset="-128"/>
                <a:ea typeface="ＭＳ Ｐゴシック" panose="020B0600070205080204" pitchFamily="50" charset="-128"/>
              </a:rPr>
              <a:t>の画像品質を評価し、それらを用いて構築した脳腫瘍セグメンテーションモデルの性能を検証すること</a:t>
            </a:r>
          </a:p>
          <a:p>
            <a:endParaRPr kumimoji="1" lang="ja-JP" altLang="en-US" b="1" dirty="0"/>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5</a:t>
            </a:fld>
            <a:endParaRPr kumimoji="1" lang="ja-JP" altLang="en-US"/>
          </a:p>
        </p:txBody>
      </p:sp>
    </p:spTree>
    <p:extLst>
      <p:ext uri="{BB962C8B-B14F-4D97-AF65-F5344CB8AC3E}">
        <p14:creationId xmlns:p14="http://schemas.microsoft.com/office/powerpoint/2010/main" val="20282058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目次は以下の通りです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1</a:t>
            </a:r>
            <a:r>
              <a:rPr kumimoji="1" lang="ja-JP" altLang="en-US" dirty="0"/>
              <a:t>で</a:t>
            </a:r>
            <a:r>
              <a:rPr lang="en-US" altLang="ja-JP" sz="1200" dirty="0">
                <a:latin typeface="ＭＳ Ｐゴシック" panose="020B0600070205080204" pitchFamily="50" charset="-128"/>
                <a:ea typeface="ＭＳ Ｐゴシック" panose="020B0600070205080204" pitchFamily="50" charset="-128"/>
              </a:rPr>
              <a:t>GAN</a:t>
            </a:r>
            <a:r>
              <a:rPr lang="ja-JP" altLang="en-US" sz="1200" dirty="0">
                <a:latin typeface="ＭＳ Ｐゴシック" panose="020B0600070205080204" pitchFamily="50" charset="-128"/>
                <a:ea typeface="ＭＳ Ｐゴシック" panose="020B0600070205080204" pitchFamily="50" charset="-128"/>
              </a:rPr>
              <a:t>および拡散モデルによって生成された合成</a:t>
            </a:r>
            <a:r>
              <a:rPr lang="en-US" altLang="ja-JP" sz="1200" dirty="0">
                <a:latin typeface="ＭＳ Ｐゴシック" panose="020B0600070205080204" pitchFamily="50" charset="-128"/>
                <a:ea typeface="ＭＳ Ｐゴシック" panose="020B0600070205080204" pitchFamily="50" charset="-128"/>
              </a:rPr>
              <a:t>MRI</a:t>
            </a:r>
            <a:r>
              <a:rPr lang="ja-JP" altLang="en-US" sz="1200" dirty="0">
                <a:latin typeface="ＭＳ Ｐゴシック" panose="020B0600070205080204" pitchFamily="50" charset="-128"/>
                <a:ea typeface="ＭＳ Ｐゴシック" panose="020B0600070205080204" pitchFamily="50" charset="-128"/>
              </a:rPr>
              <a:t>の画像品質の評価</a:t>
            </a:r>
            <a:endParaRPr lang="en-US" altLang="ja-JP" sz="1200" dirty="0">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2</a:t>
            </a:r>
            <a:r>
              <a:rPr kumimoji="1" lang="ja-JP" altLang="en-US" dirty="0"/>
              <a:t>で</a:t>
            </a:r>
            <a:r>
              <a:rPr lang="ja-JP" altLang="en-US" sz="1200" dirty="0">
                <a:latin typeface="MS PGothic" panose="020B0600070205080204" pitchFamily="34" charset="-128"/>
                <a:ea typeface="MS PGothic" panose="020B0600070205080204" pitchFamily="34" charset="-128"/>
                <a:cs typeface="Arial" panose="020B0604020202020204" pitchFamily="34" charset="0"/>
              </a:rPr>
              <a:t>合成</a:t>
            </a:r>
            <a:r>
              <a:rPr lang="en-US" altLang="ja-JP" sz="1200" dirty="0">
                <a:latin typeface="MS PGothic" panose="020B0600070205080204" pitchFamily="34" charset="-128"/>
                <a:ea typeface="MS PGothic" panose="020B0600070205080204" pitchFamily="34" charset="-128"/>
                <a:cs typeface="Arial" panose="020B0604020202020204" pitchFamily="34" charset="0"/>
              </a:rPr>
              <a:t>MRI</a:t>
            </a:r>
            <a:r>
              <a:rPr lang="ja-JP" altLang="en-US" sz="1200" dirty="0">
                <a:latin typeface="MS PGothic" panose="020B0600070205080204" pitchFamily="34" charset="-128"/>
                <a:ea typeface="MS PGothic" panose="020B0600070205080204" pitchFamily="34" charset="-128"/>
                <a:cs typeface="Arial" panose="020B0604020202020204" pitchFamily="34" charset="0"/>
              </a:rPr>
              <a:t>を用いたセグメンテーションタスクの評価</a:t>
            </a:r>
            <a:endParaRPr lang="en-US" altLang="ja-JP" sz="1200" dirty="0">
              <a:latin typeface="MS PGothic" panose="020B0600070205080204" pitchFamily="34" charset="-128"/>
              <a:ea typeface="MS PGothic" panose="020B0600070205080204" pitchFamily="34" charset="-128"/>
              <a:cs typeface="Arial" panose="020B0604020202020204" pitchFamily="34" charset="0"/>
            </a:endParaRPr>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6</a:t>
            </a:fld>
            <a:endParaRPr kumimoji="1" lang="ja-JP" altLang="en-US"/>
          </a:p>
        </p:txBody>
      </p:sp>
    </p:spTree>
    <p:extLst>
      <p:ext uri="{BB962C8B-B14F-4D97-AF65-F5344CB8AC3E}">
        <p14:creationId xmlns:p14="http://schemas.microsoft.com/office/powerpoint/2010/main" val="11985028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indent="0">
              <a:buFont typeface="+mj-lt"/>
              <a:buNone/>
            </a:pPr>
            <a:r>
              <a:rPr kumimoji="1" lang="ja-JP" altLang="en-US" dirty="0"/>
              <a:t>まずは</a:t>
            </a:r>
            <a:r>
              <a:rPr lang="en-US" altLang="ja-JP" sz="1200" dirty="0">
                <a:latin typeface="ＭＳ Ｐゴシック" panose="020B0600070205080204" pitchFamily="50" charset="-128"/>
                <a:ea typeface="ＭＳ Ｐゴシック" panose="020B0600070205080204" pitchFamily="50" charset="-128"/>
              </a:rPr>
              <a:t>GAN</a:t>
            </a:r>
            <a:r>
              <a:rPr lang="ja-JP" altLang="en-US" sz="1200" dirty="0">
                <a:latin typeface="ＭＳ Ｐゴシック" panose="020B0600070205080204" pitchFamily="50" charset="-128"/>
                <a:ea typeface="ＭＳ Ｐゴシック" panose="020B0600070205080204" pitchFamily="50" charset="-128"/>
              </a:rPr>
              <a:t>および拡散モデルによって生成された合成</a:t>
            </a:r>
            <a:r>
              <a:rPr lang="en-US" altLang="ja-JP" sz="1200" dirty="0">
                <a:latin typeface="ＭＳ Ｐゴシック" panose="020B0600070205080204" pitchFamily="50" charset="-128"/>
                <a:ea typeface="ＭＳ Ｐゴシック" panose="020B0600070205080204" pitchFamily="50" charset="-128"/>
              </a:rPr>
              <a:t>MRI</a:t>
            </a:r>
            <a:r>
              <a:rPr lang="ja-JP" altLang="en-US" sz="1200" dirty="0">
                <a:latin typeface="ＭＳ Ｐゴシック" panose="020B0600070205080204" pitchFamily="50" charset="-128"/>
                <a:ea typeface="ＭＳ Ｐゴシック" panose="020B0600070205080204" pitchFamily="50" charset="-128"/>
              </a:rPr>
              <a:t>の画像品質の評価</a:t>
            </a:r>
            <a:endParaRPr lang="en-US" altLang="ja-JP" sz="1200" dirty="0">
              <a:latin typeface="ＭＳ Ｐゴシック" panose="020B0600070205080204" pitchFamily="50" charset="-128"/>
              <a:ea typeface="ＭＳ Ｐゴシック" panose="020B0600070205080204" pitchFamily="50" charset="-128"/>
            </a:endParaRPr>
          </a:p>
          <a:p>
            <a:pPr marL="342900" indent="-342900">
              <a:buFont typeface="+mj-lt"/>
              <a:buAutoNum type="arabicPeriod"/>
            </a:pPr>
            <a:endParaRPr lang="en-US" altLang="ja-JP" sz="1200" dirty="0">
              <a:latin typeface="ＭＳ Ｐゴシック" panose="020B0600070205080204" pitchFamily="50" charset="-128"/>
              <a:ea typeface="ＭＳ Ｐゴシック" panose="020B0600070205080204" pitchFamily="50" charset="-128"/>
            </a:endParaRPr>
          </a:p>
          <a:p>
            <a:endParaRPr kumimoji="1" lang="ja-JP" altLang="en-US" dirty="0"/>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7</a:t>
            </a:fld>
            <a:endParaRPr kumimoji="1" lang="ja-JP" altLang="en-US"/>
          </a:p>
        </p:txBody>
      </p:sp>
    </p:spTree>
    <p:extLst>
      <p:ext uri="{BB962C8B-B14F-4D97-AF65-F5344CB8AC3E}">
        <p14:creationId xmlns:p14="http://schemas.microsoft.com/office/powerpoint/2010/main" val="22226347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方法です。</a:t>
            </a:r>
            <a:endParaRPr kumimoji="1" lang="en-US" altLang="ja-JP" dirty="0"/>
          </a:p>
          <a:p>
            <a:pPr>
              <a:buNone/>
            </a:pPr>
            <a:r>
              <a:rPr lang="ja-JP" altLang="en-US" dirty="0"/>
              <a:t>本研究では、脳腫瘍セグメンテーションに関するデータセットとして、</a:t>
            </a:r>
            <a:r>
              <a:rPr lang="en-US" altLang="ja-JP" b="1" dirty="0" err="1"/>
              <a:t>BraTS</a:t>
            </a:r>
            <a:r>
              <a:rPr lang="en-US" altLang="ja-JP" b="1" dirty="0"/>
              <a:t> 2020 </a:t>
            </a:r>
            <a:r>
              <a:rPr lang="ja-JP" altLang="en-US" b="1" dirty="0"/>
              <a:t>および </a:t>
            </a:r>
            <a:r>
              <a:rPr lang="en-US" altLang="ja-JP" b="1" dirty="0" err="1"/>
              <a:t>BraTS</a:t>
            </a:r>
            <a:r>
              <a:rPr lang="en-US" altLang="ja-JP" b="1" dirty="0"/>
              <a:t> 2021</a:t>
            </a:r>
            <a:r>
              <a:rPr lang="ja-JP" altLang="en-US" dirty="0"/>
              <a:t>を使用しました。</a:t>
            </a:r>
          </a:p>
          <a:p>
            <a:pPr>
              <a:buNone/>
            </a:pPr>
            <a:r>
              <a:rPr lang="ja-JP" altLang="en-US" dirty="0"/>
              <a:t>これらは、</a:t>
            </a:r>
            <a:r>
              <a:rPr lang="ja-JP" altLang="en-US" b="1" dirty="0"/>
              <a:t>脳腫瘍患者の多時相つまりは複数の撮像条件でとられた</a:t>
            </a:r>
            <a:r>
              <a:rPr lang="en-US" altLang="ja-JP" b="1" dirty="0"/>
              <a:t>MRI</a:t>
            </a:r>
            <a:r>
              <a:rPr lang="ja-JP" altLang="en-US" b="1" dirty="0"/>
              <a:t>と腫瘍マスクを含む公開データセット</a:t>
            </a:r>
            <a:r>
              <a:rPr lang="ja-JP" altLang="en-US" dirty="0"/>
              <a:t>で、</a:t>
            </a:r>
          </a:p>
          <a:p>
            <a:pPr>
              <a:buNone/>
            </a:pPr>
            <a:r>
              <a:rPr lang="en-US" altLang="ja-JP" dirty="0"/>
              <a:t>1</a:t>
            </a:r>
            <a:r>
              <a:rPr lang="ja-JP" altLang="en-US" dirty="0"/>
              <a:t>症例あたり、</a:t>
            </a:r>
            <a:r>
              <a:rPr lang="en-US" altLang="ja-JP" b="1" dirty="0"/>
              <a:t>T1w</a:t>
            </a:r>
            <a:r>
              <a:rPr lang="ja-JP" altLang="en-US" b="1" dirty="0"/>
              <a:t>、</a:t>
            </a:r>
            <a:r>
              <a:rPr lang="en-US" altLang="ja-JP" b="1" dirty="0"/>
              <a:t>T1wGd</a:t>
            </a:r>
            <a:r>
              <a:rPr lang="ja-JP" altLang="en-US" b="1" dirty="0"/>
              <a:t>、</a:t>
            </a:r>
            <a:r>
              <a:rPr lang="en-US" altLang="ja-JP" b="1" dirty="0"/>
              <a:t>T2w</a:t>
            </a:r>
            <a:r>
              <a:rPr lang="ja-JP" altLang="en-US" b="1" dirty="0"/>
              <a:t>、</a:t>
            </a:r>
            <a:r>
              <a:rPr lang="en-US" altLang="ja-JP" b="1" dirty="0"/>
              <a:t>T2FLAIR</a:t>
            </a:r>
            <a:r>
              <a:rPr lang="ja-JP" altLang="en-US" dirty="0"/>
              <a:t>の</a:t>
            </a:r>
            <a:r>
              <a:rPr lang="en-US" altLang="ja-JP" dirty="0"/>
              <a:t>4</a:t>
            </a:r>
            <a:r>
              <a:rPr lang="ja-JP" altLang="en-US" dirty="0"/>
              <a:t>種類の</a:t>
            </a:r>
            <a:r>
              <a:rPr lang="en-US" altLang="ja-JP" dirty="0"/>
              <a:t>MRI</a:t>
            </a:r>
            <a:r>
              <a:rPr lang="ja-JP" altLang="en-US" dirty="0"/>
              <a:t>と、腫瘍ラベルを含むマスク画像の</a:t>
            </a:r>
            <a:r>
              <a:rPr lang="ja-JP" altLang="en-US" b="1" dirty="0"/>
              <a:t>合計</a:t>
            </a:r>
            <a:r>
              <a:rPr lang="en-US" altLang="ja-JP" b="1" dirty="0"/>
              <a:t>5</a:t>
            </a:r>
            <a:r>
              <a:rPr lang="ja-JP" altLang="en-US" b="1" dirty="0"/>
              <a:t>チャネル構成の</a:t>
            </a:r>
            <a:r>
              <a:rPr lang="en-US" altLang="ja-JP" b="1" dirty="0"/>
              <a:t>3</a:t>
            </a:r>
            <a:r>
              <a:rPr lang="ja-JP" altLang="en-US" b="1" dirty="0"/>
              <a:t>次元画像</a:t>
            </a:r>
            <a:r>
              <a:rPr lang="ja-JP" altLang="en-US" dirty="0"/>
              <a:t>となっています。</a:t>
            </a:r>
          </a:p>
          <a:p>
            <a:pPr>
              <a:buNone/>
            </a:pPr>
            <a:r>
              <a:rPr lang="ja-JP" altLang="en-US" dirty="0"/>
              <a:t>スライド右上には、</a:t>
            </a:r>
            <a:r>
              <a:rPr lang="en-US" altLang="ja-JP" dirty="0" err="1"/>
              <a:t>BraTS</a:t>
            </a:r>
            <a:r>
              <a:rPr lang="en-US" altLang="ja-JP" dirty="0"/>
              <a:t> 2021</a:t>
            </a:r>
            <a:r>
              <a:rPr lang="ja-JP" altLang="en-US" dirty="0"/>
              <a:t>に含まれる</a:t>
            </a:r>
            <a:r>
              <a:rPr lang="en-US" altLang="ja-JP" dirty="0"/>
              <a:t>1</a:t>
            </a:r>
            <a:r>
              <a:rPr lang="ja-JP" altLang="en-US" dirty="0"/>
              <a:t>症例の画像を例として示しています。</a:t>
            </a:r>
          </a:p>
          <a:p>
            <a:pPr>
              <a:buNone/>
            </a:pPr>
            <a:r>
              <a:rPr lang="ja-JP" altLang="en-US" dirty="0"/>
              <a:t>左から</a:t>
            </a:r>
            <a:r>
              <a:rPr lang="en-US" altLang="ja-JP" dirty="0"/>
              <a:t>4</a:t>
            </a:r>
            <a:r>
              <a:rPr lang="ja-JP" altLang="en-US" dirty="0"/>
              <a:t>種類の</a:t>
            </a:r>
            <a:r>
              <a:rPr lang="en-US" altLang="ja-JP" dirty="0"/>
              <a:t>MRI</a:t>
            </a:r>
            <a:r>
              <a:rPr lang="ja-JP" altLang="en-US" dirty="0"/>
              <a:t>とそして右端が腫瘍領域を示したマスク画像です。</a:t>
            </a:r>
          </a:p>
          <a:p>
            <a:pPr>
              <a:buNone/>
            </a:pPr>
            <a:r>
              <a:rPr lang="ja-JP" altLang="en-US" dirty="0"/>
              <a:t>このマスクには、</a:t>
            </a:r>
            <a:r>
              <a:rPr lang="ja-JP" altLang="en-US" b="1" dirty="0"/>
              <a:t>壊死、浮腫、増殖領域</a:t>
            </a:r>
            <a:endParaRPr lang="ja-JP" altLang="en-US" dirty="0"/>
          </a:p>
          <a:p>
            <a:pPr>
              <a:buNone/>
            </a:pPr>
            <a:r>
              <a:rPr lang="ja-JP" altLang="en-US" dirty="0"/>
              <a:t>といった腫瘍の部分構造がラベル化されています。</a:t>
            </a:r>
          </a:p>
          <a:p>
            <a:pPr>
              <a:buNone/>
            </a:pPr>
            <a:r>
              <a:rPr lang="ja-JP" altLang="en-US" dirty="0"/>
              <a:t>下段の表にあるように、</a:t>
            </a:r>
            <a:r>
              <a:rPr lang="en-US" altLang="ja-JP" dirty="0" err="1"/>
              <a:t>BraTS</a:t>
            </a:r>
            <a:r>
              <a:rPr lang="en-US" altLang="ja-JP" dirty="0"/>
              <a:t> 2020</a:t>
            </a:r>
            <a:r>
              <a:rPr lang="ja-JP" altLang="en-US" dirty="0"/>
              <a:t>では</a:t>
            </a:r>
            <a:r>
              <a:rPr lang="ja-JP" altLang="en-US" b="1" dirty="0"/>
              <a:t>訓練データ数が</a:t>
            </a:r>
            <a:r>
              <a:rPr lang="en-US" altLang="ja-JP" b="1" dirty="0"/>
              <a:t>313</a:t>
            </a:r>
            <a:r>
              <a:rPr lang="ja-JP" altLang="en-US" b="1" dirty="0"/>
              <a:t>例／テストデータ数が</a:t>
            </a:r>
            <a:r>
              <a:rPr lang="en-US" altLang="ja-JP" b="1" dirty="0"/>
              <a:t>56</a:t>
            </a:r>
            <a:r>
              <a:rPr lang="ja-JP" altLang="en-US" b="1" dirty="0"/>
              <a:t>例</a:t>
            </a:r>
            <a:r>
              <a:rPr lang="ja-JP" altLang="en-US" dirty="0"/>
              <a:t>、</a:t>
            </a:r>
          </a:p>
          <a:p>
            <a:r>
              <a:rPr lang="en-US" altLang="ja-JP" dirty="0" err="1"/>
              <a:t>BraTS</a:t>
            </a:r>
            <a:r>
              <a:rPr lang="en-US" altLang="ja-JP" dirty="0"/>
              <a:t> 2021</a:t>
            </a:r>
            <a:r>
              <a:rPr lang="ja-JP" altLang="en-US" dirty="0"/>
              <a:t>では</a:t>
            </a:r>
            <a:r>
              <a:rPr lang="ja-JP" altLang="en-US" b="1" dirty="0"/>
              <a:t>訓練データが</a:t>
            </a:r>
            <a:r>
              <a:rPr lang="en-US" altLang="ja-JP" b="1" dirty="0"/>
              <a:t>119</a:t>
            </a:r>
            <a:r>
              <a:rPr lang="ja-JP" altLang="en-US" b="1" dirty="0"/>
              <a:t>例／テストデータ</a:t>
            </a:r>
            <a:r>
              <a:rPr lang="en-US" altLang="ja-JP" b="1" dirty="0"/>
              <a:t>56</a:t>
            </a:r>
            <a:r>
              <a:rPr lang="ja-JP" altLang="en-US" b="1" dirty="0"/>
              <a:t>例</a:t>
            </a:r>
            <a:r>
              <a:rPr lang="ja-JP" altLang="en-US" dirty="0"/>
              <a:t>のデータを使用し、いずれも</a:t>
            </a:r>
            <a:r>
              <a:rPr lang="ja-JP" altLang="en-US" b="1" dirty="0"/>
              <a:t>解像度は</a:t>
            </a:r>
            <a:r>
              <a:rPr lang="en-US" altLang="ja-JP" b="1" dirty="0"/>
              <a:t>240×240×155</a:t>
            </a:r>
            <a:r>
              <a:rPr lang="ja-JP" altLang="en-US" b="1" dirty="0"/>
              <a:t>の</a:t>
            </a:r>
            <a:r>
              <a:rPr lang="en-US" altLang="ja-JP" b="1" dirty="0"/>
              <a:t>3D</a:t>
            </a:r>
            <a:r>
              <a:rPr lang="ja-JP" altLang="en-US" b="1" dirty="0"/>
              <a:t>画像</a:t>
            </a:r>
            <a:r>
              <a:rPr lang="ja-JP" altLang="en-US" dirty="0"/>
              <a:t>です。 これらのデータを用いて、次に紹介する</a:t>
            </a:r>
            <a:r>
              <a:rPr lang="ja-JP" altLang="en-US" b="1" dirty="0"/>
              <a:t>画像生成モデルの学習</a:t>
            </a:r>
            <a:r>
              <a:rPr lang="ja-JP" altLang="en-US" dirty="0"/>
              <a:t>と、</a:t>
            </a:r>
            <a:r>
              <a:rPr lang="ja-JP" altLang="en-US" b="1" dirty="0"/>
              <a:t>セグメンテーションモデルの学習や評価</a:t>
            </a:r>
            <a:r>
              <a:rPr lang="ja-JP" altLang="en-US" dirty="0"/>
              <a:t>を行っていきます。</a:t>
            </a:r>
            <a:endParaRPr lang="en-US" altLang="ja-JP" dirty="0"/>
          </a:p>
          <a:p>
            <a:r>
              <a:rPr lang="ja-JP" altLang="en-US" dirty="0"/>
              <a:t>ーーーーーーーーーーーーーーー</a:t>
            </a:r>
            <a:endParaRPr lang="en-US" altLang="ja-JP" dirty="0"/>
          </a:p>
          <a:p>
            <a:r>
              <a:rPr lang="ja-JP" altLang="en-US" dirty="0"/>
              <a:t>「</a:t>
            </a:r>
            <a:r>
              <a:rPr lang="en-US" altLang="ja-JP" dirty="0"/>
              <a:t>240×240×155</a:t>
            </a:r>
            <a:r>
              <a:rPr lang="ja-JP" altLang="en-US" dirty="0"/>
              <a:t>」というのは、</a:t>
            </a:r>
            <a:r>
              <a:rPr lang="en-US" altLang="ja-JP" dirty="0"/>
              <a:t>1</a:t>
            </a:r>
            <a:r>
              <a:rPr lang="ja-JP" altLang="en-US" dirty="0"/>
              <a:t>例の患者さんの</a:t>
            </a:r>
            <a:r>
              <a:rPr lang="en-US" altLang="ja-JP" dirty="0"/>
              <a:t>MRI</a:t>
            </a:r>
            <a:r>
              <a:rPr lang="ja-JP" altLang="en-US" dirty="0"/>
              <a:t>が</a:t>
            </a:r>
            <a:br>
              <a:rPr lang="ja-JP" altLang="en-US" dirty="0"/>
            </a:br>
            <a:r>
              <a:rPr lang="en-US" altLang="ja-JP" b="1" dirty="0"/>
              <a:t>240</a:t>
            </a:r>
            <a:r>
              <a:rPr lang="ja-JP" altLang="en-US" b="1" dirty="0"/>
              <a:t>ピクセル </a:t>
            </a:r>
            <a:r>
              <a:rPr lang="en-US" altLang="ja-JP" b="1" dirty="0"/>
              <a:t>× 240</a:t>
            </a:r>
            <a:r>
              <a:rPr lang="ja-JP" altLang="en-US" b="1" dirty="0"/>
              <a:t>ピクセル </a:t>
            </a:r>
            <a:r>
              <a:rPr lang="en-US" altLang="ja-JP" b="1" dirty="0"/>
              <a:t>× 155</a:t>
            </a:r>
            <a:r>
              <a:rPr lang="ja-JP" altLang="en-US" b="1" dirty="0"/>
              <a:t>枚のスライス</a:t>
            </a:r>
            <a:endParaRPr lang="ja-JP" altLang="en-US" dirty="0"/>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8</a:t>
            </a:fld>
            <a:endParaRPr kumimoji="1" lang="ja-JP" altLang="en-US"/>
          </a:p>
        </p:txBody>
      </p:sp>
    </p:spTree>
    <p:extLst>
      <p:ext uri="{BB962C8B-B14F-4D97-AF65-F5344CB8AC3E}">
        <p14:creationId xmlns:p14="http://schemas.microsoft.com/office/powerpoint/2010/main" val="8879377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lang="ja-JP" altLang="en-US" dirty="0"/>
              <a:t>本研究では、合成</a:t>
            </a:r>
            <a:r>
              <a:rPr lang="en-US" altLang="ja-JP" dirty="0"/>
              <a:t>MRI</a:t>
            </a:r>
            <a:r>
              <a:rPr lang="ja-JP" altLang="en-US" dirty="0"/>
              <a:t>を生成するために、</a:t>
            </a:r>
            <a:r>
              <a:rPr lang="en-US" altLang="ja-JP" dirty="0"/>
              <a:t>2</a:t>
            </a:r>
            <a:r>
              <a:rPr lang="ja-JP" altLang="en-US" dirty="0"/>
              <a:t>つの種類の生成モデルを使用しました。</a:t>
            </a:r>
            <a:r>
              <a:rPr lang="en-US" altLang="ja-JP" dirty="0"/>
              <a:t>1</a:t>
            </a:r>
            <a:r>
              <a:rPr lang="ja-JP" altLang="en-US" dirty="0"/>
              <a:t>つ目が</a:t>
            </a:r>
            <a:r>
              <a:rPr lang="en-US" altLang="ja-JP" b="1" dirty="0"/>
              <a:t>GAN</a:t>
            </a:r>
            <a:r>
              <a:rPr lang="ja-JP" altLang="en-US" b="1" dirty="0"/>
              <a:t>（敵対的生成ネットワーク）</a:t>
            </a:r>
            <a:r>
              <a:rPr lang="ja-JP" altLang="en-US" dirty="0"/>
              <a:t>、もう</a:t>
            </a:r>
            <a:r>
              <a:rPr lang="en-US" altLang="ja-JP" dirty="0"/>
              <a:t>1</a:t>
            </a:r>
            <a:r>
              <a:rPr lang="ja-JP" altLang="en-US" dirty="0"/>
              <a:t>つが**拡散モデル（</a:t>
            </a:r>
            <a:r>
              <a:rPr lang="en-US" altLang="ja-JP" dirty="0"/>
              <a:t>Diffusion Model</a:t>
            </a:r>
            <a:r>
              <a:rPr lang="ja-JP" altLang="en-US" dirty="0"/>
              <a:t>）**です。</a:t>
            </a:r>
          </a:p>
          <a:p>
            <a:pPr>
              <a:buNone/>
            </a:pPr>
            <a:r>
              <a:rPr lang="ja-JP" altLang="en-US" dirty="0"/>
              <a:t>まず</a:t>
            </a:r>
            <a:r>
              <a:rPr lang="en-US" altLang="ja-JP" dirty="0"/>
              <a:t>GAN</a:t>
            </a:r>
            <a:r>
              <a:rPr lang="ja-JP" altLang="en-US" dirty="0"/>
              <a:t>について説明します。</a:t>
            </a:r>
          </a:p>
          <a:p>
            <a:pPr>
              <a:buNone/>
            </a:pPr>
            <a:r>
              <a:rPr lang="en-US" altLang="ja-JP" dirty="0"/>
              <a:t>GAN</a:t>
            </a:r>
            <a:r>
              <a:rPr lang="ja-JP" altLang="en-US" dirty="0"/>
              <a:t>は「</a:t>
            </a:r>
            <a:r>
              <a:rPr lang="en-US" altLang="ja-JP" dirty="0"/>
              <a:t>Generator</a:t>
            </a:r>
            <a:r>
              <a:rPr lang="ja-JP" altLang="en-US" dirty="0"/>
              <a:t>（生成器）」と「</a:t>
            </a:r>
            <a:r>
              <a:rPr lang="en-US" altLang="ja-JP" dirty="0"/>
              <a:t>Discriminator</a:t>
            </a:r>
            <a:r>
              <a:rPr lang="ja-JP" altLang="en-US" dirty="0"/>
              <a:t>（識別器）」という</a:t>
            </a:r>
            <a:r>
              <a:rPr lang="en-US" altLang="ja-JP" dirty="0"/>
              <a:t>2</a:t>
            </a:r>
            <a:r>
              <a:rPr lang="ja-JP" altLang="en-US" dirty="0"/>
              <a:t>つのニューラルネットワークが互いに競い合うようにして学習を進めていくモデルです。</a:t>
            </a:r>
            <a:r>
              <a:rPr lang="en-US" altLang="ja-JP" dirty="0"/>
              <a:t>Generator</a:t>
            </a:r>
            <a:r>
              <a:rPr lang="ja-JP" altLang="en-US" dirty="0"/>
              <a:t>は本物そっくりの画像を作り、</a:t>
            </a:r>
            <a:r>
              <a:rPr lang="en-US" altLang="ja-JP" dirty="0"/>
              <a:t>Discriminator</a:t>
            </a:r>
            <a:r>
              <a:rPr lang="ja-JP" altLang="en-US" dirty="0"/>
              <a:t>はその画像が本物か偽物かを見抜こうとします。このような敵対的なやりとりを通じて、</a:t>
            </a:r>
            <a:r>
              <a:rPr lang="en-US" altLang="ja-JP" dirty="0"/>
              <a:t>Generator</a:t>
            </a:r>
            <a:r>
              <a:rPr lang="ja-JP" altLang="en-US" dirty="0"/>
              <a:t>は徐々にリアルな画像を作る能力を獲得していきます。</a:t>
            </a:r>
          </a:p>
          <a:p>
            <a:pPr>
              <a:buNone/>
            </a:pPr>
            <a:r>
              <a:rPr lang="ja-JP" altLang="en-US" dirty="0"/>
              <a:t>本研究では、</a:t>
            </a:r>
            <a:r>
              <a:rPr lang="en-US" altLang="ja-JP" dirty="0"/>
              <a:t>4</a:t>
            </a:r>
            <a:r>
              <a:rPr lang="ja-JP" altLang="en-US" dirty="0"/>
              <a:t>つの</a:t>
            </a:r>
            <a:r>
              <a:rPr lang="en-US" altLang="ja-JP" dirty="0"/>
              <a:t>GAN</a:t>
            </a:r>
            <a:r>
              <a:rPr lang="ja-JP" altLang="en-US" dirty="0"/>
              <a:t>を使用しました。</a:t>
            </a:r>
            <a:r>
              <a:rPr lang="en-US" altLang="ja-JP" dirty="0"/>
              <a:t>1</a:t>
            </a:r>
            <a:r>
              <a:rPr lang="ja-JP" altLang="en-US" dirty="0"/>
              <a:t>つ目は</a:t>
            </a:r>
            <a:r>
              <a:rPr lang="en-US" altLang="ja-JP" b="1" dirty="0"/>
              <a:t>Progressive GAN</a:t>
            </a:r>
            <a:r>
              <a:rPr lang="ja-JP" altLang="en-US" dirty="0"/>
              <a:t>で、これは解像度を段階的に上げながら学習を行う手法です。次に</a:t>
            </a:r>
            <a:r>
              <a:rPr lang="en-US" altLang="ja-JP" b="1" dirty="0"/>
              <a:t>StyleGAN</a:t>
            </a:r>
            <a:r>
              <a:rPr lang="ja-JP" altLang="en-US" b="1" dirty="0"/>
              <a:t>の</a:t>
            </a:r>
            <a:r>
              <a:rPr lang="en-US" altLang="ja-JP" b="1" dirty="0"/>
              <a:t>1,2,3</a:t>
            </a:r>
            <a:r>
              <a:rPr lang="ja-JP" altLang="en-US" dirty="0"/>
              <a:t>までを用いました。</a:t>
            </a:r>
            <a:r>
              <a:rPr lang="en-US" altLang="ja-JP" dirty="0"/>
              <a:t>StyleGAN</a:t>
            </a:r>
            <a:r>
              <a:rPr lang="ja-JP" altLang="en-US" dirty="0"/>
              <a:t>は、画像のスタイル情報を制御する仕組みを持っており、特に</a:t>
            </a:r>
            <a:r>
              <a:rPr lang="en-US" altLang="ja-JP" dirty="0"/>
              <a:t>2</a:t>
            </a:r>
            <a:r>
              <a:rPr lang="ja-JP" altLang="en-US" dirty="0"/>
              <a:t>以降では画像の精度や多様性が大きく向上しています。</a:t>
            </a:r>
          </a:p>
          <a:p>
            <a:pPr>
              <a:buNone/>
            </a:pPr>
            <a:r>
              <a:rPr lang="ja-JP" altLang="en-US" dirty="0"/>
              <a:t>一方の拡散モデルは、</a:t>
            </a:r>
            <a:r>
              <a:rPr lang="en-US" altLang="ja-JP" dirty="0"/>
              <a:t>GAN</a:t>
            </a:r>
            <a:r>
              <a:rPr lang="ja-JP" altLang="en-US" dirty="0"/>
              <a:t>とは異なり、まず画像にノイズを少しずつ加えていき、最終的には完全なノイズ画像に変換します。そして、学習ではそのノイズを逆再生する形で画像を復元する方法を学びます。これにより、安定したプロセスで高品質な画像を生成することが可能になります。</a:t>
            </a:r>
          </a:p>
          <a:p>
            <a:pPr>
              <a:buNone/>
            </a:pPr>
            <a:r>
              <a:rPr lang="ja-JP" altLang="en-US" dirty="0"/>
              <a:t>ただし、拡散モデルは画像を一枚生成するにも多くのステップを必要とするため、学習や生成に</a:t>
            </a:r>
            <a:r>
              <a:rPr lang="ja-JP" altLang="en-US" b="1" dirty="0"/>
              <a:t>非常に長い時間がかかる</a:t>
            </a:r>
            <a:r>
              <a:rPr lang="ja-JP" altLang="en-US" dirty="0"/>
              <a:t>という特徴があります。</a:t>
            </a:r>
          </a:p>
          <a:p>
            <a:r>
              <a:rPr lang="ja-JP" altLang="en-US" dirty="0"/>
              <a:t>以上が、本研究で使用した生成モデルの概要です。</a:t>
            </a:r>
          </a:p>
          <a:p>
            <a:endParaRPr kumimoji="1" lang="ja-JP" altLang="en-US" dirty="0"/>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9</a:t>
            </a:fld>
            <a:endParaRPr kumimoji="1" lang="ja-JP" altLang="en-US"/>
          </a:p>
        </p:txBody>
      </p:sp>
    </p:spTree>
    <p:extLst>
      <p:ext uri="{BB962C8B-B14F-4D97-AF65-F5344CB8AC3E}">
        <p14:creationId xmlns:p14="http://schemas.microsoft.com/office/powerpoint/2010/main" val="18268643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lang="ja-JP" altLang="en-US" dirty="0"/>
              <a:t>まず</a:t>
            </a:r>
            <a:r>
              <a:rPr lang="en-US" altLang="ja-JP" dirty="0"/>
              <a:t>1</a:t>
            </a:r>
            <a:r>
              <a:rPr lang="ja-JP" altLang="en-US" dirty="0"/>
              <a:t>つ目は、</a:t>
            </a:r>
            <a:r>
              <a:rPr lang="ja-JP" altLang="en-US" b="1" dirty="0"/>
              <a:t>神経放射線専門医による主観的評価</a:t>
            </a:r>
            <a:r>
              <a:rPr lang="ja-JP" altLang="en-US" dirty="0"/>
              <a:t>です。こちらは視覚的な判断に基づく評価で、実画像</a:t>
            </a:r>
            <a:r>
              <a:rPr lang="en-US" altLang="ja-JP" dirty="0"/>
              <a:t>100</a:t>
            </a:r>
            <a:r>
              <a:rPr lang="ja-JP" altLang="en-US" dirty="0"/>
              <a:t>枚と、各生成モデルからランダムに抽出した合成画像</a:t>
            </a:r>
            <a:r>
              <a:rPr lang="en-US" altLang="ja-JP" dirty="0"/>
              <a:t>100</a:t>
            </a:r>
            <a:r>
              <a:rPr lang="ja-JP" altLang="en-US" dirty="0"/>
              <a:t>枚ずつ、合計</a:t>
            </a:r>
            <a:r>
              <a:rPr lang="en-US" altLang="ja-JP" dirty="0"/>
              <a:t>600</a:t>
            </a:r>
            <a:r>
              <a:rPr lang="ja-JP" altLang="en-US" dirty="0"/>
              <a:t>枚の画像が対象となっています。</a:t>
            </a:r>
          </a:p>
          <a:p>
            <a:pPr>
              <a:buNone/>
            </a:pPr>
            <a:r>
              <a:rPr lang="ja-JP" altLang="en-US" dirty="0"/>
              <a:t>評価者には、</a:t>
            </a:r>
            <a:r>
              <a:rPr lang="en-US" altLang="ja-JP" dirty="0"/>
              <a:t>1</a:t>
            </a:r>
            <a:r>
              <a:rPr lang="ja-JP" altLang="en-US" dirty="0"/>
              <a:t>枚ずつ提示された画像について「実画像」か「合成画像」かを分類してもらいました。</a:t>
            </a:r>
          </a:p>
          <a:p>
            <a:pPr>
              <a:buNone/>
            </a:pPr>
            <a:r>
              <a:rPr lang="ja-JP" altLang="en-US" dirty="0"/>
              <a:t>この結果から、どのモデルの画像が“人の目”で見たときに本物らしいかを測定しています。</a:t>
            </a:r>
          </a:p>
          <a:p>
            <a:pPr>
              <a:buNone/>
            </a:pPr>
            <a:r>
              <a:rPr lang="ja-JP" altLang="en-US" dirty="0"/>
              <a:t>次に</a:t>
            </a:r>
            <a:r>
              <a:rPr lang="en-US" altLang="ja-JP" dirty="0"/>
              <a:t>2</a:t>
            </a:r>
            <a:r>
              <a:rPr lang="ja-JP" altLang="en-US" dirty="0"/>
              <a:t>つ目は、**</a:t>
            </a:r>
            <a:r>
              <a:rPr lang="en-US" altLang="ja-JP" dirty="0"/>
              <a:t>FID</a:t>
            </a:r>
            <a:r>
              <a:rPr lang="ja-JP" altLang="en-US" dirty="0"/>
              <a:t>（</a:t>
            </a:r>
            <a:r>
              <a:rPr lang="en-US" altLang="ja-JP" dirty="0"/>
              <a:t>Fréchet Inception Distance</a:t>
            </a:r>
            <a:r>
              <a:rPr lang="ja-JP" altLang="en-US" dirty="0"/>
              <a:t>）**です。</a:t>
            </a:r>
          </a:p>
          <a:p>
            <a:pPr>
              <a:buNone/>
            </a:pPr>
            <a:r>
              <a:rPr lang="ja-JP" altLang="en-US" dirty="0"/>
              <a:t>これは、合成画像がどれくらい“リアル”かを、実画像との距離で定量的に評価する指標です。</a:t>
            </a:r>
          </a:p>
          <a:p>
            <a:pPr>
              <a:buNone/>
            </a:pPr>
            <a:r>
              <a:rPr lang="ja-JP" altLang="en-US" dirty="0"/>
              <a:t>具体的には、</a:t>
            </a:r>
            <a:r>
              <a:rPr lang="en-US" altLang="ja-JP" dirty="0"/>
              <a:t>Inception v3</a:t>
            </a:r>
            <a:r>
              <a:rPr lang="ja-JP" altLang="en-US" dirty="0"/>
              <a:t>という事前学習済みモデルで特徴ベクトルを抽出し、それらの分布の距離を計算しています。</a:t>
            </a:r>
          </a:p>
          <a:p>
            <a:pPr>
              <a:buNone/>
            </a:pPr>
            <a:r>
              <a:rPr lang="ja-JP" altLang="en-US" b="1" dirty="0"/>
              <a:t>値が小さいほど、実画像と近い分布である＝高品質</a:t>
            </a:r>
            <a:endParaRPr lang="ja-JP" altLang="en-US" dirty="0"/>
          </a:p>
          <a:p>
            <a:pPr>
              <a:buNone/>
            </a:pPr>
            <a:r>
              <a:rPr lang="ja-JP" altLang="en-US" dirty="0"/>
              <a:t>な合成画像とされます。</a:t>
            </a:r>
          </a:p>
          <a:p>
            <a:pPr>
              <a:buNone/>
            </a:pPr>
            <a:r>
              <a:rPr lang="en-US" altLang="ja-JP" dirty="0"/>
              <a:t>3</a:t>
            </a:r>
            <a:r>
              <a:rPr lang="ja-JP" altLang="en-US" dirty="0"/>
              <a:t>つ目は、</a:t>
            </a:r>
            <a:r>
              <a:rPr lang="en-US" altLang="ja-JP" b="1" dirty="0"/>
              <a:t>IS</a:t>
            </a:r>
            <a:r>
              <a:rPr lang="ja-JP" altLang="en-US" b="1" dirty="0"/>
              <a:t>（</a:t>
            </a:r>
            <a:r>
              <a:rPr lang="en-US" altLang="ja-JP" b="1" dirty="0"/>
              <a:t>Inception Score</a:t>
            </a:r>
            <a:r>
              <a:rPr lang="ja-JP" altLang="en-US" b="1" dirty="0"/>
              <a:t>）です。 これは合成画像の多様性と識別性</a:t>
            </a:r>
            <a:r>
              <a:rPr lang="ja-JP" altLang="en-US" dirty="0"/>
              <a:t>を評価する指標です。</a:t>
            </a:r>
          </a:p>
          <a:p>
            <a:pPr>
              <a:buNone/>
            </a:pPr>
            <a:r>
              <a:rPr lang="ja-JP" altLang="en-US" dirty="0"/>
              <a:t>合成画像が多様でかつ、それぞれの画像がはっきり識別できるものであるほど、高いスコアが得られます。</a:t>
            </a:r>
          </a:p>
          <a:p>
            <a:r>
              <a:rPr lang="ja-JP" altLang="en-US" dirty="0"/>
              <a:t>つまり、</a:t>
            </a:r>
            <a:r>
              <a:rPr lang="ja-JP" altLang="en-US" b="1" dirty="0"/>
              <a:t>値が大きいほど認識しやすく、多様である画像</a:t>
            </a:r>
            <a:r>
              <a:rPr lang="ja-JP" altLang="en-US" dirty="0"/>
              <a:t>だと判断されます。 このように、主観評価、</a:t>
            </a:r>
            <a:r>
              <a:rPr lang="en-US" altLang="ja-JP" dirty="0"/>
              <a:t>FID</a:t>
            </a:r>
            <a:r>
              <a:rPr lang="ja-JP" altLang="en-US" dirty="0"/>
              <a:t>、</a:t>
            </a:r>
            <a:r>
              <a:rPr lang="en-US" altLang="ja-JP" dirty="0"/>
              <a:t>IS</a:t>
            </a:r>
            <a:r>
              <a:rPr lang="ja-JP" altLang="en-US" dirty="0"/>
              <a:t>という</a:t>
            </a:r>
            <a:r>
              <a:rPr lang="ja-JP" altLang="en-US" b="1" dirty="0"/>
              <a:t>主観・定量・多様性の</a:t>
            </a:r>
            <a:r>
              <a:rPr lang="en-US" altLang="ja-JP" b="1" dirty="0"/>
              <a:t>3</a:t>
            </a:r>
            <a:r>
              <a:rPr lang="ja-JP" altLang="en-US" b="1" dirty="0"/>
              <a:t>側面から</a:t>
            </a:r>
            <a:r>
              <a:rPr lang="ja-JP" altLang="en-US" dirty="0"/>
              <a:t>合成画像の品質を評価しています。</a:t>
            </a:r>
            <a:endParaRPr kumimoji="1" lang="en-US" altLang="ja-JP" dirty="0">
              <a:latin typeface="ＭＳ Ｐゴシック" panose="020B0600070205080204" pitchFamily="50" charset="-128"/>
              <a:ea typeface="ＭＳ Ｐゴシック" panose="020B0600070205080204" pitchFamily="50" charset="-128"/>
            </a:endParaRPr>
          </a:p>
          <a:p>
            <a:r>
              <a:rPr kumimoji="1" lang="en-US" altLang="ja-JP" dirty="0">
                <a:latin typeface="ＭＳ Ｐゴシック" panose="020B0600070205080204" pitchFamily="50" charset="-128"/>
                <a:ea typeface="ＭＳ Ｐゴシック" panose="020B0600070205080204" pitchFamily="50" charset="-128"/>
              </a:rPr>
              <a:t>--------------------------</a:t>
            </a:r>
          </a:p>
          <a:p>
            <a:r>
              <a:rPr kumimoji="1" lang="en-US" altLang="ja-JP" dirty="0">
                <a:latin typeface="ＭＳ Ｐゴシック" panose="020B0600070205080204" pitchFamily="50" charset="-128"/>
                <a:ea typeface="ＭＳ Ｐゴシック" panose="020B0600070205080204" pitchFamily="50" charset="-128"/>
              </a:rPr>
              <a:t>Inception v3 </a:t>
            </a:r>
            <a:r>
              <a:rPr kumimoji="1" lang="ja-JP" altLang="en-US" dirty="0">
                <a:latin typeface="ＭＳ Ｐゴシック" panose="020B0600070205080204" pitchFamily="50" charset="-128"/>
                <a:ea typeface="ＭＳ Ｐゴシック" panose="020B0600070205080204" pitchFamily="50" charset="-128"/>
              </a:rPr>
              <a:t>について</a:t>
            </a:r>
            <a:endParaRPr kumimoji="1" lang="en-US" altLang="ja-JP" dirty="0">
              <a:latin typeface="ＭＳ Ｐゴシック" panose="020B0600070205080204" pitchFamily="50" charset="-128"/>
              <a:ea typeface="ＭＳ Ｐゴシック" panose="020B0600070205080204" pitchFamily="50" charset="-128"/>
            </a:endParaRPr>
          </a:p>
          <a:p>
            <a:r>
              <a:rPr kumimoji="1" lang="en-US" altLang="ja-JP" dirty="0">
                <a:latin typeface="ＭＳ Ｐゴシック" panose="020B0600070205080204" pitchFamily="50" charset="-128"/>
                <a:ea typeface="ＭＳ Ｐゴシック" panose="020B0600070205080204" pitchFamily="50" charset="-128"/>
              </a:rPr>
              <a:t>2015</a:t>
            </a:r>
            <a:r>
              <a:rPr kumimoji="1" lang="ja-JP" altLang="en-US" dirty="0">
                <a:latin typeface="ＭＳ Ｐゴシック" panose="020B0600070205080204" pitchFamily="50" charset="-128"/>
                <a:ea typeface="ＭＳ Ｐゴシック" panose="020B0600070205080204" pitchFamily="50" charset="-128"/>
              </a:rPr>
              <a:t>年に開発された</a:t>
            </a:r>
            <a:r>
              <a:rPr lang="ja-JP" altLang="en-US" dirty="0"/>
              <a:t>約 </a:t>
            </a:r>
            <a:r>
              <a:rPr lang="en-US" altLang="ja-JP" dirty="0"/>
              <a:t>48 </a:t>
            </a:r>
            <a:r>
              <a:rPr lang="ja-JP" altLang="en-US" dirty="0"/>
              <a:t>層の深い </a:t>
            </a:r>
            <a:r>
              <a:rPr lang="en-US" altLang="ja-JP" dirty="0"/>
              <a:t>CNN</a:t>
            </a:r>
            <a:r>
              <a:rPr lang="ja-JP" altLang="en-US" dirty="0"/>
              <a:t>であり、複数サイズのフィルタを並列に使用（“</a:t>
            </a:r>
            <a:r>
              <a:rPr lang="en-US" altLang="ja-JP" dirty="0"/>
              <a:t>Inception</a:t>
            </a:r>
            <a:r>
              <a:rPr lang="ja-JP" altLang="en-US" dirty="0"/>
              <a:t>モジュール”）</a:t>
            </a:r>
            <a:endParaRPr lang="en-US" altLang="ja-JP" dirty="0"/>
          </a:p>
          <a:p>
            <a:r>
              <a:rPr lang="ja-JP" altLang="en-US" dirty="0"/>
              <a:t>画像分類、転移学習、特徴抽出、生成画像評価（</a:t>
            </a:r>
            <a:r>
              <a:rPr lang="en-US" altLang="ja-JP" dirty="0"/>
              <a:t>FID, IS</a:t>
            </a:r>
            <a:r>
              <a:rPr lang="ja-JP" altLang="en-US" dirty="0"/>
              <a:t>）など</a:t>
            </a:r>
            <a:endParaRPr lang="en-US" altLang="ja-JP" dirty="0"/>
          </a:p>
          <a:p>
            <a:r>
              <a:rPr lang="en-US" altLang="ja-JP" b="1" dirty="0" err="1"/>
              <a:t>RadImageNet</a:t>
            </a:r>
            <a:r>
              <a:rPr lang="ja-JP" altLang="en-US" dirty="0"/>
              <a:t>（</a:t>
            </a:r>
            <a:r>
              <a:rPr lang="en-US" altLang="ja-JP" dirty="0"/>
              <a:t>Radiology ImageNet</a:t>
            </a:r>
            <a:r>
              <a:rPr lang="ja-JP" altLang="en-US" dirty="0"/>
              <a:t>）について</a:t>
            </a:r>
            <a:r>
              <a:rPr lang="ja-JP" altLang="en-US" b="1" dirty="0"/>
              <a:t>医療画像（主に放射線画像）に特化した事前学習済みモデルを構築するための大規模画像データセット</a:t>
            </a:r>
            <a:r>
              <a:rPr lang="ja-JP" altLang="en-US" dirty="0"/>
              <a:t>です。</a:t>
            </a:r>
            <a:br>
              <a:rPr lang="ja-JP" altLang="en-US" dirty="0"/>
            </a:br>
            <a:r>
              <a:rPr lang="ja-JP" altLang="en-US" dirty="0"/>
              <a:t>名前の通り、</a:t>
            </a:r>
            <a:r>
              <a:rPr lang="en-US" altLang="ja-JP" dirty="0"/>
              <a:t>ImageNet </a:t>
            </a:r>
            <a:r>
              <a:rPr lang="ja-JP" altLang="en-US" dirty="0"/>
              <a:t>に倣って設計されており、**医療領域の“</a:t>
            </a:r>
            <a:r>
              <a:rPr lang="en-US" altLang="ja-JP" dirty="0"/>
              <a:t>ImageNet</a:t>
            </a:r>
            <a:r>
              <a:rPr lang="ja-JP" altLang="en-US" dirty="0"/>
              <a:t>的存在”**として注目されています。</a:t>
            </a:r>
            <a:endParaRPr lang="en-US" altLang="ja-JP" dirty="0"/>
          </a:p>
          <a:p>
            <a:r>
              <a:rPr lang="ja-JP" altLang="en-US" dirty="0"/>
              <a:t>本研究では合成画像の評価指標として </a:t>
            </a:r>
            <a:r>
              <a:rPr lang="en-US" altLang="ja-JP" dirty="0"/>
              <a:t>FID</a:t>
            </a:r>
            <a:r>
              <a:rPr lang="ja-JP" altLang="en-US" dirty="0"/>
              <a:t>（</a:t>
            </a:r>
            <a:r>
              <a:rPr lang="en-US" altLang="ja-JP" dirty="0"/>
              <a:t>Fréchet Inception Distance</a:t>
            </a:r>
            <a:r>
              <a:rPr lang="ja-JP" altLang="en-US" dirty="0"/>
              <a:t>）や </a:t>
            </a:r>
            <a:r>
              <a:rPr lang="en-US" altLang="ja-JP" dirty="0"/>
              <a:t>IS</a:t>
            </a:r>
            <a:r>
              <a:rPr lang="ja-JP" altLang="en-US" dirty="0"/>
              <a:t>（</a:t>
            </a:r>
            <a:r>
              <a:rPr lang="en-US" altLang="ja-JP" dirty="0"/>
              <a:t>Inception Score</a:t>
            </a:r>
            <a:r>
              <a:rPr lang="ja-JP" altLang="en-US" dirty="0"/>
              <a:t>）を使用していますが、</a:t>
            </a:r>
            <a:r>
              <a:rPr lang="ja-JP" altLang="en-US" b="1" dirty="0"/>
              <a:t>そのベースモデルは </a:t>
            </a:r>
            <a:r>
              <a:rPr lang="en-US" altLang="ja-JP" b="1" dirty="0"/>
              <a:t>ImageNet </a:t>
            </a:r>
            <a:r>
              <a:rPr lang="ja-JP" altLang="en-US" b="1" dirty="0"/>
              <a:t>で訓練された </a:t>
            </a:r>
            <a:r>
              <a:rPr lang="en-US" altLang="ja-JP" b="1" dirty="0"/>
              <a:t>Inception v3 </a:t>
            </a:r>
            <a:r>
              <a:rPr lang="ja-JP" altLang="en-US" b="1" dirty="0"/>
              <a:t>です</a:t>
            </a:r>
            <a:r>
              <a:rPr lang="ja-JP" altLang="en-US" dirty="0"/>
              <a:t>。</a:t>
            </a:r>
            <a:br>
              <a:rPr lang="ja-JP" altLang="en-US" dirty="0"/>
            </a:br>
            <a:r>
              <a:rPr lang="ja-JP" altLang="en-US" dirty="0"/>
              <a:t>これに対し、</a:t>
            </a:r>
            <a:r>
              <a:rPr lang="en-US" altLang="ja-JP" b="1" dirty="0" err="1"/>
              <a:t>RadImageNet</a:t>
            </a:r>
            <a:r>
              <a:rPr lang="ja-JP" altLang="en-US" b="1" dirty="0"/>
              <a:t>ベースのモデルを使うと、より医療画像に合った“リアルさ”や“識別性”を評価できる可能性があります。</a:t>
            </a:r>
            <a:endParaRPr kumimoji="1" lang="ja-JP" altLang="en-US" dirty="0"/>
          </a:p>
          <a:p>
            <a:endParaRPr kumimoji="1" lang="ja-JP" altLang="en-US" dirty="0"/>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10</a:t>
            </a:fld>
            <a:endParaRPr kumimoji="1" lang="ja-JP" altLang="en-US"/>
          </a:p>
        </p:txBody>
      </p:sp>
    </p:spTree>
    <p:extLst>
      <p:ext uri="{BB962C8B-B14F-4D97-AF65-F5344CB8AC3E}">
        <p14:creationId xmlns:p14="http://schemas.microsoft.com/office/powerpoint/2010/main" val="7992385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lang="ja-JP" altLang="en-US" dirty="0"/>
              <a:t>こちらのスライドでは、各生成モデルによって出力された</a:t>
            </a:r>
            <a:r>
              <a:rPr lang="ja-JP" altLang="en-US" b="1" dirty="0"/>
              <a:t>合成</a:t>
            </a:r>
            <a:r>
              <a:rPr lang="en-US" altLang="ja-JP" b="1" dirty="0"/>
              <a:t>MRI</a:t>
            </a:r>
            <a:r>
              <a:rPr lang="ja-JP" altLang="en-US" b="1" dirty="0"/>
              <a:t>の例</a:t>
            </a:r>
            <a:r>
              <a:rPr lang="ja-JP" altLang="en-US" dirty="0"/>
              <a:t>を示しています。</a:t>
            </a:r>
          </a:p>
          <a:p>
            <a:pPr>
              <a:buNone/>
            </a:pPr>
            <a:r>
              <a:rPr lang="ja-JP" altLang="en-US" dirty="0"/>
              <a:t>左側の表は、上から順に</a:t>
            </a:r>
            <a:r>
              <a:rPr lang="en-US" altLang="ja-JP" b="1" dirty="0"/>
              <a:t>Progressive GAN</a:t>
            </a:r>
            <a:r>
              <a:rPr lang="ja-JP" altLang="en-US" b="1" dirty="0"/>
              <a:t>（</a:t>
            </a:r>
            <a:r>
              <a:rPr lang="en-US" altLang="ja-JP" b="1" dirty="0" err="1"/>
              <a:t>ProGAN</a:t>
            </a:r>
            <a:r>
              <a:rPr lang="ja-JP" altLang="en-US" b="1" dirty="0"/>
              <a:t>）</a:t>
            </a:r>
            <a:r>
              <a:rPr lang="ja-JP" altLang="en-US" dirty="0"/>
              <a:t>、</a:t>
            </a:r>
            <a:r>
              <a:rPr lang="en-US" altLang="ja-JP" b="1" dirty="0"/>
              <a:t>StyleGAN 1〜3</a:t>
            </a:r>
            <a:r>
              <a:rPr lang="ja-JP" altLang="en-US" dirty="0"/>
              <a:t>、そして</a:t>
            </a:r>
            <a:r>
              <a:rPr lang="ja-JP" altLang="en-US" b="1" dirty="0"/>
              <a:t>拡散モデル</a:t>
            </a:r>
            <a:r>
              <a:rPr lang="ja-JP" altLang="en-US" dirty="0"/>
              <a:t>で生成された</a:t>
            </a:r>
            <a:r>
              <a:rPr lang="en-US" altLang="ja-JP" dirty="0"/>
              <a:t>5</a:t>
            </a:r>
            <a:r>
              <a:rPr lang="ja-JP" altLang="en-US" dirty="0"/>
              <a:t>チャネル画像です。各行が</a:t>
            </a:r>
            <a:r>
              <a:rPr lang="en-US" altLang="ja-JP" dirty="0"/>
              <a:t>1</a:t>
            </a:r>
            <a:r>
              <a:rPr lang="ja-JP" altLang="en-US" dirty="0"/>
              <a:t>つのモデルで生成された</a:t>
            </a:r>
            <a:r>
              <a:rPr lang="en-US" altLang="ja-JP" dirty="0"/>
              <a:t>1</a:t>
            </a:r>
            <a:r>
              <a:rPr lang="ja-JP" altLang="en-US" dirty="0"/>
              <a:t>例に対応しており、</a:t>
            </a:r>
            <a:r>
              <a:rPr lang="en-US" altLang="ja-JP" dirty="0"/>
              <a:t>T1w</a:t>
            </a:r>
            <a:r>
              <a:rPr lang="ja-JP" altLang="en-US" dirty="0"/>
              <a:t>から</a:t>
            </a:r>
            <a:r>
              <a:rPr lang="en-US" altLang="ja-JP" dirty="0"/>
              <a:t>T2FLAIR</a:t>
            </a:r>
            <a:r>
              <a:rPr lang="ja-JP" altLang="en-US" dirty="0"/>
              <a:t>、そして腫瘍のマスクまで一貫して生成されていることが分かります。</a:t>
            </a:r>
          </a:p>
          <a:p>
            <a:pPr>
              <a:buNone/>
            </a:pPr>
            <a:r>
              <a:rPr lang="ja-JP" altLang="en-US" dirty="0"/>
              <a:t>右下には、</a:t>
            </a:r>
            <a:r>
              <a:rPr lang="en-US" altLang="ja-JP" b="1" dirty="0" err="1"/>
              <a:t>BraTS</a:t>
            </a:r>
            <a:r>
              <a:rPr lang="en-US" altLang="ja-JP" b="1" dirty="0"/>
              <a:t> 2021</a:t>
            </a:r>
            <a:r>
              <a:rPr lang="ja-JP" altLang="en-US" b="1" dirty="0"/>
              <a:t>の実際の画像</a:t>
            </a:r>
            <a:r>
              <a:rPr lang="ja-JP" altLang="en-US" dirty="0"/>
              <a:t>を並べており、比較のために掲載しています。</a:t>
            </a:r>
          </a:p>
          <a:p>
            <a:pPr>
              <a:buNone/>
            </a:pPr>
            <a:r>
              <a:rPr lang="ja-JP" altLang="en-US" dirty="0"/>
              <a:t>モデルによって腫瘍のコントラストや構造の再現性には差があり、</a:t>
            </a:r>
            <a:r>
              <a:rPr lang="en-US" altLang="ja-JP" b="1" dirty="0"/>
              <a:t>StyleGAN 2</a:t>
            </a:r>
            <a:r>
              <a:rPr lang="ja-JP" altLang="en-US" b="1" dirty="0"/>
              <a:t>や</a:t>
            </a:r>
            <a:r>
              <a:rPr lang="en-US" altLang="ja-JP" b="1" dirty="0"/>
              <a:t>3</a:t>
            </a:r>
            <a:r>
              <a:rPr lang="ja-JP" altLang="en-US" b="1" dirty="0"/>
              <a:t>、拡散モデルでは腫瘍構造が比較的明瞭に再現されていることが分かります。</a:t>
            </a:r>
            <a:endParaRPr lang="ja-JP" altLang="en-US" dirty="0"/>
          </a:p>
          <a:p>
            <a:r>
              <a:rPr lang="ja-JP" altLang="en-US" dirty="0"/>
              <a:t>このような視覚的比較は、定量評価だけでは見えにくい</a:t>
            </a:r>
            <a:r>
              <a:rPr lang="ja-JP" altLang="en-US" b="1" dirty="0"/>
              <a:t>モデルごとの画像特性の違い</a:t>
            </a:r>
            <a:r>
              <a:rPr lang="ja-JP" altLang="en-US" dirty="0"/>
              <a:t>を直感的に把握するのに有効です。</a:t>
            </a:r>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11</a:t>
            </a:fld>
            <a:endParaRPr kumimoji="1" lang="ja-JP" altLang="en-US"/>
          </a:p>
        </p:txBody>
      </p:sp>
    </p:spTree>
    <p:extLst>
      <p:ext uri="{BB962C8B-B14F-4D97-AF65-F5344CB8AC3E}">
        <p14:creationId xmlns:p14="http://schemas.microsoft.com/office/powerpoint/2010/main" val="7928745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lang="ja-JP" altLang="en-US" dirty="0"/>
              <a:t>このスライドでは、</a:t>
            </a:r>
            <a:r>
              <a:rPr lang="ja-JP" altLang="en-US" b="1" dirty="0"/>
              <a:t>神経放射線専門医による合成画像の主観的評価</a:t>
            </a:r>
            <a:r>
              <a:rPr lang="ja-JP" altLang="en-US" dirty="0"/>
              <a:t>について示しています。</a:t>
            </a:r>
          </a:p>
          <a:p>
            <a:pPr>
              <a:buNone/>
            </a:pPr>
            <a:r>
              <a:rPr lang="ja-JP" altLang="en-US" dirty="0"/>
              <a:t>評価の仕方は方法のスライドで触れた通りになります。</a:t>
            </a:r>
            <a:endParaRPr lang="en-US" altLang="ja-JP" dirty="0"/>
          </a:p>
          <a:p>
            <a:pPr>
              <a:buNone/>
            </a:pPr>
            <a:r>
              <a:rPr lang="ja-JP" altLang="en-US" dirty="0"/>
              <a:t>まず実画像についてですが、</a:t>
            </a:r>
            <a:r>
              <a:rPr lang="en-US" altLang="ja-JP" b="1" dirty="0"/>
              <a:t>100</a:t>
            </a:r>
            <a:r>
              <a:rPr lang="ja-JP" altLang="en-US" b="1" dirty="0"/>
              <a:t>枚中</a:t>
            </a:r>
            <a:r>
              <a:rPr lang="en-US" altLang="ja-JP" b="1" dirty="0"/>
              <a:t>84</a:t>
            </a:r>
            <a:r>
              <a:rPr lang="ja-JP" altLang="en-US" b="1" dirty="0"/>
              <a:t>枚が合成と判定されており、正しく実画像と判断されたのは</a:t>
            </a:r>
            <a:r>
              <a:rPr lang="en-US" altLang="ja-JP" b="1" dirty="0"/>
              <a:t>16</a:t>
            </a:r>
            <a:r>
              <a:rPr lang="ja-JP" altLang="en-US" b="1" dirty="0"/>
              <a:t>枚だけ</a:t>
            </a:r>
            <a:r>
              <a:rPr lang="ja-JP" altLang="en-US" dirty="0"/>
              <a:t>でした。</a:t>
            </a:r>
          </a:p>
          <a:p>
            <a:pPr>
              <a:buNone/>
            </a:pPr>
            <a:r>
              <a:rPr lang="ja-JP" altLang="en-US" dirty="0"/>
              <a:t>これは、</a:t>
            </a:r>
            <a:r>
              <a:rPr lang="ja-JP" altLang="en-US" b="1" dirty="0"/>
              <a:t>そもそも判別が非常に難しいタスクである</a:t>
            </a:r>
            <a:r>
              <a:rPr lang="ja-JP" altLang="en-US" dirty="0"/>
              <a:t>こと、また合成画像の品質が高いことを示しています。</a:t>
            </a:r>
          </a:p>
          <a:p>
            <a:pPr>
              <a:buNone/>
            </a:pPr>
            <a:r>
              <a:rPr lang="ja-JP" altLang="en-US" dirty="0"/>
              <a:t>次に合成画像の判定結果を見ていくと、</a:t>
            </a:r>
            <a:r>
              <a:rPr lang="en-US" altLang="ja-JP" b="1" dirty="0"/>
              <a:t>Progressive GAN</a:t>
            </a:r>
            <a:r>
              <a:rPr lang="ja-JP" altLang="en-US" b="1" dirty="0"/>
              <a:t>がもっとも多く本物と誤認され、</a:t>
            </a:r>
            <a:r>
              <a:rPr lang="en-US" altLang="ja-JP" b="1" dirty="0"/>
              <a:t>23</a:t>
            </a:r>
            <a:r>
              <a:rPr lang="ja-JP" altLang="en-US" b="1" dirty="0"/>
              <a:t>枚が「実画像」と判定</a:t>
            </a:r>
            <a:r>
              <a:rPr lang="ja-JP" altLang="en-US" dirty="0"/>
              <a:t>されました。</a:t>
            </a:r>
            <a:r>
              <a:rPr lang="en-US" altLang="ja-JP" b="1" dirty="0"/>
              <a:t>StyleGAN 3</a:t>
            </a:r>
            <a:r>
              <a:rPr lang="ja-JP" altLang="en-US" b="1" dirty="0"/>
              <a:t>も</a:t>
            </a:r>
            <a:r>
              <a:rPr lang="en-US" altLang="ja-JP" b="1" dirty="0"/>
              <a:t>18</a:t>
            </a:r>
            <a:r>
              <a:rPr lang="ja-JP" altLang="en-US" b="1" dirty="0"/>
              <a:t>枚が本物と判定</a:t>
            </a:r>
            <a:r>
              <a:rPr lang="ja-JP" altLang="en-US" dirty="0"/>
              <a:t>されており、これらは比較的本物らしさがあると評価されたモデルと言えます。</a:t>
            </a:r>
          </a:p>
          <a:p>
            <a:r>
              <a:rPr lang="ja-JP" altLang="en-US" dirty="0"/>
              <a:t>最後にまとめとして、</a:t>
            </a:r>
            <a:r>
              <a:rPr lang="en-US" altLang="ja-JP" dirty="0"/>
              <a:t>Progressive GAN</a:t>
            </a:r>
            <a:r>
              <a:rPr lang="ja-JP" altLang="en-US" dirty="0"/>
              <a:t>や</a:t>
            </a:r>
            <a:r>
              <a:rPr lang="en-US" altLang="ja-JP" dirty="0"/>
              <a:t>StyleGAN 3</a:t>
            </a:r>
            <a:r>
              <a:rPr lang="ja-JP" altLang="en-US" dirty="0"/>
              <a:t>は</a:t>
            </a:r>
            <a:r>
              <a:rPr lang="ja-JP" altLang="en-US" b="1" dirty="0"/>
              <a:t>若干の本物らしさを示したものの、全体的には依然として専門家の目で見抜かれている</a:t>
            </a:r>
            <a:r>
              <a:rPr lang="ja-JP" altLang="en-US" dirty="0"/>
              <a:t>という結果となりました。</a:t>
            </a:r>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12</a:t>
            </a:fld>
            <a:endParaRPr kumimoji="1" lang="ja-JP" altLang="en-US"/>
          </a:p>
        </p:txBody>
      </p:sp>
    </p:spTree>
    <p:extLst>
      <p:ext uri="{BB962C8B-B14F-4D97-AF65-F5344CB8AC3E}">
        <p14:creationId xmlns:p14="http://schemas.microsoft.com/office/powerpoint/2010/main" val="28655301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lang="ja-JP" altLang="en-US" dirty="0"/>
              <a:t>こちらのスライドは、各生成モデルにおける</a:t>
            </a:r>
            <a:r>
              <a:rPr lang="en-US" altLang="ja-JP" dirty="0"/>
              <a:t>FID</a:t>
            </a:r>
            <a:r>
              <a:rPr lang="ja-JP" altLang="en-US" dirty="0"/>
              <a:t>および</a:t>
            </a:r>
            <a:r>
              <a:rPr lang="en-US" altLang="ja-JP" dirty="0"/>
              <a:t>IS</a:t>
            </a:r>
            <a:r>
              <a:rPr lang="ja-JP" altLang="en-US" dirty="0"/>
              <a:t>のスコアを示しています。</a:t>
            </a:r>
          </a:p>
          <a:p>
            <a:pPr>
              <a:buNone/>
            </a:pPr>
            <a:r>
              <a:rPr lang="en-US" altLang="ja-JP" dirty="0"/>
              <a:t>BraTS2020</a:t>
            </a:r>
            <a:r>
              <a:rPr lang="ja-JP" altLang="en-US" dirty="0"/>
              <a:t>の結果を見ると、</a:t>
            </a:r>
            <a:r>
              <a:rPr lang="ja-JP" altLang="en-US" b="1" dirty="0"/>
              <a:t>最も低い</a:t>
            </a:r>
            <a:r>
              <a:rPr lang="en-US" altLang="ja-JP" b="1" dirty="0"/>
              <a:t>FID</a:t>
            </a:r>
            <a:r>
              <a:rPr lang="ja-JP" altLang="en-US" b="1" dirty="0"/>
              <a:t>を記録したのは拡散モデルで、</a:t>
            </a:r>
            <a:r>
              <a:rPr lang="en-US" altLang="ja-JP" b="1" dirty="0"/>
              <a:t>15.85</a:t>
            </a:r>
            <a:r>
              <a:rPr lang="ja-JP" altLang="en-US" b="1" dirty="0"/>
              <a:t>という値でした</a:t>
            </a:r>
            <a:r>
              <a:rPr lang="ja-JP" altLang="en-US" dirty="0"/>
              <a:t>。これは生成画像が実画像に最も近い分布を持っていたことを示しています。</a:t>
            </a:r>
          </a:p>
          <a:p>
            <a:pPr>
              <a:buNone/>
            </a:pPr>
            <a:r>
              <a:rPr lang="ja-JP" altLang="en-US" dirty="0"/>
              <a:t>一方、</a:t>
            </a:r>
            <a:r>
              <a:rPr lang="en-US" altLang="ja-JP" dirty="0"/>
              <a:t>BraTS2021</a:t>
            </a:r>
            <a:r>
              <a:rPr lang="ja-JP" altLang="en-US" dirty="0"/>
              <a:t>では、</a:t>
            </a:r>
            <a:r>
              <a:rPr lang="en-US" altLang="ja-JP" b="1" dirty="0"/>
              <a:t>StyleGAN 2</a:t>
            </a:r>
            <a:r>
              <a:rPr lang="ja-JP" altLang="en-US" b="1" dirty="0"/>
              <a:t>が最も低い</a:t>
            </a:r>
            <a:r>
              <a:rPr lang="en-US" altLang="ja-JP" b="1" dirty="0"/>
              <a:t>FID</a:t>
            </a:r>
            <a:r>
              <a:rPr lang="ja-JP" altLang="en-US" b="1" dirty="0"/>
              <a:t>（</a:t>
            </a:r>
            <a:r>
              <a:rPr lang="en-US" altLang="ja-JP" b="1" dirty="0"/>
              <a:t>20.99</a:t>
            </a:r>
            <a:r>
              <a:rPr lang="ja-JP" altLang="en-US" b="1" dirty="0"/>
              <a:t>）を記録</a:t>
            </a:r>
            <a:r>
              <a:rPr lang="ja-JP" altLang="en-US" dirty="0"/>
              <a:t>しており、データセットによって最良のモデルが異なることが分かります。</a:t>
            </a:r>
          </a:p>
          <a:p>
            <a:pPr>
              <a:buNone/>
            </a:pPr>
            <a:r>
              <a:rPr lang="en-US" altLang="ja-JP" dirty="0"/>
              <a:t>IS</a:t>
            </a:r>
            <a:r>
              <a:rPr lang="ja-JP" altLang="en-US" dirty="0"/>
              <a:t>については、どのモデルもスコアが</a:t>
            </a:r>
            <a:r>
              <a:rPr lang="ja-JP" altLang="en-US" b="1" dirty="0"/>
              <a:t>およそ</a:t>
            </a:r>
            <a:r>
              <a:rPr lang="en-US" altLang="ja-JP" b="1" dirty="0"/>
              <a:t>2.0〜2.3</a:t>
            </a:r>
            <a:r>
              <a:rPr lang="ja-JP" altLang="en-US" b="1" dirty="0"/>
              <a:t>の範囲内に収まっており、大きな差は見られませんでした</a:t>
            </a:r>
            <a:r>
              <a:rPr lang="ja-JP" altLang="en-US" dirty="0"/>
              <a:t>。</a:t>
            </a:r>
          </a:p>
          <a:p>
            <a:r>
              <a:rPr lang="ja-JP" altLang="en-US" dirty="0"/>
              <a:t>これらの結果から、</a:t>
            </a:r>
            <a:r>
              <a:rPr lang="en-US" altLang="ja-JP" b="1" dirty="0"/>
              <a:t>FID</a:t>
            </a:r>
            <a:r>
              <a:rPr lang="ja-JP" altLang="en-US" b="1" dirty="0"/>
              <a:t>ではモデル間にある程度の違いが見られた一方、</a:t>
            </a:r>
            <a:r>
              <a:rPr lang="en-US" altLang="ja-JP" b="1" dirty="0"/>
              <a:t>IS</a:t>
            </a:r>
            <a:r>
              <a:rPr lang="ja-JP" altLang="en-US" b="1" dirty="0"/>
              <a:t>は明確な差を示す指標とはならなかった</a:t>
            </a:r>
            <a:r>
              <a:rPr lang="ja-JP" altLang="en-US" dirty="0"/>
              <a:t>ということが分かります。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13</a:t>
            </a:fld>
            <a:endParaRPr kumimoji="1" lang="ja-JP" altLang="en-US"/>
          </a:p>
        </p:txBody>
      </p:sp>
    </p:spTree>
    <p:extLst>
      <p:ext uri="{BB962C8B-B14F-4D97-AF65-F5344CB8AC3E}">
        <p14:creationId xmlns:p14="http://schemas.microsoft.com/office/powerpoint/2010/main" val="2420390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次に</a:t>
            </a:r>
            <a:r>
              <a:rPr lang="ja-JP" altLang="en-US" sz="1200" dirty="0">
                <a:latin typeface="MS PGothic" panose="020B0600070205080204" pitchFamily="34" charset="-128"/>
                <a:ea typeface="MS PGothic" panose="020B0600070205080204" pitchFamily="34" charset="-128"/>
                <a:cs typeface="Arial" panose="020B0604020202020204" pitchFamily="34" charset="0"/>
              </a:rPr>
              <a:t>合成</a:t>
            </a:r>
            <a:r>
              <a:rPr lang="en-US" altLang="ja-JP" sz="1200" dirty="0">
                <a:latin typeface="MS PGothic" panose="020B0600070205080204" pitchFamily="34" charset="-128"/>
                <a:ea typeface="MS PGothic" panose="020B0600070205080204" pitchFamily="34" charset="-128"/>
                <a:cs typeface="Arial" panose="020B0604020202020204" pitchFamily="34" charset="0"/>
              </a:rPr>
              <a:t>MRI</a:t>
            </a:r>
            <a:r>
              <a:rPr lang="ja-JP" altLang="en-US" sz="1200" dirty="0">
                <a:latin typeface="MS PGothic" panose="020B0600070205080204" pitchFamily="34" charset="-128"/>
                <a:ea typeface="MS PGothic" panose="020B0600070205080204" pitchFamily="34" charset="-128"/>
                <a:cs typeface="Arial" panose="020B0604020202020204" pitchFamily="34" charset="0"/>
              </a:rPr>
              <a:t>を用いたセグメンテーションタスクの評価</a:t>
            </a:r>
            <a:r>
              <a:rPr kumimoji="1" lang="ja-JP" altLang="en-US" sz="1200" dirty="0">
                <a:latin typeface="MS PGothic" panose="020B0600070205080204" pitchFamily="34" charset="-128"/>
                <a:ea typeface="MS PGothic" panose="020B0600070205080204" pitchFamily="34" charset="-128"/>
                <a:cs typeface="Arial" panose="020B0604020202020204" pitchFamily="34" charset="0"/>
              </a:rPr>
              <a:t>です。</a:t>
            </a:r>
            <a:endParaRPr lang="en-US" altLang="ja-JP" sz="1200" dirty="0">
              <a:latin typeface="MS PGothic" panose="020B0600070205080204" pitchFamily="34" charset="-128"/>
              <a:ea typeface="MS PGothic" panose="020B0600070205080204" pitchFamily="34" charset="-128"/>
              <a:cs typeface="Arial" panose="020B0604020202020204" pitchFamily="34" charset="0"/>
            </a:endParaRPr>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14</a:t>
            </a:fld>
            <a:endParaRPr kumimoji="1" lang="ja-JP" altLang="en-US"/>
          </a:p>
        </p:txBody>
      </p:sp>
    </p:spTree>
    <p:extLst>
      <p:ext uri="{BB962C8B-B14F-4D97-AF65-F5344CB8AC3E}">
        <p14:creationId xmlns:p14="http://schemas.microsoft.com/office/powerpoint/2010/main" val="28610664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lang="ja-JP" altLang="en-US" dirty="0"/>
              <a:t>このスライドでは、本研究で使用した</a:t>
            </a:r>
            <a:r>
              <a:rPr lang="ja-JP" altLang="en-US" b="1" dirty="0"/>
              <a:t>セグメンテーションの方法</a:t>
            </a:r>
            <a:r>
              <a:rPr lang="ja-JP" altLang="en-US" dirty="0"/>
              <a:t>について説明します。</a:t>
            </a:r>
          </a:p>
          <a:p>
            <a:pPr>
              <a:buNone/>
            </a:pPr>
            <a:r>
              <a:rPr lang="ja-JP" altLang="en-US" dirty="0"/>
              <a:t>まず使用したモデルは、</a:t>
            </a:r>
            <a:r>
              <a:rPr lang="en-US" altLang="ja-JP" b="1" dirty="0"/>
              <a:t>U-Net</a:t>
            </a:r>
            <a:r>
              <a:rPr lang="ja-JP" altLang="en-US" dirty="0"/>
              <a:t>と</a:t>
            </a:r>
            <a:r>
              <a:rPr lang="en-US" altLang="ja-JP" b="1" dirty="0"/>
              <a:t>Swin Transformer</a:t>
            </a:r>
            <a:r>
              <a:rPr lang="ja-JP" altLang="en-US" dirty="0"/>
              <a:t>の</a:t>
            </a:r>
            <a:r>
              <a:rPr lang="en-US" altLang="ja-JP" dirty="0"/>
              <a:t>2</a:t>
            </a:r>
            <a:r>
              <a:rPr lang="ja-JP" altLang="en-US" dirty="0"/>
              <a:t>種類です。</a:t>
            </a:r>
          </a:p>
          <a:p>
            <a:pPr>
              <a:buNone/>
            </a:pPr>
            <a:r>
              <a:rPr lang="en-US" altLang="ja-JP" dirty="0"/>
              <a:t>U-Net</a:t>
            </a:r>
            <a:r>
              <a:rPr lang="ja-JP" altLang="en-US" dirty="0"/>
              <a:t>は、医療画像分野では非常に広く使われている</a:t>
            </a:r>
            <a:r>
              <a:rPr lang="en-US" altLang="ja-JP" dirty="0"/>
              <a:t>CNN</a:t>
            </a:r>
            <a:r>
              <a:rPr lang="ja-JP" altLang="en-US" dirty="0"/>
              <a:t>ベースのモデルであり、小さな病変や輪郭の明瞭な腫瘍領域に対して、高い精度を発揮します。</a:t>
            </a:r>
          </a:p>
          <a:p>
            <a:pPr>
              <a:buNone/>
            </a:pPr>
            <a:r>
              <a:rPr lang="ja-JP" altLang="en-US" dirty="0"/>
              <a:t>一方、</a:t>
            </a:r>
            <a:r>
              <a:rPr lang="en-US" altLang="ja-JP" dirty="0"/>
              <a:t>Swin Transformer</a:t>
            </a:r>
            <a:r>
              <a:rPr lang="ja-JP" altLang="en-US" dirty="0"/>
              <a:t>は、</a:t>
            </a:r>
            <a:r>
              <a:rPr lang="en-US" altLang="ja-JP" dirty="0"/>
              <a:t>Vision Transformer</a:t>
            </a:r>
            <a:r>
              <a:rPr lang="ja-JP" altLang="en-US" dirty="0"/>
              <a:t>をベースとしたモデルで、大規模言語モデルの構造にもある</a:t>
            </a:r>
            <a:r>
              <a:rPr lang="en-US" altLang="ja-JP" sz="1200" dirty="0">
                <a:latin typeface="ＭＳ Ｐゴシック" panose="020B0600070205080204" pitchFamily="50" charset="-128"/>
                <a:ea typeface="ＭＳ Ｐゴシック" panose="020B0600070205080204" pitchFamily="50" charset="-128"/>
              </a:rPr>
              <a:t>Attention</a:t>
            </a:r>
            <a:r>
              <a:rPr lang="ja-JP" altLang="en-US" sz="1200" dirty="0">
                <a:latin typeface="ＭＳ Ｐゴシック" panose="020B0600070205080204" pitchFamily="50" charset="-128"/>
                <a:ea typeface="ＭＳ Ｐゴシック" panose="020B0600070205080204" pitchFamily="50" charset="-128"/>
              </a:rPr>
              <a:t>機構</a:t>
            </a:r>
            <a:r>
              <a:rPr lang="ja-JP" altLang="en-US" b="1" dirty="0"/>
              <a:t>機構によって画像全体の構造的な情報を表現できる</a:t>
            </a:r>
            <a:r>
              <a:rPr lang="ja-JP" altLang="en-US" dirty="0"/>
              <a:t>という点が強みです。構造が複雑だったり、広がりのある腫瘍領域にも対応しやすいと考えられています。</a:t>
            </a:r>
          </a:p>
          <a:p>
            <a:pPr>
              <a:buNone/>
            </a:pPr>
            <a:r>
              <a:rPr lang="ja-JP" altLang="en-US" dirty="0"/>
              <a:t>次に、学習設定についてです。入力には、</a:t>
            </a:r>
            <a:r>
              <a:rPr lang="en-US" altLang="ja-JP" dirty="0"/>
              <a:t>T1w</a:t>
            </a:r>
            <a:r>
              <a:rPr lang="ja-JP" altLang="en-US" dirty="0"/>
              <a:t>、</a:t>
            </a:r>
            <a:r>
              <a:rPr lang="en-US" altLang="ja-JP" dirty="0"/>
              <a:t>T1wGd</a:t>
            </a:r>
            <a:r>
              <a:rPr lang="ja-JP" altLang="en-US" dirty="0"/>
              <a:t>、</a:t>
            </a:r>
            <a:r>
              <a:rPr lang="en-US" altLang="ja-JP" dirty="0"/>
              <a:t>T2w</a:t>
            </a:r>
            <a:r>
              <a:rPr lang="ja-JP" altLang="en-US" dirty="0"/>
              <a:t>、</a:t>
            </a:r>
            <a:r>
              <a:rPr lang="en-US" altLang="ja-JP" dirty="0"/>
              <a:t>T2FLAIR</a:t>
            </a:r>
            <a:r>
              <a:rPr lang="ja-JP" altLang="en-US" dirty="0"/>
              <a:t>の</a:t>
            </a:r>
            <a:r>
              <a:rPr lang="en-US" altLang="ja-JP" b="1" dirty="0"/>
              <a:t>4</a:t>
            </a:r>
            <a:r>
              <a:rPr lang="ja-JP" altLang="en-US" b="1" dirty="0"/>
              <a:t>チャネル</a:t>
            </a:r>
            <a:r>
              <a:rPr lang="en-US" altLang="ja-JP" b="1" dirty="0"/>
              <a:t>MRI</a:t>
            </a:r>
            <a:r>
              <a:rPr lang="ja-JP" altLang="en-US" dirty="0"/>
              <a:t>を使用しました。これらをモデルに入力し、</a:t>
            </a:r>
            <a:r>
              <a:rPr lang="ja-JP" altLang="en-US" b="1" dirty="0"/>
              <a:t>腫瘍のセグメンテーションマスクを出力</a:t>
            </a:r>
            <a:r>
              <a:rPr lang="ja-JP" altLang="en-US" dirty="0"/>
              <a:t>します。</a:t>
            </a:r>
          </a:p>
          <a:p>
            <a:r>
              <a:rPr lang="ja-JP" altLang="en-US" dirty="0"/>
              <a:t>右側の図はその流れを簡単に示しています。上段にある</a:t>
            </a:r>
            <a:r>
              <a:rPr lang="en-US" altLang="ja-JP" dirty="0"/>
              <a:t>4</a:t>
            </a:r>
            <a:r>
              <a:rPr lang="ja-JP" altLang="en-US" dirty="0"/>
              <a:t>種類の</a:t>
            </a:r>
            <a:r>
              <a:rPr lang="en-US" altLang="ja-JP" dirty="0"/>
              <a:t>MRI</a:t>
            </a:r>
            <a:r>
              <a:rPr lang="ja-JP" altLang="en-US" dirty="0"/>
              <a:t>が入力され、中央で</a:t>
            </a:r>
            <a:r>
              <a:rPr lang="en-US" altLang="ja-JP" dirty="0"/>
              <a:t>U-Net</a:t>
            </a:r>
            <a:r>
              <a:rPr lang="ja-JP" altLang="en-US" dirty="0"/>
              <a:t>または</a:t>
            </a:r>
            <a:r>
              <a:rPr lang="en-US" altLang="ja-JP" dirty="0"/>
              <a:t>Swin Transformer</a:t>
            </a:r>
            <a:r>
              <a:rPr lang="ja-JP" altLang="en-US" dirty="0"/>
              <a:t>によって処理され、最終的に下段のような</a:t>
            </a:r>
            <a:r>
              <a:rPr lang="ja-JP" altLang="en-US" b="1" dirty="0"/>
              <a:t>腫瘍領域を示すマスク（</a:t>
            </a:r>
            <a:r>
              <a:rPr lang="en-US" altLang="ja-JP" b="1" dirty="0" err="1"/>
              <a:t>SEGMask</a:t>
            </a:r>
            <a:r>
              <a:rPr lang="ja-JP" altLang="en-US" b="1" dirty="0"/>
              <a:t>）が出力される</a:t>
            </a:r>
            <a:r>
              <a:rPr lang="ja-JP" altLang="en-US" dirty="0"/>
              <a:t>という流れです。</a:t>
            </a:r>
            <a:endParaRPr lang="en-US" altLang="ja-JP" dirty="0"/>
          </a:p>
          <a:p>
            <a:r>
              <a:rPr lang="ja-JP" altLang="en-US" dirty="0"/>
              <a:t>ーーーーーーー</a:t>
            </a:r>
            <a:endParaRPr lang="en-US" altLang="ja-JP" dirty="0"/>
          </a:p>
          <a:p>
            <a:r>
              <a:rPr lang="en-US" altLang="ja-JP" b="1" dirty="0">
                <a:effectLst/>
              </a:rPr>
              <a:t>ET</a:t>
            </a:r>
            <a:r>
              <a:rPr lang="ja-JP" altLang="en-US" b="1" dirty="0">
                <a:effectLst/>
              </a:rPr>
              <a:t>、</a:t>
            </a:r>
            <a:r>
              <a:rPr lang="en-US" altLang="ja-JP" b="1" dirty="0">
                <a:effectLst/>
              </a:rPr>
              <a:t>ED</a:t>
            </a:r>
            <a:r>
              <a:rPr lang="ja-JP" altLang="en-US" b="1" dirty="0">
                <a:effectLst/>
              </a:rPr>
              <a:t>、</a:t>
            </a:r>
            <a:r>
              <a:rPr lang="en-US" altLang="ja-JP" b="1" dirty="0">
                <a:effectLst/>
              </a:rPr>
              <a:t>NCR/NET</a:t>
            </a:r>
            <a:r>
              <a:rPr lang="ja-JP" altLang="en-US" b="1" dirty="0">
                <a:effectLst/>
              </a:rPr>
              <a:t>の</a:t>
            </a:r>
            <a:r>
              <a:rPr lang="en-US" altLang="ja-JP" b="1" dirty="0">
                <a:effectLst/>
              </a:rPr>
              <a:t>3</a:t>
            </a:r>
            <a:r>
              <a:rPr lang="ja-JP" altLang="en-US" b="1" dirty="0">
                <a:effectLst/>
              </a:rPr>
              <a:t>クラスは壊死と浮腫と増殖領域</a:t>
            </a:r>
            <a:endParaRPr lang="ja-JP" altLang="en-US" dirty="0"/>
          </a:p>
          <a:p>
            <a:endParaRPr kumimoji="1" lang="ja-JP" altLang="en-US" b="1" dirty="0"/>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15</a:t>
            </a:fld>
            <a:endParaRPr kumimoji="1" lang="ja-JP" altLang="en-US"/>
          </a:p>
        </p:txBody>
      </p:sp>
    </p:spTree>
    <p:extLst>
      <p:ext uri="{BB962C8B-B14F-4D97-AF65-F5344CB8AC3E}">
        <p14:creationId xmlns:p14="http://schemas.microsoft.com/office/powerpoint/2010/main" val="36854042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lang="ja-JP" altLang="en-US" dirty="0"/>
              <a:t>このスライドでは、本研究においてセグメンテーション性能を評価するために用いた </a:t>
            </a:r>
            <a:r>
              <a:rPr lang="en-US" altLang="ja-JP" b="1" dirty="0"/>
              <a:t>Dice</a:t>
            </a:r>
            <a:r>
              <a:rPr lang="ja-JP" altLang="en-US" b="1" dirty="0"/>
              <a:t>スコア</a:t>
            </a:r>
            <a:r>
              <a:rPr lang="ja-JP" altLang="en-US" dirty="0"/>
              <a:t> と </a:t>
            </a:r>
            <a:r>
              <a:rPr lang="ja-JP" altLang="en-US" b="1" dirty="0"/>
              <a:t>相対</a:t>
            </a:r>
            <a:r>
              <a:rPr lang="en-US" altLang="ja-JP" b="1" dirty="0"/>
              <a:t>Dice</a:t>
            </a:r>
            <a:r>
              <a:rPr lang="ja-JP" altLang="en-US" b="1" dirty="0"/>
              <a:t>スコア</a:t>
            </a:r>
            <a:r>
              <a:rPr lang="ja-JP" altLang="en-US" dirty="0"/>
              <a:t> について説明します。</a:t>
            </a:r>
          </a:p>
          <a:p>
            <a:pPr>
              <a:buNone/>
            </a:pPr>
            <a:r>
              <a:rPr lang="ja-JP" altLang="en-US" dirty="0"/>
              <a:t>まず、</a:t>
            </a:r>
            <a:r>
              <a:rPr lang="en-US" altLang="ja-JP" b="1" dirty="0"/>
              <a:t>Dice</a:t>
            </a:r>
            <a:r>
              <a:rPr lang="ja-JP" altLang="en-US" b="1" dirty="0"/>
              <a:t>スコア</a:t>
            </a:r>
            <a:r>
              <a:rPr lang="ja-JP" altLang="en-US" dirty="0"/>
              <a:t>とは、セグメンテーションの結果と正解マスクとの重なり具合を測る指標です。</a:t>
            </a:r>
          </a:p>
          <a:p>
            <a:pPr>
              <a:buNone/>
            </a:pPr>
            <a:r>
              <a:rPr lang="ja-JP" altLang="en-US" dirty="0"/>
              <a:t>数式はスライド中央に示していますが、簡単に言えば「予測と正解がどれだけ一致しているか」を</a:t>
            </a:r>
            <a:r>
              <a:rPr lang="en-US" altLang="ja-JP" dirty="0"/>
              <a:t>0〜1</a:t>
            </a:r>
            <a:r>
              <a:rPr lang="ja-JP" altLang="en-US" dirty="0"/>
              <a:t>の範囲で評価するものです。</a:t>
            </a:r>
          </a:p>
          <a:p>
            <a:pPr>
              <a:buNone/>
            </a:pPr>
            <a:r>
              <a:rPr lang="ja-JP" altLang="en-US" b="1" dirty="0"/>
              <a:t>値が</a:t>
            </a:r>
            <a:r>
              <a:rPr lang="en-US" altLang="ja-JP" b="1" dirty="0"/>
              <a:t>1</a:t>
            </a:r>
            <a:r>
              <a:rPr lang="ja-JP" altLang="en-US" b="1" dirty="0"/>
              <a:t>に近いほど予測が正解とよく一致しており、精度が高いことを示します</a:t>
            </a:r>
            <a:r>
              <a:rPr lang="ja-JP" altLang="en-US" dirty="0"/>
              <a:t>。</a:t>
            </a:r>
          </a:p>
          <a:p>
            <a:pPr>
              <a:buNone/>
            </a:pPr>
            <a:r>
              <a:rPr lang="ja-JP" altLang="en-US" dirty="0"/>
              <a:t>右側の図では、赤の円が正解マスク、青の円が予測マスクで、重なった部分の大きさが</a:t>
            </a:r>
            <a:r>
              <a:rPr lang="en-US" altLang="ja-JP" dirty="0"/>
              <a:t>Dice</a:t>
            </a:r>
            <a:r>
              <a:rPr lang="ja-JP" altLang="en-US" dirty="0"/>
              <a:t>スコアに反映されます。</a:t>
            </a:r>
          </a:p>
          <a:p>
            <a:pPr>
              <a:buNone/>
            </a:pPr>
            <a:r>
              <a:rPr lang="ja-JP" altLang="en-US" dirty="0"/>
              <a:t>次に、</a:t>
            </a:r>
            <a:r>
              <a:rPr lang="ja-JP" altLang="en-US" b="1" dirty="0"/>
              <a:t>相対</a:t>
            </a:r>
            <a:r>
              <a:rPr lang="en-US" altLang="ja-JP" b="1" dirty="0"/>
              <a:t>Dice</a:t>
            </a:r>
            <a:r>
              <a:rPr lang="ja-JP" altLang="en-US" b="1" dirty="0"/>
              <a:t>スコア</a:t>
            </a:r>
            <a:r>
              <a:rPr lang="ja-JP" altLang="en-US" dirty="0"/>
              <a:t>です。</a:t>
            </a:r>
          </a:p>
          <a:p>
            <a:pPr>
              <a:buNone/>
            </a:pPr>
            <a:r>
              <a:rPr lang="ja-JP" altLang="en-US" dirty="0"/>
              <a:t>これは、合成画像を含み学習</a:t>
            </a:r>
            <a:r>
              <a:rPr lang="ja-JP" altLang="en-US" b="1" dirty="0"/>
              <a:t>したモデルの性能を、基準モデルと比較して相対的に評価する指標</a:t>
            </a:r>
            <a:r>
              <a:rPr lang="ja-JP" altLang="en-US" dirty="0"/>
              <a:t>です。</a:t>
            </a:r>
          </a:p>
          <a:p>
            <a:pPr>
              <a:buNone/>
            </a:pPr>
            <a:r>
              <a:rPr lang="ja-JP" altLang="en-US" dirty="0"/>
              <a:t>分子には「合成画像を含む学習条件で得られた</a:t>
            </a:r>
            <a:r>
              <a:rPr lang="en-US" altLang="ja-JP" dirty="0"/>
              <a:t>Dice</a:t>
            </a:r>
            <a:r>
              <a:rPr lang="ja-JP" altLang="en-US" dirty="0"/>
              <a:t>スコア」、分母には「データ拡張付きの実画像のみで学習した際の</a:t>
            </a:r>
            <a:r>
              <a:rPr lang="en-US" altLang="ja-JP" dirty="0"/>
              <a:t>Dice</a:t>
            </a:r>
            <a:r>
              <a:rPr lang="ja-JP" altLang="en-US" dirty="0"/>
              <a:t>スコア」を用います。</a:t>
            </a:r>
          </a:p>
          <a:p>
            <a:pPr>
              <a:buNone/>
            </a:pPr>
            <a:r>
              <a:rPr lang="ja-JP" altLang="en-US" dirty="0"/>
              <a:t>相対</a:t>
            </a:r>
            <a:r>
              <a:rPr lang="en-US" altLang="ja-JP" dirty="0"/>
              <a:t>Dice</a:t>
            </a:r>
            <a:r>
              <a:rPr lang="ja-JP" altLang="en-US" dirty="0"/>
              <a:t>が</a:t>
            </a:r>
            <a:r>
              <a:rPr lang="en-US" altLang="ja-JP" dirty="0"/>
              <a:t>100%</a:t>
            </a:r>
            <a:r>
              <a:rPr lang="ja-JP" altLang="en-US" dirty="0"/>
              <a:t>であれば、合成画像を使っても実画像のみと同等の性能が出たことを示し、</a:t>
            </a:r>
          </a:p>
          <a:p>
            <a:pPr>
              <a:buNone/>
            </a:pPr>
            <a:r>
              <a:rPr lang="ja-JP" altLang="en-US" dirty="0"/>
              <a:t>それより高ければむしろ性能が向上しているということになります。</a:t>
            </a:r>
          </a:p>
          <a:p>
            <a:pPr>
              <a:buNone/>
            </a:pPr>
            <a:r>
              <a:rPr lang="ja-JP" altLang="en-US" dirty="0"/>
              <a:t>このようにして、本研究では</a:t>
            </a:r>
            <a:r>
              <a:rPr lang="en-US" altLang="ja-JP" dirty="0"/>
              <a:t>Dice</a:t>
            </a:r>
            <a:r>
              <a:rPr lang="ja-JP" altLang="en-US" dirty="0"/>
              <a:t>スコアとその相対的な変化を組み合わせることで、</a:t>
            </a:r>
          </a:p>
          <a:p>
            <a:r>
              <a:rPr lang="ja-JP" altLang="en-US" b="1" dirty="0"/>
              <a:t>合成画像がどれほどセグメンテーション性能に貢献できるかを定量的に評価</a:t>
            </a:r>
            <a:r>
              <a:rPr lang="ja-JP" altLang="en-US" dirty="0"/>
              <a:t>しています。</a:t>
            </a:r>
          </a:p>
          <a:p>
            <a:endParaRPr lang="en-US" altLang="ja-JP" dirty="0"/>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16</a:t>
            </a:fld>
            <a:endParaRPr kumimoji="1" lang="ja-JP" altLang="en-US"/>
          </a:p>
        </p:txBody>
      </p:sp>
    </p:spTree>
    <p:extLst>
      <p:ext uri="{BB962C8B-B14F-4D97-AF65-F5344CB8AC3E}">
        <p14:creationId xmlns:p14="http://schemas.microsoft.com/office/powerpoint/2010/main" val="27631163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lang="ja-JP" altLang="en-US" dirty="0"/>
              <a:t>このスライドでは、</a:t>
            </a:r>
            <a:r>
              <a:rPr lang="en-US" altLang="ja-JP" dirty="0" err="1"/>
              <a:t>Unet</a:t>
            </a:r>
            <a:r>
              <a:rPr lang="ja-JP" altLang="en-US" b="1" dirty="0"/>
              <a:t>を用いてセグメンテーションモデルを学習した場合の相対</a:t>
            </a:r>
            <a:r>
              <a:rPr lang="en-US" altLang="ja-JP" b="1" dirty="0"/>
              <a:t>Dice</a:t>
            </a:r>
            <a:r>
              <a:rPr lang="ja-JP" altLang="en-US" b="1" dirty="0"/>
              <a:t>スコア</a:t>
            </a:r>
            <a:r>
              <a:rPr lang="ja-JP" altLang="en-US" dirty="0"/>
              <a:t>を示しています。</a:t>
            </a:r>
            <a:endParaRPr lang="en-US" altLang="ja-JP" dirty="0"/>
          </a:p>
          <a:p>
            <a:pPr>
              <a:buNone/>
            </a:pPr>
            <a:r>
              <a:rPr lang="ja-JP" altLang="en-US" dirty="0"/>
              <a:t>「モデル」列には使用した</a:t>
            </a:r>
            <a:r>
              <a:rPr lang="ja-JP" altLang="en-US" b="1" dirty="0"/>
              <a:t>画像生成モデルの種類を示しています。</a:t>
            </a:r>
            <a:endParaRPr lang="ja-JP" altLang="en-US" dirty="0"/>
          </a:p>
          <a:p>
            <a:pPr>
              <a:buNone/>
            </a:pPr>
            <a:r>
              <a:rPr lang="ja-JP" altLang="en-US" dirty="0"/>
              <a:t>左側の表は、</a:t>
            </a:r>
            <a:r>
              <a:rPr lang="ja-JP" altLang="en-US" b="1" dirty="0"/>
              <a:t>実画像と合成画像を併用した場合の結果</a:t>
            </a:r>
            <a:r>
              <a:rPr lang="ja-JP" altLang="en-US" dirty="0"/>
              <a:t>です。</a:t>
            </a:r>
          </a:p>
          <a:p>
            <a:pPr>
              <a:buNone/>
            </a:pPr>
            <a:r>
              <a:rPr lang="ja-JP" altLang="en-US" dirty="0"/>
              <a:t>この条件では、</a:t>
            </a:r>
            <a:r>
              <a:rPr lang="en-US" altLang="ja-JP" b="1" dirty="0"/>
              <a:t>Diffusion</a:t>
            </a:r>
            <a:r>
              <a:rPr lang="ja-JP" altLang="en-US" b="1" dirty="0"/>
              <a:t>モデルと</a:t>
            </a:r>
            <a:r>
              <a:rPr lang="en-US" altLang="ja-JP" b="1" dirty="0"/>
              <a:t>StyleGAN2</a:t>
            </a:r>
            <a:r>
              <a:rPr lang="ja-JP" altLang="en-US" b="1" dirty="0"/>
              <a:t>が特に高いスコアを記録</a:t>
            </a:r>
            <a:r>
              <a:rPr lang="ja-JP" altLang="en-US" dirty="0"/>
              <a:t>しています。たとえば、</a:t>
            </a:r>
            <a:r>
              <a:rPr lang="en-US" altLang="ja-JP" dirty="0"/>
              <a:t>StyleGAN2</a:t>
            </a:r>
            <a:r>
              <a:rPr lang="ja-JP" altLang="en-US" dirty="0"/>
              <a:t>では</a:t>
            </a:r>
            <a:r>
              <a:rPr lang="en-US" altLang="ja-JP" dirty="0"/>
              <a:t>BraTS2020</a:t>
            </a:r>
            <a:r>
              <a:rPr lang="ja-JP" altLang="en-US" dirty="0"/>
              <a:t>で</a:t>
            </a:r>
            <a:r>
              <a:rPr lang="en-US" altLang="ja-JP" b="1" dirty="0"/>
              <a:t>101.1%</a:t>
            </a:r>
            <a:r>
              <a:rPr lang="ja-JP" altLang="en-US" dirty="0"/>
              <a:t>、</a:t>
            </a:r>
            <a:r>
              <a:rPr lang="en-US" altLang="ja-JP" dirty="0"/>
              <a:t>Diffusion</a:t>
            </a:r>
            <a:r>
              <a:rPr lang="ja-JP" altLang="en-US" dirty="0"/>
              <a:t>モデルも</a:t>
            </a:r>
            <a:r>
              <a:rPr lang="en-US" altLang="ja-JP" dirty="0"/>
              <a:t>100.55%</a:t>
            </a:r>
            <a:r>
              <a:rPr lang="ja-JP" altLang="en-US" dirty="0"/>
              <a:t>と、</a:t>
            </a:r>
            <a:r>
              <a:rPr lang="ja-JP" altLang="en-US" b="1" dirty="0"/>
              <a:t>実画像のみで学習したモデルを上回る性能を発揮</a:t>
            </a:r>
            <a:r>
              <a:rPr lang="ja-JP" altLang="en-US" dirty="0"/>
              <a:t>しています。</a:t>
            </a:r>
          </a:p>
          <a:p>
            <a:pPr>
              <a:buNone/>
            </a:pPr>
            <a:r>
              <a:rPr lang="ja-JP" altLang="en-US" dirty="0"/>
              <a:t>また、</a:t>
            </a:r>
            <a:r>
              <a:rPr lang="en-US" altLang="ja-JP" dirty="0"/>
              <a:t>BraTS2021</a:t>
            </a:r>
            <a:r>
              <a:rPr lang="ja-JP" altLang="en-US" dirty="0"/>
              <a:t>では、</a:t>
            </a:r>
            <a:r>
              <a:rPr lang="en-US" altLang="ja-JP" dirty="0"/>
              <a:t>StyleGAN3</a:t>
            </a:r>
            <a:r>
              <a:rPr lang="ja-JP" altLang="en-US" dirty="0"/>
              <a:t>と</a:t>
            </a:r>
            <a:r>
              <a:rPr lang="en-US" altLang="ja-JP" dirty="0"/>
              <a:t>StyleGAN1</a:t>
            </a:r>
            <a:r>
              <a:rPr lang="ja-JP" altLang="en-US" dirty="0"/>
              <a:t>がそれぞれ</a:t>
            </a:r>
            <a:r>
              <a:rPr lang="en-US" altLang="ja-JP" dirty="0"/>
              <a:t>100.0%</a:t>
            </a:r>
            <a:r>
              <a:rPr lang="ja-JP" altLang="en-US" dirty="0"/>
              <a:t>のスコアを記録しており、特定のモデルでは合成画像が実用的な精度を十分に持ちうることが確認されました。</a:t>
            </a:r>
          </a:p>
          <a:p>
            <a:pPr>
              <a:buNone/>
            </a:pPr>
            <a:r>
              <a:rPr lang="ja-JP" altLang="en-US" dirty="0"/>
              <a:t>一方で、右側の表は</a:t>
            </a:r>
            <a:r>
              <a:rPr lang="ja-JP" altLang="en-US" b="1" dirty="0"/>
              <a:t>合成画像のみで学習した場合の結果</a:t>
            </a:r>
            <a:r>
              <a:rPr lang="ja-JP" altLang="en-US" dirty="0"/>
              <a:t>です。この条件では、スコアは全体的に低下していますが、**</a:t>
            </a:r>
            <a:r>
              <a:rPr lang="en-US" altLang="ja-JP" dirty="0"/>
              <a:t>Diffusion</a:t>
            </a:r>
            <a:r>
              <a:rPr lang="ja-JP" altLang="en-US" dirty="0"/>
              <a:t>モデルは</a:t>
            </a:r>
            <a:r>
              <a:rPr lang="en-US" altLang="ja-JP" dirty="0"/>
              <a:t>BraTS2020</a:t>
            </a:r>
            <a:r>
              <a:rPr lang="ja-JP" altLang="en-US" dirty="0"/>
              <a:t>で</a:t>
            </a:r>
            <a:r>
              <a:rPr lang="en-US" altLang="ja-JP" dirty="0"/>
              <a:t>100.14%</a:t>
            </a:r>
            <a:r>
              <a:rPr lang="ja-JP" altLang="en-US" dirty="0"/>
              <a:t>、</a:t>
            </a:r>
            <a:r>
              <a:rPr lang="en-US" altLang="ja-JP" dirty="0"/>
              <a:t>BraTS2021</a:t>
            </a:r>
            <a:r>
              <a:rPr lang="ja-JP" altLang="en-US" dirty="0"/>
              <a:t>でも</a:t>
            </a:r>
            <a:r>
              <a:rPr lang="en-US" altLang="ja-JP" dirty="0"/>
              <a:t>89.43%**</a:t>
            </a:r>
            <a:r>
              <a:rPr lang="ja-JP" altLang="en-US" dirty="0"/>
              <a:t>を記録し、</a:t>
            </a:r>
            <a:r>
              <a:rPr lang="ja-JP" altLang="en-US" b="1" dirty="0"/>
              <a:t>唯一現実的な精度を維持している生成モデル</a:t>
            </a:r>
            <a:r>
              <a:rPr lang="ja-JP" altLang="en-US" dirty="0"/>
              <a:t>となっています。</a:t>
            </a:r>
          </a:p>
          <a:p>
            <a:pPr>
              <a:buNone/>
            </a:pPr>
            <a:r>
              <a:rPr lang="ja-JP" altLang="en-US" dirty="0"/>
              <a:t>このことから、</a:t>
            </a:r>
            <a:r>
              <a:rPr lang="en-US" altLang="ja-JP" b="1" dirty="0"/>
              <a:t>Diffusion</a:t>
            </a:r>
            <a:r>
              <a:rPr lang="ja-JP" altLang="en-US" b="1" dirty="0"/>
              <a:t>モデルは単独でもセグメンテーションに耐えうる高品質な画像を生成できる</a:t>
            </a:r>
            <a:r>
              <a:rPr lang="ja-JP" altLang="en-US" dirty="0"/>
              <a:t>ことが分かります。</a:t>
            </a:r>
          </a:p>
          <a:p>
            <a:pPr>
              <a:buNone/>
            </a:pPr>
            <a:r>
              <a:rPr lang="ja-JP" altLang="en-US" dirty="0"/>
              <a:t>論文の考察でも指摘されているように、</a:t>
            </a:r>
            <a:r>
              <a:rPr lang="en-US" altLang="ja-JP" dirty="0"/>
              <a:t>U-Net</a:t>
            </a:r>
            <a:r>
              <a:rPr lang="ja-JP" altLang="en-US" dirty="0"/>
              <a:t>は</a:t>
            </a:r>
          </a:p>
          <a:p>
            <a:pPr>
              <a:buNone/>
            </a:pPr>
            <a:r>
              <a:rPr lang="ja-JP" altLang="en-US" b="1" dirty="0"/>
              <a:t>局所特徴への依存が高く、画像の品質に非常に敏感</a:t>
            </a:r>
            <a:endParaRPr lang="ja-JP" altLang="en-US" dirty="0"/>
          </a:p>
          <a:p>
            <a:pPr>
              <a:buNone/>
            </a:pPr>
            <a:r>
              <a:rPr lang="ja-JP" altLang="en-US" dirty="0"/>
              <a:t>です。そのため、合成画像の出来が悪ければそのまま性能に直結してしまいます。</a:t>
            </a:r>
          </a:p>
          <a:p>
            <a:pPr>
              <a:buNone/>
            </a:pPr>
            <a:r>
              <a:rPr lang="en-US" altLang="ja-JP" dirty="0"/>
              <a:t>StyleGAN1</a:t>
            </a:r>
            <a:r>
              <a:rPr lang="ja-JP" altLang="en-US" dirty="0"/>
              <a:t>など一部のモデルでは、特に拡張なしの条件でスコアが大きく低下しており、</a:t>
            </a:r>
          </a:p>
          <a:p>
            <a:pPr>
              <a:buNone/>
            </a:pPr>
            <a:r>
              <a:rPr lang="ja-JP" altLang="en-US" b="1" dirty="0"/>
              <a:t>合成画像の質とデータ拡張の有無が非常に重要である</a:t>
            </a:r>
            <a:endParaRPr lang="ja-JP" altLang="en-US" dirty="0"/>
          </a:p>
          <a:p>
            <a:r>
              <a:rPr lang="ja-JP" altLang="en-US" dirty="0"/>
              <a:t>ことが示唆されます。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17</a:t>
            </a:fld>
            <a:endParaRPr kumimoji="1" lang="ja-JP" altLang="en-US"/>
          </a:p>
        </p:txBody>
      </p:sp>
    </p:spTree>
    <p:extLst>
      <p:ext uri="{BB962C8B-B14F-4D97-AF65-F5344CB8AC3E}">
        <p14:creationId xmlns:p14="http://schemas.microsoft.com/office/powerpoint/2010/main" val="21988528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lang="ja-JP" altLang="en-US" dirty="0"/>
              <a:t>このスライドでは、</a:t>
            </a:r>
            <a:r>
              <a:rPr lang="en-US" altLang="ja-JP" b="1" dirty="0"/>
              <a:t>Swin Transformer</a:t>
            </a:r>
            <a:r>
              <a:rPr lang="ja-JP" altLang="en-US" b="1" dirty="0"/>
              <a:t>を用いてセグメンテーションモデルを学習した場合の相対</a:t>
            </a:r>
            <a:r>
              <a:rPr lang="en-US" altLang="ja-JP" b="1" dirty="0"/>
              <a:t>Dice</a:t>
            </a:r>
            <a:r>
              <a:rPr lang="ja-JP" altLang="en-US" b="1" dirty="0"/>
              <a:t>スコア</a:t>
            </a:r>
            <a:r>
              <a:rPr lang="ja-JP" altLang="en-US" dirty="0"/>
              <a:t>を示しています。</a:t>
            </a:r>
          </a:p>
          <a:p>
            <a:pPr>
              <a:buNone/>
            </a:pPr>
            <a:r>
              <a:rPr lang="en-US" altLang="ja-JP" dirty="0"/>
              <a:t>BraTS2020</a:t>
            </a:r>
            <a:r>
              <a:rPr lang="ja-JP" altLang="en-US" dirty="0"/>
              <a:t>および</a:t>
            </a:r>
            <a:r>
              <a:rPr lang="en-US" altLang="ja-JP" dirty="0"/>
              <a:t>BraTS2021</a:t>
            </a:r>
            <a:r>
              <a:rPr lang="ja-JP" altLang="en-US" dirty="0"/>
              <a:t>のテストデータを用いて評価しています。</a:t>
            </a:r>
          </a:p>
          <a:p>
            <a:pPr>
              <a:buNone/>
            </a:pPr>
            <a:r>
              <a:rPr lang="ja-JP" altLang="en-US" dirty="0"/>
              <a:t>相対</a:t>
            </a:r>
            <a:r>
              <a:rPr lang="en-US" altLang="ja-JP" dirty="0"/>
              <a:t>Dice</a:t>
            </a:r>
            <a:r>
              <a:rPr lang="ja-JP" altLang="en-US" dirty="0"/>
              <a:t>スコアとは、</a:t>
            </a:r>
            <a:r>
              <a:rPr lang="ja-JP" altLang="en-US" b="1" dirty="0"/>
              <a:t>合成画像を用いて学習したモデルの性能が、実画像のみを使ったモデルと比較してどの程度か</a:t>
            </a:r>
            <a:r>
              <a:rPr lang="ja-JP" altLang="en-US" dirty="0"/>
              <a:t>を示すもので、</a:t>
            </a:r>
            <a:r>
              <a:rPr lang="en-US" altLang="ja-JP" dirty="0"/>
              <a:t>100%</a:t>
            </a:r>
            <a:r>
              <a:rPr lang="ja-JP" altLang="en-US" dirty="0"/>
              <a:t>が基準値となります。</a:t>
            </a:r>
          </a:p>
          <a:p>
            <a:pPr>
              <a:buNone/>
            </a:pPr>
            <a:r>
              <a:rPr lang="ja-JP" altLang="en-US" dirty="0"/>
              <a:t>まず、左側の表をご覧ください。これは、</a:t>
            </a:r>
            <a:r>
              <a:rPr lang="ja-JP" altLang="en-US" b="1" dirty="0"/>
              <a:t>実画像と合成画像を併用し、かつデータ拡張も行った場合の結果</a:t>
            </a:r>
            <a:r>
              <a:rPr lang="ja-JP" altLang="en-US" dirty="0"/>
              <a:t>です。ここでは、</a:t>
            </a:r>
          </a:p>
          <a:p>
            <a:pPr>
              <a:buFont typeface="Arial" panose="020B0604020202020204" pitchFamily="34" charset="0"/>
              <a:buChar char="•"/>
            </a:pPr>
            <a:r>
              <a:rPr lang="en-US" altLang="ja-JP" b="1" dirty="0"/>
              <a:t>StyleGAN 3</a:t>
            </a:r>
            <a:r>
              <a:rPr lang="ja-JP" altLang="en-US" b="1" dirty="0"/>
              <a:t>と</a:t>
            </a:r>
            <a:r>
              <a:rPr lang="en-US" altLang="ja-JP" b="1" dirty="0"/>
              <a:t>Diffusion</a:t>
            </a:r>
            <a:r>
              <a:rPr lang="ja-JP" altLang="en-US" b="1" dirty="0"/>
              <a:t>モデルが</a:t>
            </a:r>
            <a:r>
              <a:rPr lang="en-US" altLang="ja-JP" b="1" dirty="0"/>
              <a:t>BraTS2021</a:t>
            </a:r>
            <a:r>
              <a:rPr lang="ja-JP" altLang="en-US" b="1" dirty="0"/>
              <a:t>で</a:t>
            </a:r>
            <a:r>
              <a:rPr lang="en-US" altLang="ja-JP" b="1" dirty="0"/>
              <a:t>100%</a:t>
            </a:r>
            <a:r>
              <a:rPr lang="ja-JP" altLang="en-US" b="1" dirty="0"/>
              <a:t>以上</a:t>
            </a:r>
            <a:endParaRPr lang="ja-JP" altLang="en-US" dirty="0"/>
          </a:p>
          <a:p>
            <a:pPr>
              <a:buFont typeface="Arial" panose="020B0604020202020204" pitchFamily="34" charset="0"/>
              <a:buChar char="•"/>
            </a:pPr>
            <a:r>
              <a:rPr lang="ja-JP" altLang="en-US" dirty="0"/>
              <a:t>他のモデルも概ね</a:t>
            </a:r>
            <a:r>
              <a:rPr lang="en-US" altLang="ja-JP" b="1" dirty="0"/>
              <a:t>90%</a:t>
            </a:r>
            <a:r>
              <a:rPr lang="ja-JP" altLang="en-US" b="1" dirty="0"/>
              <a:t>以上を維持しており、全体的に高いスコア</a:t>
            </a:r>
            <a:endParaRPr lang="ja-JP" altLang="en-US" dirty="0"/>
          </a:p>
          <a:p>
            <a:pPr>
              <a:buNone/>
            </a:pPr>
            <a:r>
              <a:rPr lang="ja-JP" altLang="en-US" dirty="0"/>
              <a:t>を記録しています。</a:t>
            </a:r>
          </a:p>
          <a:p>
            <a:pPr>
              <a:buNone/>
            </a:pPr>
            <a:r>
              <a:rPr lang="ja-JP" altLang="en-US" dirty="0"/>
              <a:t>特に注目すべきは、</a:t>
            </a:r>
            <a:r>
              <a:rPr lang="en-US" altLang="ja-JP" b="1" dirty="0"/>
              <a:t>Diffusion</a:t>
            </a:r>
            <a:r>
              <a:rPr lang="ja-JP" altLang="en-US" b="1" dirty="0"/>
              <a:t>と</a:t>
            </a:r>
            <a:r>
              <a:rPr lang="en-US" altLang="ja-JP" b="1" dirty="0"/>
              <a:t>StyleGAN 3</a:t>
            </a:r>
            <a:r>
              <a:rPr lang="ja-JP" altLang="en-US" b="1" dirty="0"/>
              <a:t>が</a:t>
            </a:r>
            <a:r>
              <a:rPr lang="en-US" altLang="ja-JP" b="1" dirty="0"/>
              <a:t>BraTS2021</a:t>
            </a:r>
            <a:r>
              <a:rPr lang="ja-JP" altLang="en-US" b="1" dirty="0"/>
              <a:t>において最も高いスコア（</a:t>
            </a:r>
            <a:r>
              <a:rPr lang="en-US" altLang="ja-JP" b="1" dirty="0"/>
              <a:t>100.52%</a:t>
            </a:r>
            <a:r>
              <a:rPr lang="ja-JP" altLang="en-US" b="1" dirty="0"/>
              <a:t>）を記録している点</a:t>
            </a:r>
            <a:r>
              <a:rPr lang="ja-JP" altLang="en-US" dirty="0"/>
              <a:t>で、これは</a:t>
            </a:r>
            <a:r>
              <a:rPr lang="en-US" altLang="ja-JP" dirty="0"/>
              <a:t>Swin Transformer</a:t>
            </a:r>
            <a:r>
              <a:rPr lang="ja-JP" altLang="en-US" dirty="0"/>
              <a:t>が、構造が複雑な病変や広がりのある腫瘍に強いという特性と一致しています。</a:t>
            </a:r>
          </a:p>
          <a:p>
            <a:pPr>
              <a:buNone/>
            </a:pPr>
            <a:r>
              <a:rPr lang="ja-JP" altLang="en-US" dirty="0"/>
              <a:t>また、論文内でも述べられているように、</a:t>
            </a:r>
            <a:r>
              <a:rPr lang="en-US" altLang="ja-JP" b="1" dirty="0"/>
              <a:t>Swin Transformer</a:t>
            </a:r>
            <a:r>
              <a:rPr lang="ja-JP" altLang="en-US" b="1" dirty="0"/>
              <a:t>は</a:t>
            </a:r>
            <a:r>
              <a:rPr lang="en-US" altLang="ja-JP" b="1" dirty="0"/>
              <a:t>U-Net</a:t>
            </a:r>
            <a:r>
              <a:rPr lang="ja-JP" altLang="en-US" b="1" dirty="0"/>
              <a:t>に比べて合成画像の品質の影響を受けにくい</a:t>
            </a:r>
            <a:r>
              <a:rPr lang="ja-JP" altLang="en-US" dirty="0"/>
              <a:t>、つまり</a:t>
            </a:r>
            <a:r>
              <a:rPr lang="ja-JP" altLang="en-US" b="1" dirty="0"/>
              <a:t>モデル構造自体がロバストで、画像のばらつきを吸収しやすい</a:t>
            </a:r>
            <a:r>
              <a:rPr lang="ja-JP" altLang="en-US" dirty="0"/>
              <a:t>ことが示唆されています。</a:t>
            </a:r>
          </a:p>
          <a:p>
            <a:pPr>
              <a:buNone/>
            </a:pPr>
            <a:r>
              <a:rPr lang="ja-JP" altLang="en-US" dirty="0"/>
              <a:t>右側の表は、</a:t>
            </a:r>
            <a:r>
              <a:rPr lang="ja-JP" altLang="en-US" b="1" dirty="0"/>
              <a:t>合成画像のみを使用して学習した場合</a:t>
            </a:r>
            <a:r>
              <a:rPr lang="ja-JP" altLang="en-US" dirty="0"/>
              <a:t>の結果です。こちらでは多少スコアが下がるものの、</a:t>
            </a:r>
            <a:r>
              <a:rPr lang="en-US" altLang="ja-JP" b="1" dirty="0"/>
              <a:t>Diffusion</a:t>
            </a:r>
            <a:r>
              <a:rPr lang="ja-JP" altLang="en-US" b="1" dirty="0"/>
              <a:t>モデルは</a:t>
            </a:r>
            <a:r>
              <a:rPr lang="en-US" altLang="ja-JP" b="1" dirty="0"/>
              <a:t>BraTS2021</a:t>
            </a:r>
            <a:r>
              <a:rPr lang="ja-JP" altLang="en-US" b="1" dirty="0"/>
              <a:t>で</a:t>
            </a:r>
            <a:r>
              <a:rPr lang="en-US" altLang="ja-JP" b="1" dirty="0"/>
              <a:t>96.42%</a:t>
            </a:r>
            <a:r>
              <a:rPr lang="ja-JP" altLang="en-US" b="1" dirty="0"/>
              <a:t>、拡張なしでも</a:t>
            </a:r>
            <a:r>
              <a:rPr lang="en-US" altLang="ja-JP" b="1" dirty="0"/>
              <a:t>89.37%</a:t>
            </a:r>
            <a:r>
              <a:rPr lang="ja-JP" altLang="en-US" b="1" dirty="0"/>
              <a:t>と高水準を維持</a:t>
            </a:r>
            <a:r>
              <a:rPr lang="ja-JP" altLang="en-US" dirty="0"/>
              <a:t>しており、実運用にも近い条件下で安定した性能を示しています。</a:t>
            </a:r>
          </a:p>
          <a:p>
            <a:pPr>
              <a:buNone/>
            </a:pPr>
            <a:r>
              <a:rPr lang="ja-JP" altLang="en-US" dirty="0"/>
              <a:t>また、</a:t>
            </a:r>
            <a:r>
              <a:rPr lang="en-US" altLang="ja-JP" b="1" dirty="0"/>
              <a:t>StyleGAN</a:t>
            </a:r>
            <a:r>
              <a:rPr lang="ja-JP" altLang="en-US" b="1" dirty="0"/>
              <a:t>系のモデルも</a:t>
            </a:r>
            <a:r>
              <a:rPr lang="en-US" altLang="ja-JP" b="1" dirty="0"/>
              <a:t>80〜90%</a:t>
            </a:r>
            <a:r>
              <a:rPr lang="ja-JP" altLang="en-US" b="1" dirty="0"/>
              <a:t>台で推移しており、合成画像のみでも一定のセグメンテーション性能が確保される</a:t>
            </a:r>
            <a:r>
              <a:rPr lang="ja-JP" altLang="en-US" dirty="0"/>
              <a:t>ことが確認されました。</a:t>
            </a:r>
          </a:p>
          <a:p>
            <a:pPr>
              <a:buNone/>
            </a:pPr>
            <a:r>
              <a:rPr lang="ja-JP" altLang="en-US" dirty="0"/>
              <a:t>総じて、</a:t>
            </a:r>
            <a:r>
              <a:rPr lang="en-US" altLang="ja-JP" dirty="0"/>
              <a:t>Swin Transformer</a:t>
            </a:r>
            <a:r>
              <a:rPr lang="ja-JP" altLang="en-US" dirty="0"/>
              <a:t>は</a:t>
            </a:r>
            <a:r>
              <a:rPr lang="en-US" altLang="ja-JP" dirty="0"/>
              <a:t>U-Net</a:t>
            </a:r>
            <a:r>
              <a:rPr lang="ja-JP" altLang="en-US" dirty="0"/>
              <a:t>と比較して</a:t>
            </a:r>
          </a:p>
          <a:p>
            <a:pPr>
              <a:buNone/>
            </a:pPr>
            <a:r>
              <a:rPr lang="ja-JP" altLang="en-US" b="1" dirty="0"/>
              <a:t>合成画像のばらつきに対して強く、全体的に高い相対精度を安定して記録している</a:t>
            </a:r>
            <a:endParaRPr lang="ja-JP" altLang="en-US" dirty="0"/>
          </a:p>
          <a:p>
            <a:pPr>
              <a:buNone/>
            </a:pPr>
            <a:r>
              <a:rPr lang="ja-JP" altLang="en-US" dirty="0"/>
              <a:t>ことが分かります。</a:t>
            </a:r>
          </a:p>
          <a:p>
            <a:pPr>
              <a:buNone/>
            </a:pPr>
            <a:r>
              <a:rPr lang="ja-JP" altLang="en-US" dirty="0"/>
              <a:t>特に</a:t>
            </a:r>
            <a:r>
              <a:rPr lang="en-US" altLang="ja-JP" b="1" dirty="0"/>
              <a:t>Diffusion</a:t>
            </a:r>
            <a:r>
              <a:rPr lang="ja-JP" altLang="en-US" b="1" dirty="0"/>
              <a:t>モデルとの相性が良く、実画像に匹敵するセグメンテーション性能が得られる</a:t>
            </a:r>
            <a:endParaRPr lang="ja-JP" altLang="en-US" dirty="0"/>
          </a:p>
          <a:p>
            <a:r>
              <a:rPr lang="ja-JP" altLang="en-US" dirty="0"/>
              <a:t>点は、今後の臨床応用を見据えた上でも非常に有望な結果だといえます。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18</a:t>
            </a:fld>
            <a:endParaRPr kumimoji="1" lang="ja-JP" altLang="en-US"/>
          </a:p>
        </p:txBody>
      </p:sp>
    </p:spTree>
    <p:extLst>
      <p:ext uri="{BB962C8B-B14F-4D97-AF65-F5344CB8AC3E}">
        <p14:creationId xmlns:p14="http://schemas.microsoft.com/office/powerpoint/2010/main" val="10915900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lang="ja-JP" altLang="en-US" dirty="0"/>
              <a:t>このスライドでは、</a:t>
            </a:r>
            <a:r>
              <a:rPr lang="ja-JP" altLang="en-US" b="1" dirty="0"/>
              <a:t>実画像と合成画像の割合を変化させた場合のセグメンテーション性能（</a:t>
            </a:r>
            <a:r>
              <a:rPr lang="en-US" altLang="ja-JP" b="1" dirty="0"/>
              <a:t>Dice</a:t>
            </a:r>
            <a:r>
              <a:rPr lang="ja-JP" altLang="en-US" b="1" dirty="0"/>
              <a:t>スコア）の変化について示しています。 横軸は学習に用いた実画像の枚数</a:t>
            </a:r>
            <a:r>
              <a:rPr lang="ja-JP" altLang="en-US" dirty="0"/>
              <a:t>を、縦軸はセグメンテーションモデル（</a:t>
            </a:r>
            <a:r>
              <a:rPr lang="en-US" altLang="ja-JP" dirty="0"/>
              <a:t>U-Net</a:t>
            </a:r>
            <a:r>
              <a:rPr lang="ja-JP" altLang="en-US" dirty="0"/>
              <a:t>）の</a:t>
            </a:r>
            <a:r>
              <a:rPr lang="en-US" altLang="ja-JP" b="1" dirty="0"/>
              <a:t>Dice</a:t>
            </a:r>
            <a:r>
              <a:rPr lang="ja-JP" altLang="en-US" b="1" dirty="0"/>
              <a:t>スコア</a:t>
            </a:r>
            <a:r>
              <a:rPr lang="ja-JP" altLang="en-US" dirty="0"/>
              <a:t>を表しています。</a:t>
            </a:r>
          </a:p>
          <a:p>
            <a:pPr>
              <a:buNone/>
            </a:pPr>
            <a:r>
              <a:rPr lang="ja-JP" altLang="en-US" dirty="0"/>
              <a:t>使用した合成画像は、</a:t>
            </a:r>
            <a:r>
              <a:rPr lang="en-US" altLang="ja-JP" dirty="0"/>
              <a:t>StyleGAN 3</a:t>
            </a:r>
            <a:r>
              <a:rPr lang="ja-JP" altLang="en-US" dirty="0"/>
              <a:t>で生成されたもので、実画像と合成画像を合わせて常に</a:t>
            </a:r>
            <a:r>
              <a:rPr lang="en-US" altLang="ja-JP" b="1" dirty="0"/>
              <a:t>10</a:t>
            </a:r>
            <a:r>
              <a:rPr lang="ja-JP" altLang="en-US" b="1" dirty="0"/>
              <a:t>万枚の画像で学習</a:t>
            </a:r>
            <a:r>
              <a:rPr lang="ja-JP" altLang="en-US" dirty="0"/>
              <a:t>を行っています。</a:t>
            </a:r>
          </a:p>
          <a:p>
            <a:pPr>
              <a:buNone/>
            </a:pPr>
            <a:r>
              <a:rPr lang="ja-JP" altLang="en-US" dirty="0"/>
              <a:t>青の線は</a:t>
            </a:r>
            <a:r>
              <a:rPr lang="ja-JP" altLang="en-US" b="1" dirty="0"/>
              <a:t>データ拡張なし（</a:t>
            </a:r>
            <a:r>
              <a:rPr lang="en-US" altLang="ja-JP" b="1" dirty="0"/>
              <a:t>No Augmentation</a:t>
            </a:r>
            <a:r>
              <a:rPr lang="ja-JP" altLang="en-US" b="1" dirty="0"/>
              <a:t>）</a:t>
            </a:r>
            <a:r>
              <a:rPr lang="ja-JP" altLang="en-US" dirty="0"/>
              <a:t>、オレンジの線は**データ拡張あり（</a:t>
            </a:r>
            <a:r>
              <a:rPr lang="en-US" altLang="ja-JP" dirty="0"/>
              <a:t>Augmentation</a:t>
            </a:r>
            <a:r>
              <a:rPr lang="ja-JP" altLang="en-US" dirty="0"/>
              <a:t>）**の条件を示しています。</a:t>
            </a:r>
          </a:p>
          <a:p>
            <a:pPr>
              <a:buNone/>
            </a:pPr>
            <a:r>
              <a:rPr lang="ja-JP" altLang="en-US" dirty="0"/>
              <a:t>注目すべきは、</a:t>
            </a:r>
            <a:r>
              <a:rPr lang="ja-JP" altLang="en-US" b="1" dirty="0"/>
              <a:t>実画像の枚数が</a:t>
            </a:r>
            <a:r>
              <a:rPr lang="en-US" altLang="ja-JP" b="1" dirty="0"/>
              <a:t>5k</a:t>
            </a:r>
            <a:r>
              <a:rPr lang="ja-JP" altLang="en-US" b="1" dirty="0"/>
              <a:t>から</a:t>
            </a:r>
            <a:r>
              <a:rPr lang="en-US" altLang="ja-JP" b="1" dirty="0"/>
              <a:t>10k</a:t>
            </a:r>
            <a:r>
              <a:rPr lang="ja-JP" altLang="en-US" b="1" dirty="0"/>
              <a:t>に増えるだけで</a:t>
            </a:r>
            <a:r>
              <a:rPr lang="en-US" altLang="ja-JP" b="1" dirty="0"/>
              <a:t>Dice</a:t>
            </a:r>
            <a:r>
              <a:rPr lang="ja-JP" altLang="en-US" b="1" dirty="0"/>
              <a:t>スコアが大きく上昇する点</a:t>
            </a:r>
            <a:r>
              <a:rPr lang="ja-JP" altLang="en-US" dirty="0"/>
              <a:t>です。</a:t>
            </a:r>
          </a:p>
          <a:p>
            <a:pPr>
              <a:buNone/>
            </a:pPr>
            <a:r>
              <a:rPr lang="ja-JP" altLang="en-US" dirty="0"/>
              <a:t>これはつまり、</a:t>
            </a:r>
            <a:r>
              <a:rPr lang="ja-JP" altLang="en-US" b="1" dirty="0"/>
              <a:t>少量の実画像を加えるだけでも、合成画像のみでは得られない性能が補完される</a:t>
            </a:r>
            <a:r>
              <a:rPr lang="ja-JP" altLang="en-US" dirty="0"/>
              <a:t>ことを示しています。</a:t>
            </a:r>
          </a:p>
          <a:p>
            <a:pPr>
              <a:buNone/>
            </a:pPr>
            <a:r>
              <a:rPr lang="ja-JP" altLang="en-US" dirty="0"/>
              <a:t>また、</a:t>
            </a:r>
            <a:r>
              <a:rPr lang="en-US" altLang="ja-JP" dirty="0"/>
              <a:t>10k</a:t>
            </a:r>
            <a:r>
              <a:rPr lang="ja-JP" altLang="en-US" dirty="0"/>
              <a:t>以降ではスコアの上昇が徐々に緩やかになり、</a:t>
            </a:r>
            <a:r>
              <a:rPr lang="en-US" altLang="ja-JP" b="1" dirty="0"/>
              <a:t>20k〜80k</a:t>
            </a:r>
            <a:r>
              <a:rPr lang="ja-JP" altLang="en-US" b="1" dirty="0"/>
              <a:t>では性能が飽和する傾向</a:t>
            </a:r>
            <a:r>
              <a:rPr lang="ja-JP" altLang="en-US" dirty="0"/>
              <a:t>が見られます。</a:t>
            </a:r>
          </a:p>
          <a:p>
            <a:pPr>
              <a:buNone/>
            </a:pPr>
            <a:r>
              <a:rPr lang="ja-JP" altLang="en-US" dirty="0"/>
              <a:t>さらに興味深いのは、</a:t>
            </a:r>
            <a:r>
              <a:rPr lang="ja-JP" altLang="en-US" b="1" dirty="0"/>
              <a:t>拡張の有無による差が非常に小さいこと</a:t>
            </a:r>
            <a:r>
              <a:rPr lang="ja-JP" altLang="en-US" dirty="0"/>
              <a:t>です。実画像が十分にある場合、</a:t>
            </a:r>
            <a:r>
              <a:rPr lang="ja-JP" altLang="en-US" b="1" dirty="0"/>
              <a:t>データ拡張がなくても安定して高い精度が得られている</a:t>
            </a:r>
            <a:r>
              <a:rPr lang="ja-JP" altLang="en-US" dirty="0"/>
              <a:t>点からも、</a:t>
            </a:r>
            <a:r>
              <a:rPr lang="ja-JP" altLang="en-US" b="1" dirty="0"/>
              <a:t>合成画像に加えて少量の実画像を導入することの効果</a:t>
            </a:r>
            <a:r>
              <a:rPr lang="ja-JP" altLang="en-US" dirty="0"/>
              <a:t>が明らかです。</a:t>
            </a:r>
          </a:p>
          <a:p>
            <a:pPr>
              <a:buNone/>
            </a:pPr>
            <a:r>
              <a:rPr lang="ja-JP" altLang="en-US" dirty="0"/>
              <a:t>この結果は、実臨床における</a:t>
            </a:r>
            <a:r>
              <a:rPr lang="ja-JP" altLang="en-US" b="1" dirty="0"/>
              <a:t>実データ不足を補う手段として合成画像を用いる際の指針</a:t>
            </a:r>
            <a:endParaRPr lang="ja-JP" altLang="en-US" dirty="0"/>
          </a:p>
          <a:p>
            <a:pPr>
              <a:buNone/>
            </a:pPr>
            <a:r>
              <a:rPr lang="ja-JP" altLang="en-US" dirty="0"/>
              <a:t>となるもので、「実画像＋合成画像＋（必要に応じて）拡張」の組み合わせによって、少ないデータでも高精度なセグメンテーションモデルが実現可能であることを示唆しています。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19</a:t>
            </a:fld>
            <a:endParaRPr kumimoji="1" lang="ja-JP" altLang="en-US"/>
          </a:p>
        </p:txBody>
      </p:sp>
    </p:spTree>
    <p:extLst>
      <p:ext uri="{BB962C8B-B14F-4D97-AF65-F5344CB8AC3E}">
        <p14:creationId xmlns:p14="http://schemas.microsoft.com/office/powerpoint/2010/main" val="41988536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以上より結言としまして、</a:t>
            </a:r>
            <a:endParaRPr kumimoji="1" lang="en-US" altLang="ja-JP" sz="1200" dirty="0">
              <a:latin typeface="+mn-lt"/>
              <a:ea typeface="+mn-ea"/>
            </a:endParaRPr>
          </a:p>
          <a:p>
            <a:r>
              <a:rPr lang="en-US" altLang="ja-JP" sz="1200" dirty="0">
                <a:latin typeface="ＭＳ Ｐゴシック" panose="020B0600070205080204" pitchFamily="50" charset="-128"/>
                <a:ea typeface="ＭＳ Ｐゴシック" panose="020B0600070205080204" pitchFamily="50" charset="-128"/>
              </a:rPr>
              <a:t>GAN</a:t>
            </a:r>
            <a:r>
              <a:rPr lang="ja-JP" altLang="en-US" sz="1200" dirty="0">
                <a:latin typeface="ＭＳ Ｐゴシック" panose="020B0600070205080204" pitchFamily="50" charset="-128"/>
                <a:ea typeface="ＭＳ Ｐゴシック" panose="020B0600070205080204" pitchFamily="50" charset="-128"/>
              </a:rPr>
              <a:t>および拡散モデルによって生成された合成</a:t>
            </a:r>
            <a:r>
              <a:rPr lang="en-US" altLang="ja-JP" sz="1200" dirty="0">
                <a:latin typeface="ＭＳ Ｐゴシック" panose="020B0600070205080204" pitchFamily="50" charset="-128"/>
                <a:ea typeface="ＭＳ Ｐゴシック" panose="020B0600070205080204" pitchFamily="50" charset="-128"/>
              </a:rPr>
              <a:t>MRI</a:t>
            </a:r>
            <a:r>
              <a:rPr lang="ja-JP" altLang="en-US" sz="1200" dirty="0">
                <a:latin typeface="ＭＳ Ｐゴシック" panose="020B0600070205080204" pitchFamily="50" charset="-128"/>
                <a:ea typeface="ＭＳ Ｐゴシック" panose="020B0600070205080204" pitchFamily="50" charset="-128"/>
              </a:rPr>
              <a:t>の画像品質</a:t>
            </a:r>
            <a:endParaRPr lang="en-US" altLang="ja-JP" sz="1200" dirty="0">
              <a:latin typeface="ＭＳ Ｐゴシック" panose="020B0600070205080204" pitchFamily="50" charset="-128"/>
              <a:ea typeface="ＭＳ Ｐゴシック" panose="020B0600070205080204" pitchFamily="50" charset="-128"/>
            </a:endParaRPr>
          </a:p>
          <a:p>
            <a:r>
              <a:rPr lang="ja-JP" altLang="en-US" sz="1200" dirty="0">
                <a:latin typeface="ＭＳ Ｐゴシック" panose="020B0600070205080204" pitchFamily="50" charset="-128"/>
                <a:ea typeface="ＭＳ Ｐゴシック" panose="020B0600070205080204" pitchFamily="50" charset="-128"/>
              </a:rPr>
              <a:t>　は定量的に良い評価であったが専門医に見抜かれる画像もあった</a:t>
            </a:r>
            <a:endParaRPr lang="ja-JP" alt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latin typeface="ＭＳ Ｐゴシック" panose="020B0600070205080204" pitchFamily="50" charset="-128"/>
                <a:ea typeface="ＭＳ Ｐゴシック" panose="020B0600070205080204" pitchFamily="50" charset="-128"/>
              </a:rPr>
              <a:t>セグメンテーション精度においては、拡散モデルおよび一部の</a:t>
            </a:r>
            <a:r>
              <a:rPr lang="en-US" altLang="ja-JP" sz="1200" dirty="0">
                <a:latin typeface="ＭＳ Ｐゴシック" panose="020B0600070205080204" pitchFamily="50" charset="-128"/>
                <a:ea typeface="ＭＳ Ｐゴシック" panose="020B0600070205080204" pitchFamily="50" charset="-128"/>
              </a:rPr>
              <a:t>StyleGAN</a:t>
            </a:r>
            <a:r>
              <a:rPr lang="ja-JP" altLang="en-US" sz="1200" dirty="0">
                <a:latin typeface="ＭＳ Ｐゴシック" panose="020B0600070205080204" pitchFamily="50" charset="-128"/>
                <a:ea typeface="ＭＳ Ｐゴシック" panose="020B0600070205080204" pitchFamily="50" charset="-128"/>
              </a:rPr>
              <a:t>は実画像に匹敵する性能を示した</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latin typeface="ＭＳ Ｐゴシック" panose="020B0600070205080204" pitchFamily="50" charset="-128"/>
                <a:ea typeface="ＭＳ Ｐゴシック" panose="020B0600070205080204" pitchFamily="50" charset="-128"/>
              </a:rPr>
              <a:t>合成画像に少量の実画像を加えることで性能は大きく改善され、実用性が高まることが示された</a:t>
            </a:r>
          </a:p>
          <a:p>
            <a:r>
              <a:rPr kumimoji="1" lang="ja-JP" altLang="en-US" dirty="0"/>
              <a:t>以上を持ちまして発表を終わらせていただきます。</a:t>
            </a:r>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20</a:t>
            </a:fld>
            <a:endParaRPr kumimoji="1" lang="ja-JP" altLang="en-US"/>
          </a:p>
        </p:txBody>
      </p:sp>
    </p:spTree>
    <p:extLst>
      <p:ext uri="{BB962C8B-B14F-4D97-AF65-F5344CB8AC3E}">
        <p14:creationId xmlns:p14="http://schemas.microsoft.com/office/powerpoint/2010/main" val="41133750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lang="ja-JP" altLang="en-US" dirty="0"/>
              <a:t>ちらは、</a:t>
            </a:r>
            <a:r>
              <a:rPr lang="en-US" altLang="ja-JP" dirty="0" err="1"/>
              <a:t>BraTS</a:t>
            </a:r>
            <a:r>
              <a:rPr lang="ja-JP" altLang="en-US" dirty="0"/>
              <a:t>データセットに含まれる</a:t>
            </a:r>
            <a:r>
              <a:rPr lang="en-US" altLang="ja-JP" b="1" dirty="0"/>
              <a:t>1</a:t>
            </a:r>
            <a:r>
              <a:rPr lang="ja-JP" altLang="en-US" b="1" dirty="0"/>
              <a:t>スライス分の</a:t>
            </a:r>
            <a:r>
              <a:rPr lang="en-US" altLang="ja-JP" b="1" dirty="0"/>
              <a:t>5</a:t>
            </a:r>
            <a:r>
              <a:rPr lang="ja-JP" altLang="en-US" b="1" dirty="0"/>
              <a:t>チャンネル画像</a:t>
            </a:r>
            <a:r>
              <a:rPr lang="ja-JP" altLang="en-US" dirty="0"/>
              <a:t>の例です。</a:t>
            </a:r>
          </a:p>
          <a:p>
            <a:pPr>
              <a:buNone/>
            </a:pPr>
            <a:r>
              <a:rPr lang="ja-JP" altLang="en-US" dirty="0"/>
              <a:t>上から順に、</a:t>
            </a:r>
            <a:r>
              <a:rPr lang="en-US" altLang="ja-JP" b="1" dirty="0"/>
              <a:t>T1w</a:t>
            </a:r>
            <a:r>
              <a:rPr lang="ja-JP" altLang="en-US" b="1" dirty="0"/>
              <a:t>、</a:t>
            </a:r>
            <a:r>
              <a:rPr lang="en-US" altLang="ja-JP" b="1" dirty="0"/>
              <a:t>T1wGd</a:t>
            </a:r>
            <a:r>
              <a:rPr lang="ja-JP" altLang="en-US" b="1" dirty="0"/>
              <a:t>、</a:t>
            </a:r>
            <a:r>
              <a:rPr lang="en-US" altLang="ja-JP" b="1" dirty="0"/>
              <a:t>T2w</a:t>
            </a:r>
            <a:r>
              <a:rPr lang="ja-JP" altLang="en-US" b="1" dirty="0"/>
              <a:t>、</a:t>
            </a:r>
            <a:r>
              <a:rPr lang="en-US" altLang="ja-JP" b="1" dirty="0"/>
              <a:t>T2-FLAIR</a:t>
            </a:r>
            <a:r>
              <a:rPr lang="ja-JP" altLang="en-US" dirty="0"/>
              <a:t>、そして**腫瘍マスク（</a:t>
            </a:r>
            <a:r>
              <a:rPr lang="en-US" altLang="ja-JP" dirty="0"/>
              <a:t>SEG</a:t>
            </a:r>
            <a:r>
              <a:rPr lang="ja-JP" altLang="en-US" dirty="0"/>
              <a:t>）**が示されています。</a:t>
            </a:r>
          </a:p>
          <a:p>
            <a:pPr>
              <a:buNone/>
            </a:pPr>
            <a:r>
              <a:rPr lang="ja-JP" altLang="en-US" dirty="0"/>
              <a:t>まず、**</a:t>
            </a:r>
            <a:r>
              <a:rPr lang="en-US" altLang="ja-JP" dirty="0"/>
              <a:t>T1</a:t>
            </a:r>
            <a:r>
              <a:rPr lang="ja-JP" altLang="en-US" dirty="0"/>
              <a:t>強調画像（</a:t>
            </a:r>
            <a:r>
              <a:rPr lang="en-US" altLang="ja-JP" dirty="0"/>
              <a:t>T1w</a:t>
            </a:r>
            <a:r>
              <a:rPr lang="ja-JP" altLang="en-US" dirty="0"/>
              <a:t>）**では、脳の解剖学的構造が明瞭に映し出され、白質が明るく表示されます。</a:t>
            </a:r>
          </a:p>
          <a:p>
            <a:pPr>
              <a:buNone/>
            </a:pPr>
            <a:r>
              <a:rPr lang="ja-JP" altLang="en-US" dirty="0"/>
              <a:t>次に、</a:t>
            </a:r>
            <a:r>
              <a:rPr lang="en-US" altLang="ja-JP" b="1" dirty="0"/>
              <a:t>T1wGd</a:t>
            </a:r>
            <a:r>
              <a:rPr lang="ja-JP" altLang="en-US" dirty="0"/>
              <a:t>は、造影剤であるガドリニウムを投与した後の</a:t>
            </a:r>
            <a:r>
              <a:rPr lang="en-US" altLang="ja-JP" dirty="0"/>
              <a:t>T1</a:t>
            </a:r>
            <a:r>
              <a:rPr lang="ja-JP" altLang="en-US" dirty="0"/>
              <a:t>画像で、腫瘍の血管新生や血液脳関門の破綻を強調することで、</a:t>
            </a:r>
            <a:r>
              <a:rPr lang="ja-JP" altLang="en-US" b="1" dirty="0"/>
              <a:t>活動性の高い腫瘍領域</a:t>
            </a:r>
            <a:r>
              <a:rPr lang="ja-JP" altLang="en-US" dirty="0"/>
              <a:t>が明るく表示されます。</a:t>
            </a:r>
          </a:p>
          <a:p>
            <a:pPr>
              <a:buNone/>
            </a:pPr>
            <a:r>
              <a:rPr lang="en-US" altLang="ja-JP" b="1" dirty="0"/>
              <a:t>T2w</a:t>
            </a:r>
            <a:r>
              <a:rPr lang="ja-JP" altLang="en-US" dirty="0"/>
              <a:t>では、水分を多く含む組織、特に浮腫や嚢胞が明るく表示され、腫瘍の周囲に広がる浮腫の把握に役立ちます。</a:t>
            </a:r>
          </a:p>
          <a:p>
            <a:pPr>
              <a:buNone/>
            </a:pPr>
            <a:r>
              <a:rPr lang="en-US" altLang="ja-JP" b="1" dirty="0"/>
              <a:t>T2-FLAIR</a:t>
            </a:r>
            <a:r>
              <a:rPr lang="ja-JP" altLang="en-US" dirty="0"/>
              <a:t>は、</a:t>
            </a:r>
            <a:r>
              <a:rPr lang="en-US" altLang="ja-JP" dirty="0"/>
              <a:t>T2w</a:t>
            </a:r>
            <a:r>
              <a:rPr lang="ja-JP" altLang="en-US" dirty="0"/>
              <a:t>に似ていますが、脳脊髄液の信号を抑制することで、</a:t>
            </a:r>
            <a:r>
              <a:rPr lang="ja-JP" altLang="en-US" b="1" dirty="0"/>
              <a:t>白質病変や腫瘍周囲の浮腫</a:t>
            </a:r>
            <a:r>
              <a:rPr lang="ja-JP" altLang="en-US" dirty="0"/>
              <a:t>をより明瞭に可視化できます。</a:t>
            </a:r>
          </a:p>
          <a:p>
            <a:pPr>
              <a:buNone/>
            </a:pPr>
            <a:r>
              <a:rPr lang="ja-JP" altLang="en-US" dirty="0"/>
              <a:t>最後の</a:t>
            </a:r>
            <a:r>
              <a:rPr lang="en-US" altLang="ja-JP" b="1" dirty="0"/>
              <a:t>SEG</a:t>
            </a:r>
            <a:r>
              <a:rPr lang="ja-JP" altLang="en-US" b="1" dirty="0"/>
              <a:t>マスク</a:t>
            </a:r>
            <a:r>
              <a:rPr lang="ja-JP" altLang="en-US" dirty="0"/>
              <a:t>は、セグメンテーションの正解ラベルで、色分けされた領域はそれぞれ異なる病変部位を示しています：</a:t>
            </a:r>
          </a:p>
          <a:p>
            <a:pPr>
              <a:buFont typeface="Arial" panose="020B0604020202020204" pitchFamily="34" charset="0"/>
              <a:buChar char="•"/>
            </a:pPr>
            <a:r>
              <a:rPr lang="ja-JP" altLang="en-US" b="1" dirty="0"/>
              <a:t>赤：造影される腫瘍（</a:t>
            </a:r>
            <a:r>
              <a:rPr lang="en-US" altLang="ja-JP" b="1" dirty="0"/>
              <a:t>ET</a:t>
            </a:r>
            <a:r>
              <a:rPr lang="ja-JP" altLang="en-US" b="1" dirty="0"/>
              <a:t>）</a:t>
            </a:r>
            <a:endParaRPr lang="ja-JP" altLang="en-US" dirty="0"/>
          </a:p>
          <a:p>
            <a:pPr>
              <a:buFont typeface="Arial" panose="020B0604020202020204" pitchFamily="34" charset="0"/>
              <a:buChar char="•"/>
            </a:pPr>
            <a:r>
              <a:rPr lang="ja-JP" altLang="en-US" b="1" dirty="0"/>
              <a:t>青：浮腫領域（</a:t>
            </a:r>
            <a:r>
              <a:rPr lang="en-US" altLang="ja-JP" b="1" dirty="0"/>
              <a:t>ED</a:t>
            </a:r>
            <a:r>
              <a:rPr lang="ja-JP" altLang="en-US" b="1" dirty="0"/>
              <a:t>）</a:t>
            </a:r>
            <a:endParaRPr lang="ja-JP" altLang="en-US" dirty="0"/>
          </a:p>
          <a:p>
            <a:pPr>
              <a:buFont typeface="Arial" panose="020B0604020202020204" pitchFamily="34" charset="0"/>
              <a:buChar char="•"/>
            </a:pPr>
            <a:r>
              <a:rPr lang="ja-JP" altLang="en-US" b="1" dirty="0"/>
              <a:t>緑：壊死または非造影の腫瘍核（</a:t>
            </a:r>
            <a:r>
              <a:rPr lang="en-US" altLang="ja-JP" b="1" dirty="0"/>
              <a:t>NCR/NET</a:t>
            </a:r>
            <a:r>
              <a:rPr lang="ja-JP" altLang="en-US" b="1" dirty="0"/>
              <a:t>）</a:t>
            </a:r>
            <a:endParaRPr lang="ja-JP" altLang="en-US" dirty="0"/>
          </a:p>
          <a:p>
            <a:r>
              <a:rPr lang="ja-JP" altLang="en-US" dirty="0"/>
              <a:t>このように、各シーケンスには異なる診断的役割があり、</a:t>
            </a:r>
            <a:r>
              <a:rPr lang="en-US" altLang="ja-JP" dirty="0"/>
              <a:t>5</a:t>
            </a:r>
            <a:r>
              <a:rPr lang="ja-JP" altLang="en-US" dirty="0"/>
              <a:t>チャンネルの情報を統合することで、腫瘍の性質や広がりをより正確に把握できます。</a:t>
            </a:r>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21</a:t>
            </a:fld>
            <a:endParaRPr kumimoji="1" lang="ja-JP" altLang="en-US"/>
          </a:p>
        </p:txBody>
      </p:sp>
    </p:spTree>
    <p:extLst>
      <p:ext uri="{BB962C8B-B14F-4D97-AF65-F5344CB8AC3E}">
        <p14:creationId xmlns:p14="http://schemas.microsoft.com/office/powerpoint/2010/main" val="39656899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23</a:t>
            </a:fld>
            <a:endParaRPr kumimoji="1" lang="ja-JP" altLang="en-US"/>
          </a:p>
        </p:txBody>
      </p:sp>
    </p:spTree>
    <p:extLst>
      <p:ext uri="{BB962C8B-B14F-4D97-AF65-F5344CB8AC3E}">
        <p14:creationId xmlns:p14="http://schemas.microsoft.com/office/powerpoint/2010/main" val="28770377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24</a:t>
            </a:fld>
            <a:endParaRPr kumimoji="1" lang="ja-JP" altLang="en-US"/>
          </a:p>
        </p:txBody>
      </p:sp>
    </p:spTree>
    <p:extLst>
      <p:ext uri="{BB962C8B-B14F-4D97-AF65-F5344CB8AC3E}">
        <p14:creationId xmlns:p14="http://schemas.microsoft.com/office/powerpoint/2010/main" val="2709192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D90B3D-F267-3AC0-CC3A-F20A40F9590F}"/>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DFB468E-2794-542F-1E64-387CCECB9D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570DA184-5AB5-B64B-D3B1-67EEC97196B4}"/>
              </a:ext>
            </a:extLst>
          </p:cNvPr>
          <p:cNvSpPr>
            <a:spLocks noGrp="1"/>
          </p:cNvSpPr>
          <p:nvPr>
            <p:ph type="dt" sz="half" idx="10"/>
          </p:nvPr>
        </p:nvSpPr>
        <p:spPr/>
        <p:txBody>
          <a:bodyPr/>
          <a:lstStyle/>
          <a:p>
            <a:fld id="{7F73144F-EAB5-4C17-890F-1F7B189BF985}" type="datetimeFigureOut">
              <a:rPr kumimoji="1" lang="ja-JP" altLang="en-US" smtClean="0"/>
              <a:t>2025/4/16</a:t>
            </a:fld>
            <a:endParaRPr kumimoji="1" lang="ja-JP" altLang="en-US"/>
          </a:p>
        </p:txBody>
      </p:sp>
      <p:sp>
        <p:nvSpPr>
          <p:cNvPr id="5" name="フッター プレースホルダー 4">
            <a:extLst>
              <a:ext uri="{FF2B5EF4-FFF2-40B4-BE49-F238E27FC236}">
                <a16:creationId xmlns:a16="http://schemas.microsoft.com/office/drawing/2014/main" id="{F972FD63-1D7C-89E4-483E-92B2961A779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FB7273F-4A11-5003-10FD-CF905A3D1E7B}"/>
              </a:ext>
            </a:extLst>
          </p:cNvPr>
          <p:cNvSpPr>
            <a:spLocks noGrp="1"/>
          </p:cNvSpPr>
          <p:nvPr>
            <p:ph type="sldNum" sz="quarter" idx="12"/>
          </p:nvPr>
        </p:nvSpPr>
        <p:spPr/>
        <p:txBody>
          <a:bodyPr/>
          <a:lstStyle/>
          <a:p>
            <a:fld id="{D70A7894-1466-45B7-AC8E-61A07263B1C8}" type="slidenum">
              <a:rPr kumimoji="1" lang="ja-JP" altLang="en-US" smtClean="0"/>
              <a:t>‹#›</a:t>
            </a:fld>
            <a:endParaRPr kumimoji="1" lang="ja-JP" altLang="en-US"/>
          </a:p>
        </p:txBody>
      </p:sp>
    </p:spTree>
    <p:extLst>
      <p:ext uri="{BB962C8B-B14F-4D97-AF65-F5344CB8AC3E}">
        <p14:creationId xmlns:p14="http://schemas.microsoft.com/office/powerpoint/2010/main" val="35082970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2F7E5D-EA4E-E067-85DF-F6BA87BA28D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59C932A-C85B-0BC8-F0DD-CAB0E952C472}"/>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B240D4C-D864-C070-43EE-CB2C8CBA00DB}"/>
              </a:ext>
            </a:extLst>
          </p:cNvPr>
          <p:cNvSpPr>
            <a:spLocks noGrp="1"/>
          </p:cNvSpPr>
          <p:nvPr>
            <p:ph type="dt" sz="half" idx="10"/>
          </p:nvPr>
        </p:nvSpPr>
        <p:spPr/>
        <p:txBody>
          <a:bodyPr/>
          <a:lstStyle/>
          <a:p>
            <a:fld id="{7F73144F-EAB5-4C17-890F-1F7B189BF985}" type="datetimeFigureOut">
              <a:rPr kumimoji="1" lang="ja-JP" altLang="en-US" smtClean="0"/>
              <a:t>2025/4/16</a:t>
            </a:fld>
            <a:endParaRPr kumimoji="1" lang="ja-JP" altLang="en-US"/>
          </a:p>
        </p:txBody>
      </p:sp>
      <p:sp>
        <p:nvSpPr>
          <p:cNvPr id="5" name="フッター プレースホルダー 4">
            <a:extLst>
              <a:ext uri="{FF2B5EF4-FFF2-40B4-BE49-F238E27FC236}">
                <a16:creationId xmlns:a16="http://schemas.microsoft.com/office/drawing/2014/main" id="{E6A77CAF-54AB-1C8E-B92E-E32AFFBE076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9630965-BCB2-209B-B759-14244A21BD80}"/>
              </a:ext>
            </a:extLst>
          </p:cNvPr>
          <p:cNvSpPr>
            <a:spLocks noGrp="1"/>
          </p:cNvSpPr>
          <p:nvPr>
            <p:ph type="sldNum" sz="quarter" idx="12"/>
          </p:nvPr>
        </p:nvSpPr>
        <p:spPr/>
        <p:txBody>
          <a:bodyPr/>
          <a:lstStyle/>
          <a:p>
            <a:fld id="{D70A7894-1466-45B7-AC8E-61A07263B1C8}" type="slidenum">
              <a:rPr kumimoji="1" lang="ja-JP" altLang="en-US" smtClean="0"/>
              <a:t>‹#›</a:t>
            </a:fld>
            <a:endParaRPr kumimoji="1" lang="ja-JP" altLang="en-US"/>
          </a:p>
        </p:txBody>
      </p:sp>
    </p:spTree>
    <p:extLst>
      <p:ext uri="{BB962C8B-B14F-4D97-AF65-F5344CB8AC3E}">
        <p14:creationId xmlns:p14="http://schemas.microsoft.com/office/powerpoint/2010/main" val="40985034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B717BE-33B3-65EB-A153-51076026A2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159BFBA-3A68-E111-263D-A6E7A6B0E35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CCAE7A7C-10FB-1947-5FB8-3B71773635DB}"/>
              </a:ext>
            </a:extLst>
          </p:cNvPr>
          <p:cNvSpPr>
            <a:spLocks noGrp="1"/>
          </p:cNvSpPr>
          <p:nvPr>
            <p:ph type="dt" sz="half" idx="10"/>
          </p:nvPr>
        </p:nvSpPr>
        <p:spPr/>
        <p:txBody>
          <a:bodyPr/>
          <a:lstStyle/>
          <a:p>
            <a:fld id="{7F73144F-EAB5-4C17-890F-1F7B189BF985}" type="datetimeFigureOut">
              <a:rPr kumimoji="1" lang="ja-JP" altLang="en-US" smtClean="0"/>
              <a:t>2025/4/16</a:t>
            </a:fld>
            <a:endParaRPr kumimoji="1" lang="ja-JP" altLang="en-US"/>
          </a:p>
        </p:txBody>
      </p:sp>
      <p:sp>
        <p:nvSpPr>
          <p:cNvPr id="5" name="フッター プレースホルダー 4">
            <a:extLst>
              <a:ext uri="{FF2B5EF4-FFF2-40B4-BE49-F238E27FC236}">
                <a16:creationId xmlns:a16="http://schemas.microsoft.com/office/drawing/2014/main" id="{48A566FD-BB1B-3E90-478F-11A843B7F43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AA8CE5A-D596-38C0-E655-0F4FE0AD4267}"/>
              </a:ext>
            </a:extLst>
          </p:cNvPr>
          <p:cNvSpPr>
            <a:spLocks noGrp="1"/>
          </p:cNvSpPr>
          <p:nvPr>
            <p:ph type="sldNum" sz="quarter" idx="12"/>
          </p:nvPr>
        </p:nvSpPr>
        <p:spPr/>
        <p:txBody>
          <a:bodyPr/>
          <a:lstStyle/>
          <a:p>
            <a:fld id="{D70A7894-1466-45B7-AC8E-61A07263B1C8}" type="slidenum">
              <a:rPr kumimoji="1" lang="ja-JP" altLang="en-US" smtClean="0"/>
              <a:t>‹#›</a:t>
            </a:fld>
            <a:endParaRPr kumimoji="1" lang="ja-JP" altLang="en-US"/>
          </a:p>
        </p:txBody>
      </p:sp>
    </p:spTree>
    <p:extLst>
      <p:ext uri="{BB962C8B-B14F-4D97-AF65-F5344CB8AC3E}">
        <p14:creationId xmlns:p14="http://schemas.microsoft.com/office/powerpoint/2010/main" val="1881878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FACCAAB-57A6-C1E5-06D7-DB8C1A632FA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B244398-A25B-B29C-5243-D606E4D84273}"/>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119EF7E-FE3F-1E86-514D-E34AC4B81753}"/>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67215A55-7955-C20D-2A02-375C6732EAE4}"/>
              </a:ext>
            </a:extLst>
          </p:cNvPr>
          <p:cNvSpPr>
            <a:spLocks noGrp="1"/>
          </p:cNvSpPr>
          <p:nvPr>
            <p:ph type="dt" sz="half" idx="10"/>
          </p:nvPr>
        </p:nvSpPr>
        <p:spPr/>
        <p:txBody>
          <a:bodyPr/>
          <a:lstStyle/>
          <a:p>
            <a:fld id="{7F73144F-EAB5-4C17-890F-1F7B189BF985}" type="datetimeFigureOut">
              <a:rPr kumimoji="1" lang="ja-JP" altLang="en-US" smtClean="0"/>
              <a:t>2025/4/16</a:t>
            </a:fld>
            <a:endParaRPr kumimoji="1" lang="ja-JP" altLang="en-US"/>
          </a:p>
        </p:txBody>
      </p:sp>
      <p:sp>
        <p:nvSpPr>
          <p:cNvPr id="6" name="フッター プレースホルダー 5">
            <a:extLst>
              <a:ext uri="{FF2B5EF4-FFF2-40B4-BE49-F238E27FC236}">
                <a16:creationId xmlns:a16="http://schemas.microsoft.com/office/drawing/2014/main" id="{39913B6D-A141-F368-6992-5131CE4DCD1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9392BCC-35D2-D8C7-9493-429FB76B3794}"/>
              </a:ext>
            </a:extLst>
          </p:cNvPr>
          <p:cNvSpPr>
            <a:spLocks noGrp="1"/>
          </p:cNvSpPr>
          <p:nvPr>
            <p:ph type="sldNum" sz="quarter" idx="12"/>
          </p:nvPr>
        </p:nvSpPr>
        <p:spPr/>
        <p:txBody>
          <a:bodyPr/>
          <a:lstStyle/>
          <a:p>
            <a:fld id="{D70A7894-1466-45B7-AC8E-61A07263B1C8}" type="slidenum">
              <a:rPr kumimoji="1" lang="ja-JP" altLang="en-US" smtClean="0"/>
              <a:t>‹#›</a:t>
            </a:fld>
            <a:endParaRPr kumimoji="1" lang="ja-JP" altLang="en-US"/>
          </a:p>
        </p:txBody>
      </p:sp>
    </p:spTree>
    <p:extLst>
      <p:ext uri="{BB962C8B-B14F-4D97-AF65-F5344CB8AC3E}">
        <p14:creationId xmlns:p14="http://schemas.microsoft.com/office/powerpoint/2010/main" val="2984736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44DB26B-3287-840B-44B0-8DC1B47D0A34}"/>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6CEBF34-DF7F-AF3D-3C0E-244DBECDC5C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AAB17CDF-6ACD-5547-14D8-AFF3B7DC7A9F}"/>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B52FFF6-4BD6-6645-57CB-CE786295C5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0520C2FC-49AE-311D-B4AB-86CD2572CF93}"/>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2CC01083-88F3-92A7-B94F-2BE83C6BDDFC}"/>
              </a:ext>
            </a:extLst>
          </p:cNvPr>
          <p:cNvSpPr>
            <a:spLocks noGrp="1"/>
          </p:cNvSpPr>
          <p:nvPr>
            <p:ph type="dt" sz="half" idx="10"/>
          </p:nvPr>
        </p:nvSpPr>
        <p:spPr/>
        <p:txBody>
          <a:bodyPr/>
          <a:lstStyle/>
          <a:p>
            <a:fld id="{7F73144F-EAB5-4C17-890F-1F7B189BF985}" type="datetimeFigureOut">
              <a:rPr kumimoji="1" lang="ja-JP" altLang="en-US" smtClean="0"/>
              <a:t>2025/4/16</a:t>
            </a:fld>
            <a:endParaRPr kumimoji="1" lang="ja-JP" altLang="en-US"/>
          </a:p>
        </p:txBody>
      </p:sp>
      <p:sp>
        <p:nvSpPr>
          <p:cNvPr id="8" name="フッター プレースホルダー 7">
            <a:extLst>
              <a:ext uri="{FF2B5EF4-FFF2-40B4-BE49-F238E27FC236}">
                <a16:creationId xmlns:a16="http://schemas.microsoft.com/office/drawing/2014/main" id="{E41A71D5-3D32-868E-CD40-3EE76BBC9490}"/>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FB05D813-FA3D-1CBB-693C-9E299C229366}"/>
              </a:ext>
            </a:extLst>
          </p:cNvPr>
          <p:cNvSpPr>
            <a:spLocks noGrp="1"/>
          </p:cNvSpPr>
          <p:nvPr>
            <p:ph type="sldNum" sz="quarter" idx="12"/>
          </p:nvPr>
        </p:nvSpPr>
        <p:spPr/>
        <p:txBody>
          <a:bodyPr/>
          <a:lstStyle/>
          <a:p>
            <a:fld id="{D70A7894-1466-45B7-AC8E-61A07263B1C8}" type="slidenum">
              <a:rPr kumimoji="1" lang="ja-JP" altLang="en-US" smtClean="0"/>
              <a:t>‹#›</a:t>
            </a:fld>
            <a:endParaRPr kumimoji="1" lang="ja-JP" altLang="en-US"/>
          </a:p>
        </p:txBody>
      </p:sp>
    </p:spTree>
    <p:extLst>
      <p:ext uri="{BB962C8B-B14F-4D97-AF65-F5344CB8AC3E}">
        <p14:creationId xmlns:p14="http://schemas.microsoft.com/office/powerpoint/2010/main" val="3785645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558351-FC02-4DB1-C0D5-6867CDF62F9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AB4FE99-454A-C53F-DFC6-7595D669BF79}"/>
              </a:ext>
            </a:extLst>
          </p:cNvPr>
          <p:cNvSpPr>
            <a:spLocks noGrp="1"/>
          </p:cNvSpPr>
          <p:nvPr>
            <p:ph type="dt" sz="half" idx="10"/>
          </p:nvPr>
        </p:nvSpPr>
        <p:spPr/>
        <p:txBody>
          <a:bodyPr/>
          <a:lstStyle/>
          <a:p>
            <a:fld id="{7F73144F-EAB5-4C17-890F-1F7B189BF985}" type="datetimeFigureOut">
              <a:rPr kumimoji="1" lang="ja-JP" altLang="en-US" smtClean="0"/>
              <a:t>2025/4/16</a:t>
            </a:fld>
            <a:endParaRPr kumimoji="1" lang="ja-JP" altLang="en-US"/>
          </a:p>
        </p:txBody>
      </p:sp>
      <p:sp>
        <p:nvSpPr>
          <p:cNvPr id="4" name="フッター プレースホルダー 3">
            <a:extLst>
              <a:ext uri="{FF2B5EF4-FFF2-40B4-BE49-F238E27FC236}">
                <a16:creationId xmlns:a16="http://schemas.microsoft.com/office/drawing/2014/main" id="{9BC4DE10-55D4-4C4F-6D52-DCD5A3779F11}"/>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F74F357-9481-9494-832E-73AAE2323A10}"/>
              </a:ext>
            </a:extLst>
          </p:cNvPr>
          <p:cNvSpPr>
            <a:spLocks noGrp="1"/>
          </p:cNvSpPr>
          <p:nvPr>
            <p:ph type="sldNum" sz="quarter" idx="12"/>
          </p:nvPr>
        </p:nvSpPr>
        <p:spPr/>
        <p:txBody>
          <a:bodyPr/>
          <a:lstStyle/>
          <a:p>
            <a:fld id="{D70A7894-1466-45B7-AC8E-61A07263B1C8}" type="slidenum">
              <a:rPr kumimoji="1" lang="ja-JP" altLang="en-US" smtClean="0"/>
              <a:t>‹#›</a:t>
            </a:fld>
            <a:endParaRPr kumimoji="1" lang="ja-JP" altLang="en-US"/>
          </a:p>
        </p:txBody>
      </p:sp>
    </p:spTree>
    <p:extLst>
      <p:ext uri="{BB962C8B-B14F-4D97-AF65-F5344CB8AC3E}">
        <p14:creationId xmlns:p14="http://schemas.microsoft.com/office/powerpoint/2010/main" val="26098984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24CCD8B-4A9F-FA58-F355-E3ADE74A63BA}"/>
              </a:ext>
            </a:extLst>
          </p:cNvPr>
          <p:cNvSpPr>
            <a:spLocks noGrp="1"/>
          </p:cNvSpPr>
          <p:nvPr>
            <p:ph type="dt" sz="half" idx="10"/>
          </p:nvPr>
        </p:nvSpPr>
        <p:spPr/>
        <p:txBody>
          <a:bodyPr/>
          <a:lstStyle/>
          <a:p>
            <a:fld id="{7F73144F-EAB5-4C17-890F-1F7B189BF985}" type="datetimeFigureOut">
              <a:rPr kumimoji="1" lang="ja-JP" altLang="en-US" smtClean="0"/>
              <a:t>2025/4/16</a:t>
            </a:fld>
            <a:endParaRPr kumimoji="1" lang="ja-JP" altLang="en-US"/>
          </a:p>
        </p:txBody>
      </p:sp>
      <p:sp>
        <p:nvSpPr>
          <p:cNvPr id="3" name="フッター プレースホルダー 2">
            <a:extLst>
              <a:ext uri="{FF2B5EF4-FFF2-40B4-BE49-F238E27FC236}">
                <a16:creationId xmlns:a16="http://schemas.microsoft.com/office/drawing/2014/main" id="{6C4F1DF3-CA32-3F44-E86C-F031949A96F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F6A227D-4DDC-8D5E-7CB7-FD4A93F646B0}"/>
              </a:ext>
            </a:extLst>
          </p:cNvPr>
          <p:cNvSpPr>
            <a:spLocks noGrp="1"/>
          </p:cNvSpPr>
          <p:nvPr>
            <p:ph type="sldNum" sz="quarter" idx="12"/>
          </p:nvPr>
        </p:nvSpPr>
        <p:spPr/>
        <p:txBody>
          <a:bodyPr/>
          <a:lstStyle/>
          <a:p>
            <a:fld id="{D70A7894-1466-45B7-AC8E-61A07263B1C8}" type="slidenum">
              <a:rPr kumimoji="1" lang="ja-JP" altLang="en-US" smtClean="0"/>
              <a:t>‹#›</a:t>
            </a:fld>
            <a:endParaRPr kumimoji="1" lang="ja-JP" altLang="en-US"/>
          </a:p>
        </p:txBody>
      </p:sp>
    </p:spTree>
    <p:extLst>
      <p:ext uri="{BB962C8B-B14F-4D97-AF65-F5344CB8AC3E}">
        <p14:creationId xmlns:p14="http://schemas.microsoft.com/office/powerpoint/2010/main" val="31624125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16B49E-D10A-C9E2-8CCE-8FC488F26A2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683C0F8-9ED5-44B4-3501-3D7DFE0923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1B9DE19-EE02-47BF-6B63-4C2441BF90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57B1CCB-5E69-E36A-AED3-89174E0896DD}"/>
              </a:ext>
            </a:extLst>
          </p:cNvPr>
          <p:cNvSpPr>
            <a:spLocks noGrp="1"/>
          </p:cNvSpPr>
          <p:nvPr>
            <p:ph type="dt" sz="half" idx="10"/>
          </p:nvPr>
        </p:nvSpPr>
        <p:spPr/>
        <p:txBody>
          <a:bodyPr/>
          <a:lstStyle/>
          <a:p>
            <a:fld id="{7F73144F-EAB5-4C17-890F-1F7B189BF985}" type="datetimeFigureOut">
              <a:rPr kumimoji="1" lang="ja-JP" altLang="en-US" smtClean="0"/>
              <a:t>2025/4/16</a:t>
            </a:fld>
            <a:endParaRPr kumimoji="1" lang="ja-JP" altLang="en-US"/>
          </a:p>
        </p:txBody>
      </p:sp>
      <p:sp>
        <p:nvSpPr>
          <p:cNvPr id="6" name="フッター プレースホルダー 5">
            <a:extLst>
              <a:ext uri="{FF2B5EF4-FFF2-40B4-BE49-F238E27FC236}">
                <a16:creationId xmlns:a16="http://schemas.microsoft.com/office/drawing/2014/main" id="{52D5789B-BE9D-6BC3-46D8-0AE450655D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40F0958-7F14-4AD1-2740-17D57F5C7D36}"/>
              </a:ext>
            </a:extLst>
          </p:cNvPr>
          <p:cNvSpPr>
            <a:spLocks noGrp="1"/>
          </p:cNvSpPr>
          <p:nvPr>
            <p:ph type="sldNum" sz="quarter" idx="12"/>
          </p:nvPr>
        </p:nvSpPr>
        <p:spPr/>
        <p:txBody>
          <a:bodyPr/>
          <a:lstStyle/>
          <a:p>
            <a:fld id="{D70A7894-1466-45B7-AC8E-61A07263B1C8}" type="slidenum">
              <a:rPr kumimoji="1" lang="ja-JP" altLang="en-US" smtClean="0"/>
              <a:t>‹#›</a:t>
            </a:fld>
            <a:endParaRPr kumimoji="1" lang="ja-JP" altLang="en-US"/>
          </a:p>
        </p:txBody>
      </p:sp>
    </p:spTree>
    <p:extLst>
      <p:ext uri="{BB962C8B-B14F-4D97-AF65-F5344CB8AC3E}">
        <p14:creationId xmlns:p14="http://schemas.microsoft.com/office/powerpoint/2010/main" val="74319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C3E4517-944B-9D4A-3DAB-4E1ED9977C8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153D68A2-8D0B-8F82-CF28-9334E596A5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1921C89A-6620-8454-F12A-601835309C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342A83F-C27A-A277-E3BB-E62E887E9537}"/>
              </a:ext>
            </a:extLst>
          </p:cNvPr>
          <p:cNvSpPr>
            <a:spLocks noGrp="1"/>
          </p:cNvSpPr>
          <p:nvPr>
            <p:ph type="dt" sz="half" idx="10"/>
          </p:nvPr>
        </p:nvSpPr>
        <p:spPr/>
        <p:txBody>
          <a:bodyPr/>
          <a:lstStyle/>
          <a:p>
            <a:fld id="{7F73144F-EAB5-4C17-890F-1F7B189BF985}" type="datetimeFigureOut">
              <a:rPr kumimoji="1" lang="ja-JP" altLang="en-US" smtClean="0"/>
              <a:t>2025/4/16</a:t>
            </a:fld>
            <a:endParaRPr kumimoji="1" lang="ja-JP" altLang="en-US"/>
          </a:p>
        </p:txBody>
      </p:sp>
      <p:sp>
        <p:nvSpPr>
          <p:cNvPr id="6" name="フッター プレースホルダー 5">
            <a:extLst>
              <a:ext uri="{FF2B5EF4-FFF2-40B4-BE49-F238E27FC236}">
                <a16:creationId xmlns:a16="http://schemas.microsoft.com/office/drawing/2014/main" id="{26EB2AFA-5714-ECBE-E4ED-50868461ED7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74983C0-F6D5-8E06-87B2-03C8C7A7076D}"/>
              </a:ext>
            </a:extLst>
          </p:cNvPr>
          <p:cNvSpPr>
            <a:spLocks noGrp="1"/>
          </p:cNvSpPr>
          <p:nvPr>
            <p:ph type="sldNum" sz="quarter" idx="12"/>
          </p:nvPr>
        </p:nvSpPr>
        <p:spPr/>
        <p:txBody>
          <a:bodyPr/>
          <a:lstStyle/>
          <a:p>
            <a:fld id="{D70A7894-1466-45B7-AC8E-61A07263B1C8}" type="slidenum">
              <a:rPr kumimoji="1" lang="ja-JP" altLang="en-US" smtClean="0"/>
              <a:t>‹#›</a:t>
            </a:fld>
            <a:endParaRPr kumimoji="1" lang="ja-JP" altLang="en-US"/>
          </a:p>
        </p:txBody>
      </p:sp>
    </p:spTree>
    <p:extLst>
      <p:ext uri="{BB962C8B-B14F-4D97-AF65-F5344CB8AC3E}">
        <p14:creationId xmlns:p14="http://schemas.microsoft.com/office/powerpoint/2010/main" val="3987445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748746-F50C-AA0B-73D0-79FFABA82C16}"/>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224BF48-2F5E-EF21-F2C9-B5DCE459D751}"/>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0C888D5-928B-5F9E-55D7-922D5CAD74F3}"/>
              </a:ext>
            </a:extLst>
          </p:cNvPr>
          <p:cNvSpPr>
            <a:spLocks noGrp="1"/>
          </p:cNvSpPr>
          <p:nvPr>
            <p:ph type="dt" sz="half" idx="10"/>
          </p:nvPr>
        </p:nvSpPr>
        <p:spPr/>
        <p:txBody>
          <a:bodyPr/>
          <a:lstStyle/>
          <a:p>
            <a:fld id="{7F73144F-EAB5-4C17-890F-1F7B189BF985}" type="datetimeFigureOut">
              <a:rPr kumimoji="1" lang="ja-JP" altLang="en-US" smtClean="0"/>
              <a:t>2025/4/16</a:t>
            </a:fld>
            <a:endParaRPr kumimoji="1" lang="ja-JP" altLang="en-US"/>
          </a:p>
        </p:txBody>
      </p:sp>
      <p:sp>
        <p:nvSpPr>
          <p:cNvPr id="5" name="フッター プレースホルダー 4">
            <a:extLst>
              <a:ext uri="{FF2B5EF4-FFF2-40B4-BE49-F238E27FC236}">
                <a16:creationId xmlns:a16="http://schemas.microsoft.com/office/drawing/2014/main" id="{ED803D6B-51EC-C8CE-D7F7-C26E3BE0025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5E6821B-D955-1282-425E-70FAFAEB0B7D}"/>
              </a:ext>
            </a:extLst>
          </p:cNvPr>
          <p:cNvSpPr>
            <a:spLocks noGrp="1"/>
          </p:cNvSpPr>
          <p:nvPr>
            <p:ph type="sldNum" sz="quarter" idx="12"/>
          </p:nvPr>
        </p:nvSpPr>
        <p:spPr/>
        <p:txBody>
          <a:bodyPr/>
          <a:lstStyle/>
          <a:p>
            <a:fld id="{D70A7894-1466-45B7-AC8E-61A07263B1C8}" type="slidenum">
              <a:rPr kumimoji="1" lang="ja-JP" altLang="en-US" smtClean="0"/>
              <a:t>‹#›</a:t>
            </a:fld>
            <a:endParaRPr kumimoji="1" lang="ja-JP" altLang="en-US"/>
          </a:p>
        </p:txBody>
      </p:sp>
    </p:spTree>
    <p:extLst>
      <p:ext uri="{BB962C8B-B14F-4D97-AF65-F5344CB8AC3E}">
        <p14:creationId xmlns:p14="http://schemas.microsoft.com/office/powerpoint/2010/main" val="19935554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C0E05330-9B7E-3EAC-0BD1-AC186B7245F4}"/>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2A8B96D-92F0-6CC0-966F-FCD3C7507F54}"/>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C7398EC-9A2F-1A20-F78E-71201FF8EE47}"/>
              </a:ext>
            </a:extLst>
          </p:cNvPr>
          <p:cNvSpPr>
            <a:spLocks noGrp="1"/>
          </p:cNvSpPr>
          <p:nvPr>
            <p:ph type="dt" sz="half" idx="10"/>
          </p:nvPr>
        </p:nvSpPr>
        <p:spPr/>
        <p:txBody>
          <a:bodyPr/>
          <a:lstStyle/>
          <a:p>
            <a:fld id="{7F73144F-EAB5-4C17-890F-1F7B189BF985}" type="datetimeFigureOut">
              <a:rPr kumimoji="1" lang="ja-JP" altLang="en-US" smtClean="0"/>
              <a:t>2025/4/16</a:t>
            </a:fld>
            <a:endParaRPr kumimoji="1" lang="ja-JP" altLang="en-US"/>
          </a:p>
        </p:txBody>
      </p:sp>
      <p:sp>
        <p:nvSpPr>
          <p:cNvPr id="5" name="フッター プレースホルダー 4">
            <a:extLst>
              <a:ext uri="{FF2B5EF4-FFF2-40B4-BE49-F238E27FC236}">
                <a16:creationId xmlns:a16="http://schemas.microsoft.com/office/drawing/2014/main" id="{6461CE1E-7502-F595-E7FC-2783E4E225C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F1588B2-1F44-2D72-12E0-99284C78DFE2}"/>
              </a:ext>
            </a:extLst>
          </p:cNvPr>
          <p:cNvSpPr>
            <a:spLocks noGrp="1"/>
          </p:cNvSpPr>
          <p:nvPr>
            <p:ph type="sldNum" sz="quarter" idx="12"/>
          </p:nvPr>
        </p:nvSpPr>
        <p:spPr/>
        <p:txBody>
          <a:bodyPr/>
          <a:lstStyle/>
          <a:p>
            <a:fld id="{D70A7894-1466-45B7-AC8E-61A07263B1C8}" type="slidenum">
              <a:rPr kumimoji="1" lang="ja-JP" altLang="en-US" smtClean="0"/>
              <a:t>‹#›</a:t>
            </a:fld>
            <a:endParaRPr kumimoji="1" lang="ja-JP" altLang="en-US"/>
          </a:p>
        </p:txBody>
      </p:sp>
    </p:spTree>
    <p:extLst>
      <p:ext uri="{BB962C8B-B14F-4D97-AF65-F5344CB8AC3E}">
        <p14:creationId xmlns:p14="http://schemas.microsoft.com/office/powerpoint/2010/main" val="2865212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F024574-A4F0-35A3-2494-ABF5A7C02B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4B04D09-49C8-DAC5-1A58-E18BED7596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D2B3B05-E4DF-ED79-BD8E-C0C33A086B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F73144F-EAB5-4C17-890F-1F7B189BF985}" type="datetimeFigureOut">
              <a:rPr kumimoji="1" lang="ja-JP" altLang="en-US" smtClean="0"/>
              <a:t>2025/4/16</a:t>
            </a:fld>
            <a:endParaRPr kumimoji="1" lang="ja-JP" altLang="en-US"/>
          </a:p>
        </p:txBody>
      </p:sp>
      <p:sp>
        <p:nvSpPr>
          <p:cNvPr id="5" name="フッター プレースホルダー 4">
            <a:extLst>
              <a:ext uri="{FF2B5EF4-FFF2-40B4-BE49-F238E27FC236}">
                <a16:creationId xmlns:a16="http://schemas.microsoft.com/office/drawing/2014/main" id="{7C3A4ADF-3580-6BCF-0F3D-AD8DF8568C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10B0EEA-EF73-2820-A792-1C6E9A25EC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0A7894-1466-45B7-AC8E-61A07263B1C8}" type="slidenum">
              <a:rPr kumimoji="1" lang="ja-JP" altLang="en-US" smtClean="0"/>
              <a:t>‹#›</a:t>
            </a:fld>
            <a:endParaRPr kumimoji="1" lang="ja-JP" altLang="en-US"/>
          </a:p>
        </p:txBody>
      </p:sp>
    </p:spTree>
    <p:extLst>
      <p:ext uri="{BB962C8B-B14F-4D97-AF65-F5344CB8AC3E}">
        <p14:creationId xmlns:p14="http://schemas.microsoft.com/office/powerpoint/2010/main" val="42941131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8.sv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FCE55083-5EAA-9464-B265-471368EF4BA7}"/>
              </a:ext>
            </a:extLst>
          </p:cNvPr>
          <p:cNvPicPr>
            <a:picLocks noChangeAspect="1"/>
          </p:cNvPicPr>
          <p:nvPr/>
        </p:nvPicPr>
        <p:blipFill rotWithShape="1">
          <a:blip r:embed="rId3"/>
          <a:srcRect b="88922"/>
          <a:stretch/>
        </p:blipFill>
        <p:spPr>
          <a:xfrm>
            <a:off x="237306" y="469001"/>
            <a:ext cx="11717385" cy="754585"/>
          </a:xfrm>
          <a:prstGeom prst="rect">
            <a:avLst/>
          </a:prstGeom>
        </p:spPr>
      </p:pic>
      <p:sp>
        <p:nvSpPr>
          <p:cNvPr id="5" name="字幕 2">
            <a:extLst>
              <a:ext uri="{FF2B5EF4-FFF2-40B4-BE49-F238E27FC236}">
                <a16:creationId xmlns:a16="http://schemas.microsoft.com/office/drawing/2014/main" id="{379CCFEB-0A89-6F9C-9CB8-79C230A2C123}"/>
              </a:ext>
            </a:extLst>
          </p:cNvPr>
          <p:cNvSpPr txBox="1">
            <a:spLocks/>
          </p:cNvSpPr>
          <p:nvPr/>
        </p:nvSpPr>
        <p:spPr>
          <a:xfrm>
            <a:off x="7817784" y="5654752"/>
            <a:ext cx="3961957" cy="834038"/>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r>
              <a:rPr lang="ja-JP" altLang="en-US" sz="2000" dirty="0">
                <a:latin typeface="Arial" panose="020B0604020202020204" pitchFamily="34" charset="0"/>
                <a:ea typeface="MS PGothic" panose="020B0600070205080204" pitchFamily="34" charset="-128"/>
                <a:cs typeface="Arial" panose="020B0604020202020204" pitchFamily="34" charset="0"/>
              </a:rPr>
              <a:t>ティッシュエンジニアリング研究室</a:t>
            </a:r>
            <a:endParaRPr lang="en-US" altLang="ja-JP" sz="2000" dirty="0">
              <a:latin typeface="Arial" panose="020B0604020202020204" pitchFamily="34" charset="0"/>
              <a:ea typeface="MS PGothic" panose="020B0600070205080204" pitchFamily="34" charset="-128"/>
              <a:cs typeface="Arial" panose="020B0604020202020204" pitchFamily="34" charset="0"/>
            </a:endParaRPr>
          </a:p>
          <a:p>
            <a:r>
              <a:rPr lang="en-US" altLang="ja-JP" sz="2000" dirty="0">
                <a:latin typeface="Arial" panose="020B0604020202020204" pitchFamily="34" charset="0"/>
                <a:ea typeface="MS PGothic" panose="020B0600070205080204" pitchFamily="34" charset="-128"/>
                <a:cs typeface="Arial" panose="020B0604020202020204" pitchFamily="34" charset="0"/>
              </a:rPr>
              <a:t>2025/0</a:t>
            </a:r>
            <a:r>
              <a:rPr lang="ja-JP" altLang="en-US" sz="2000" dirty="0">
                <a:latin typeface="Arial" panose="020B0604020202020204" pitchFamily="34" charset="0"/>
                <a:ea typeface="MS PGothic" panose="020B0600070205080204" pitchFamily="34" charset="-128"/>
                <a:cs typeface="Arial" panose="020B0604020202020204" pitchFamily="34" charset="0"/>
              </a:rPr>
              <a:t>４</a:t>
            </a:r>
            <a:r>
              <a:rPr lang="en-US" altLang="ja-JP" sz="2000" dirty="0">
                <a:latin typeface="Arial" panose="020B0604020202020204" pitchFamily="34" charset="0"/>
                <a:ea typeface="MS PGothic" panose="020B0600070205080204" pitchFamily="34" charset="-128"/>
                <a:cs typeface="Arial" panose="020B0604020202020204" pitchFamily="34" charset="0"/>
              </a:rPr>
              <a:t>/15</a:t>
            </a:r>
            <a:r>
              <a:rPr lang="ja-JP" altLang="en-US" sz="2000" dirty="0">
                <a:latin typeface="Arial" panose="020B0604020202020204" pitchFamily="34" charset="0"/>
                <a:ea typeface="MS PGothic" panose="020B0600070205080204" pitchFamily="34" charset="-128"/>
                <a:cs typeface="Arial" panose="020B0604020202020204" pitchFamily="34" charset="0"/>
              </a:rPr>
              <a:t>　池口　晃太</a:t>
            </a:r>
          </a:p>
        </p:txBody>
      </p:sp>
      <p:sp>
        <p:nvSpPr>
          <p:cNvPr id="7" name="タイトル 1">
            <a:extLst>
              <a:ext uri="{FF2B5EF4-FFF2-40B4-BE49-F238E27FC236}">
                <a16:creationId xmlns:a16="http://schemas.microsoft.com/office/drawing/2014/main" id="{C1782CA0-113E-BB2D-730D-DB2E504C4831}"/>
              </a:ext>
            </a:extLst>
          </p:cNvPr>
          <p:cNvSpPr txBox="1">
            <a:spLocks/>
          </p:cNvSpPr>
          <p:nvPr/>
        </p:nvSpPr>
        <p:spPr>
          <a:xfrm>
            <a:off x="337225" y="4184940"/>
            <a:ext cx="11095228" cy="11017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nSpc>
                <a:spcPct val="150000"/>
              </a:lnSpc>
            </a:pPr>
            <a:r>
              <a:rPr lang="ja-JP" altLang="en-US" sz="2400" dirty="0">
                <a:latin typeface="ＭＳ Ｐゴシック" panose="020B0600070205080204" pitchFamily="50" charset="-128"/>
                <a:ea typeface="ＭＳ Ｐゴシック" panose="020B0600070205080204" pitchFamily="50" charset="-128"/>
                <a:cs typeface="Arial" panose="020B0604020202020204" pitchFamily="34" charset="0"/>
              </a:rPr>
              <a:t>合成</a:t>
            </a:r>
            <a:r>
              <a:rPr lang="en-US" altLang="ja-JP" sz="2400" dirty="0">
                <a:latin typeface="ＭＳ Ｐゴシック" panose="020B0600070205080204" pitchFamily="50" charset="-128"/>
                <a:ea typeface="ＭＳ Ｐゴシック" panose="020B0600070205080204" pitchFamily="50" charset="-128"/>
                <a:cs typeface="Arial" panose="020B0604020202020204" pitchFamily="34" charset="0"/>
              </a:rPr>
              <a:t>MRI</a:t>
            </a:r>
            <a:r>
              <a:rPr lang="ja-JP" altLang="en-US" sz="2400" dirty="0">
                <a:latin typeface="ＭＳ Ｐゴシック" panose="020B0600070205080204" pitchFamily="50" charset="-128"/>
                <a:ea typeface="ＭＳ Ｐゴシック" panose="020B0600070205080204" pitchFamily="50" charset="-128"/>
                <a:cs typeface="Arial" panose="020B0604020202020204" pitchFamily="34" charset="0"/>
              </a:rPr>
              <a:t>を用いた脳腫瘍のセグメンテーションにおける</a:t>
            </a:r>
            <a:r>
              <a:rPr lang="en-US" altLang="ja-JP" sz="2400" dirty="0">
                <a:latin typeface="ＭＳ Ｐゴシック" panose="020B0600070205080204" pitchFamily="50" charset="-128"/>
                <a:ea typeface="ＭＳ Ｐゴシック" panose="020B0600070205080204" pitchFamily="50" charset="-128"/>
                <a:cs typeface="Arial" panose="020B0604020202020204" pitchFamily="34" charset="0"/>
              </a:rPr>
              <a:t>GAN</a:t>
            </a:r>
            <a:r>
              <a:rPr lang="ja-JP" altLang="en-US" sz="2400" dirty="0">
                <a:latin typeface="ＭＳ Ｐゴシック" panose="020B0600070205080204" pitchFamily="50" charset="-128"/>
                <a:ea typeface="ＭＳ Ｐゴシック" panose="020B0600070205080204" pitchFamily="50" charset="-128"/>
                <a:cs typeface="Arial" panose="020B0604020202020204" pitchFamily="34" charset="0"/>
              </a:rPr>
              <a:t>と拡散モデルの比較</a:t>
            </a:r>
          </a:p>
        </p:txBody>
      </p:sp>
      <p:pic>
        <p:nvPicPr>
          <p:cNvPr id="9" name="図 8">
            <a:extLst>
              <a:ext uri="{FF2B5EF4-FFF2-40B4-BE49-F238E27FC236}">
                <a16:creationId xmlns:a16="http://schemas.microsoft.com/office/drawing/2014/main" id="{8DE3EF38-BD90-3551-4002-A35C540F5B73}"/>
              </a:ext>
            </a:extLst>
          </p:cNvPr>
          <p:cNvPicPr>
            <a:picLocks noChangeAspect="1"/>
          </p:cNvPicPr>
          <p:nvPr/>
        </p:nvPicPr>
        <p:blipFill>
          <a:blip r:embed="rId4"/>
          <a:stretch>
            <a:fillRect/>
          </a:stretch>
        </p:blipFill>
        <p:spPr>
          <a:xfrm>
            <a:off x="237306" y="1660441"/>
            <a:ext cx="10753310" cy="2156412"/>
          </a:xfrm>
          <a:prstGeom prst="rect">
            <a:avLst/>
          </a:prstGeom>
        </p:spPr>
      </p:pic>
    </p:spTree>
    <p:extLst>
      <p:ext uri="{BB962C8B-B14F-4D97-AF65-F5344CB8AC3E}">
        <p14:creationId xmlns:p14="http://schemas.microsoft.com/office/powerpoint/2010/main" val="3684952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正方形/長方形 111">
            <a:extLst>
              <a:ext uri="{FF2B5EF4-FFF2-40B4-BE49-F238E27FC236}">
                <a16:creationId xmlns:a16="http://schemas.microsoft.com/office/drawing/2014/main" id="{F14D54D5-1C13-C5FA-2A16-7CDB81F62456}"/>
              </a:ext>
            </a:extLst>
          </p:cNvPr>
          <p:cNvSpPr/>
          <p:nvPr/>
        </p:nvSpPr>
        <p:spPr>
          <a:xfrm>
            <a:off x="6709247" y="1642062"/>
            <a:ext cx="4901843" cy="333382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 name="テキスト ボックス 3">
            <a:extLst>
              <a:ext uri="{FF2B5EF4-FFF2-40B4-BE49-F238E27FC236}">
                <a16:creationId xmlns:a16="http://schemas.microsoft.com/office/drawing/2014/main" id="{0A93851D-F473-4E39-E0CF-2103B833A8FB}"/>
              </a:ext>
            </a:extLst>
          </p:cNvPr>
          <p:cNvSpPr txBox="1">
            <a:spLocks noGrp="1" noRot="1" noMove="1" noResize="1" noEditPoints="1" noAdjustHandles="1" noChangeArrowheads="1" noChangeShapeType="1"/>
          </p:cNvSpPr>
          <p:nvPr/>
        </p:nvSpPr>
        <p:spPr>
          <a:xfrm>
            <a:off x="360000" y="216000"/>
            <a:ext cx="4493538"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背景　</a:t>
            </a:r>
            <a:r>
              <a:rPr lang="ja-JP" altLang="en-US" sz="2800" dirty="0">
                <a:solidFill>
                  <a:schemeClr val="tx1">
                    <a:lumMod val="75000"/>
                    <a:lumOff val="25000"/>
                  </a:schemeClr>
                </a:solidFill>
                <a:latin typeface="MS PGothic" panose="020B0600070205080204" pitchFamily="34" charset="-128"/>
                <a:ea typeface="MS PGothic" panose="020B0600070205080204" pitchFamily="34" charset="-128"/>
              </a:rPr>
              <a:t>医療分野における</a:t>
            </a:r>
            <a:r>
              <a:rPr lang="en-US" altLang="ja-JP" sz="2800" dirty="0">
                <a:solidFill>
                  <a:schemeClr val="tx1">
                    <a:lumMod val="75000"/>
                    <a:lumOff val="25000"/>
                  </a:schemeClr>
                </a:solidFill>
                <a:latin typeface="MS PGothic" panose="020B0600070205080204" pitchFamily="34" charset="-128"/>
                <a:ea typeface="MS PGothic" panose="020B0600070205080204" pitchFamily="34" charset="-128"/>
              </a:rPr>
              <a:t>AI</a:t>
            </a:r>
          </a:p>
        </p:txBody>
      </p:sp>
      <p:cxnSp>
        <p:nvCxnSpPr>
          <p:cNvPr id="5" name="直線コネクタ 4">
            <a:extLst>
              <a:ext uri="{FF2B5EF4-FFF2-40B4-BE49-F238E27FC236}">
                <a16:creationId xmlns:a16="http://schemas.microsoft.com/office/drawing/2014/main" id="{105F0620-761B-FCDD-C50F-D848F1FDA09E}"/>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22" name="TextBox 10">
            <a:extLst>
              <a:ext uri="{FF2B5EF4-FFF2-40B4-BE49-F238E27FC236}">
                <a16:creationId xmlns:a16="http://schemas.microsoft.com/office/drawing/2014/main" id="{403C01B4-859E-4405-99BD-4FFB5F3A54C0}"/>
              </a:ext>
            </a:extLst>
          </p:cNvPr>
          <p:cNvSpPr txBox="1"/>
          <p:nvPr/>
        </p:nvSpPr>
        <p:spPr>
          <a:xfrm>
            <a:off x="359999" y="1080000"/>
            <a:ext cx="4068000" cy="504000"/>
          </a:xfrm>
          <a:prstGeom prst="rect">
            <a:avLst/>
          </a:prstGeom>
          <a:noFill/>
          <a:ln>
            <a:noFill/>
          </a:ln>
        </p:spPr>
        <p:txBody>
          <a:bodyPr wrap="none" rtlCol="0">
            <a:spAutoFit/>
          </a:bodyPr>
          <a:lstStyle/>
          <a:p>
            <a:pPr marL="285757" indent="-285757">
              <a:buFont typeface="Wingdings" pitchFamily="2" charset="2"/>
              <a:buChar char="q"/>
            </a:pP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医療画像における</a:t>
            </a:r>
            <a:r>
              <a:rPr lang="en-US" altLang="ja-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AI</a:t>
            </a: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の活用</a:t>
            </a:r>
            <a:endParaRPr 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grpSp>
        <p:nvGrpSpPr>
          <p:cNvPr id="58" name="グループ化 57">
            <a:extLst>
              <a:ext uri="{FF2B5EF4-FFF2-40B4-BE49-F238E27FC236}">
                <a16:creationId xmlns:a16="http://schemas.microsoft.com/office/drawing/2014/main" id="{568BFBFF-080A-6F5B-85BC-43FB7E97491F}"/>
              </a:ext>
            </a:extLst>
          </p:cNvPr>
          <p:cNvGrpSpPr/>
          <p:nvPr/>
        </p:nvGrpSpPr>
        <p:grpSpPr>
          <a:xfrm>
            <a:off x="6896442" y="1835625"/>
            <a:ext cx="4527453" cy="3024446"/>
            <a:chOff x="6267868" y="2750065"/>
            <a:chExt cx="4527453" cy="3024446"/>
          </a:xfrm>
        </p:grpSpPr>
        <p:grpSp>
          <p:nvGrpSpPr>
            <p:cNvPr id="55" name="グループ化 54">
              <a:extLst>
                <a:ext uri="{FF2B5EF4-FFF2-40B4-BE49-F238E27FC236}">
                  <a16:creationId xmlns:a16="http://schemas.microsoft.com/office/drawing/2014/main" id="{6E6F1FAE-F404-19DF-B0B4-ADFD7E57BEF4}"/>
                </a:ext>
              </a:extLst>
            </p:cNvPr>
            <p:cNvGrpSpPr/>
            <p:nvPr/>
          </p:nvGrpSpPr>
          <p:grpSpPr>
            <a:xfrm>
              <a:off x="6267868" y="2750065"/>
              <a:ext cx="4527453" cy="1690743"/>
              <a:chOff x="3953052" y="3917452"/>
              <a:chExt cx="4527453" cy="1690743"/>
            </a:xfrm>
          </p:grpSpPr>
          <p:grpSp>
            <p:nvGrpSpPr>
              <p:cNvPr id="31" name="グループ化 30">
                <a:extLst>
                  <a:ext uri="{FF2B5EF4-FFF2-40B4-BE49-F238E27FC236}">
                    <a16:creationId xmlns:a16="http://schemas.microsoft.com/office/drawing/2014/main" id="{F1F80814-3F93-31C7-98C7-8B26BAFDCBAA}"/>
                  </a:ext>
                </a:extLst>
              </p:cNvPr>
              <p:cNvGrpSpPr/>
              <p:nvPr/>
            </p:nvGrpSpPr>
            <p:grpSpPr>
              <a:xfrm>
                <a:off x="3953052" y="3917452"/>
                <a:ext cx="1435872" cy="1644430"/>
                <a:chOff x="475446" y="4705371"/>
                <a:chExt cx="1435872" cy="1644430"/>
              </a:xfrm>
            </p:grpSpPr>
            <p:sp>
              <p:nvSpPr>
                <p:cNvPr id="21" name="正方形/長方形 20">
                  <a:extLst>
                    <a:ext uri="{FF2B5EF4-FFF2-40B4-BE49-F238E27FC236}">
                      <a16:creationId xmlns:a16="http://schemas.microsoft.com/office/drawing/2014/main" id="{86F6D33F-1390-BFEE-F792-C62065480749}"/>
                    </a:ext>
                  </a:extLst>
                </p:cNvPr>
                <p:cNvSpPr/>
                <p:nvPr/>
              </p:nvSpPr>
              <p:spPr>
                <a:xfrm>
                  <a:off x="475446" y="4705371"/>
                  <a:ext cx="1435872" cy="1644430"/>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17" name="図 16">
                  <a:extLst>
                    <a:ext uri="{FF2B5EF4-FFF2-40B4-BE49-F238E27FC236}">
                      <a16:creationId xmlns:a16="http://schemas.microsoft.com/office/drawing/2014/main" id="{C3B0B340-9CB2-3A5E-9AE8-0CA3828E7F8E}"/>
                    </a:ext>
                  </a:extLst>
                </p:cNvPr>
                <p:cNvPicPr>
                  <a:picLocks noChangeAspect="1"/>
                </p:cNvPicPr>
                <p:nvPr/>
              </p:nvPicPr>
              <p:blipFill>
                <a:blip r:embed="rId3"/>
                <a:stretch>
                  <a:fillRect/>
                </a:stretch>
              </p:blipFill>
              <p:spPr>
                <a:xfrm>
                  <a:off x="532596" y="4751684"/>
                  <a:ext cx="1327922" cy="1547318"/>
                </a:xfrm>
                <a:prstGeom prst="rect">
                  <a:avLst/>
                </a:prstGeom>
              </p:spPr>
            </p:pic>
          </p:grpSp>
          <p:grpSp>
            <p:nvGrpSpPr>
              <p:cNvPr id="32" name="グループ化 31">
                <a:extLst>
                  <a:ext uri="{FF2B5EF4-FFF2-40B4-BE49-F238E27FC236}">
                    <a16:creationId xmlns:a16="http://schemas.microsoft.com/office/drawing/2014/main" id="{34926FFF-4524-96B6-2F0F-FD163A7B1C3B}"/>
                  </a:ext>
                </a:extLst>
              </p:cNvPr>
              <p:cNvGrpSpPr/>
              <p:nvPr/>
            </p:nvGrpSpPr>
            <p:grpSpPr>
              <a:xfrm>
                <a:off x="7044633" y="3963765"/>
                <a:ext cx="1435872" cy="1644430"/>
                <a:chOff x="3413482" y="4705371"/>
                <a:chExt cx="1435872" cy="1644430"/>
              </a:xfrm>
            </p:grpSpPr>
            <p:sp>
              <p:nvSpPr>
                <p:cNvPr id="23" name="正方形/長方形 22">
                  <a:extLst>
                    <a:ext uri="{FF2B5EF4-FFF2-40B4-BE49-F238E27FC236}">
                      <a16:creationId xmlns:a16="http://schemas.microsoft.com/office/drawing/2014/main" id="{852EC9A3-19C8-C5F6-C799-6F728E0A3AA7}"/>
                    </a:ext>
                  </a:extLst>
                </p:cNvPr>
                <p:cNvSpPr/>
                <p:nvPr/>
              </p:nvSpPr>
              <p:spPr>
                <a:xfrm>
                  <a:off x="3413482" y="4705371"/>
                  <a:ext cx="1435872" cy="1644430"/>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19" name="図 18">
                  <a:extLst>
                    <a:ext uri="{FF2B5EF4-FFF2-40B4-BE49-F238E27FC236}">
                      <a16:creationId xmlns:a16="http://schemas.microsoft.com/office/drawing/2014/main" id="{A2B98923-408C-F763-6DB8-EA5A492E0CF3}"/>
                    </a:ext>
                  </a:extLst>
                </p:cNvPr>
                <p:cNvPicPr>
                  <a:picLocks noChangeAspect="1"/>
                </p:cNvPicPr>
                <p:nvPr/>
              </p:nvPicPr>
              <p:blipFill>
                <a:blip r:embed="rId4"/>
                <a:stretch>
                  <a:fillRect/>
                </a:stretch>
              </p:blipFill>
              <p:spPr>
                <a:xfrm>
                  <a:off x="3496356" y="4793980"/>
                  <a:ext cx="1270123" cy="1467211"/>
                </a:xfrm>
                <a:prstGeom prst="rect">
                  <a:avLst/>
                </a:prstGeom>
              </p:spPr>
            </p:pic>
          </p:grpSp>
        </p:grpSp>
        <p:grpSp>
          <p:nvGrpSpPr>
            <p:cNvPr id="57" name="グループ化 56">
              <a:extLst>
                <a:ext uri="{FF2B5EF4-FFF2-40B4-BE49-F238E27FC236}">
                  <a16:creationId xmlns:a16="http://schemas.microsoft.com/office/drawing/2014/main" id="{AAE6FE80-2236-65BD-8105-92E7BEE38341}"/>
                </a:ext>
              </a:extLst>
            </p:cNvPr>
            <p:cNvGrpSpPr/>
            <p:nvPr/>
          </p:nvGrpSpPr>
          <p:grpSpPr>
            <a:xfrm>
              <a:off x="7024502" y="4440809"/>
              <a:ext cx="3091581" cy="1333702"/>
              <a:chOff x="7024502" y="4440809"/>
              <a:chExt cx="3091581" cy="1333702"/>
            </a:xfrm>
          </p:grpSpPr>
          <p:cxnSp>
            <p:nvCxnSpPr>
              <p:cNvPr id="38" name="直線コネクタ 37">
                <a:extLst>
                  <a:ext uri="{FF2B5EF4-FFF2-40B4-BE49-F238E27FC236}">
                    <a16:creationId xmlns:a16="http://schemas.microsoft.com/office/drawing/2014/main" id="{023E29AE-688D-7E1E-4F24-A8C9F81CDFB5}"/>
                  </a:ext>
                </a:extLst>
              </p:cNvPr>
              <p:cNvCxnSpPr>
                <a:cxnSpLocks/>
              </p:cNvCxnSpPr>
              <p:nvPr/>
            </p:nvCxnSpPr>
            <p:spPr>
              <a:xfrm>
                <a:off x="7024502" y="4440809"/>
                <a:ext cx="0" cy="802149"/>
              </a:xfrm>
              <a:prstGeom prst="line">
                <a:avLst/>
              </a:prstGeom>
            </p:spPr>
            <p:style>
              <a:lnRef idx="2">
                <a:schemeClr val="dk1"/>
              </a:lnRef>
              <a:fillRef idx="0">
                <a:schemeClr val="dk1"/>
              </a:fillRef>
              <a:effectRef idx="1">
                <a:schemeClr val="dk1"/>
              </a:effectRef>
              <a:fontRef idx="minor">
                <a:schemeClr val="tx1"/>
              </a:fontRef>
            </p:style>
          </p:cxnSp>
          <p:grpSp>
            <p:nvGrpSpPr>
              <p:cNvPr id="54" name="グループ化 53">
                <a:extLst>
                  <a:ext uri="{FF2B5EF4-FFF2-40B4-BE49-F238E27FC236}">
                    <a16:creationId xmlns:a16="http://schemas.microsoft.com/office/drawing/2014/main" id="{062BFD87-06AB-ACE4-E279-B20C1F3FBC69}"/>
                  </a:ext>
                </a:extLst>
              </p:cNvPr>
              <p:cNvGrpSpPr/>
              <p:nvPr/>
            </p:nvGrpSpPr>
            <p:grpSpPr>
              <a:xfrm>
                <a:off x="7024502" y="4775989"/>
                <a:ext cx="3091581" cy="998522"/>
                <a:chOff x="4670988" y="2658105"/>
                <a:chExt cx="3091581" cy="998522"/>
              </a:xfrm>
            </p:grpSpPr>
            <p:sp>
              <p:nvSpPr>
                <p:cNvPr id="47" name="四角形: 角を丸くする 46">
                  <a:extLst>
                    <a:ext uri="{FF2B5EF4-FFF2-40B4-BE49-F238E27FC236}">
                      <a16:creationId xmlns:a16="http://schemas.microsoft.com/office/drawing/2014/main" id="{02B2D4AC-1199-7657-F680-22931FA6EE47}"/>
                    </a:ext>
                  </a:extLst>
                </p:cNvPr>
                <p:cNvSpPr/>
                <p:nvPr/>
              </p:nvSpPr>
              <p:spPr>
                <a:xfrm>
                  <a:off x="4914739" y="2658105"/>
                  <a:ext cx="2591121" cy="998522"/>
                </a:xfrm>
                <a:prstGeom prst="roundRect">
                  <a:avLst/>
                </a:prstGeom>
                <a:no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6" name="乗算記号 25">
                  <a:extLst>
                    <a:ext uri="{FF2B5EF4-FFF2-40B4-BE49-F238E27FC236}">
                      <a16:creationId xmlns:a16="http://schemas.microsoft.com/office/drawing/2014/main" id="{7E1F0ADD-A803-4331-E15B-E034B625E617}"/>
                    </a:ext>
                  </a:extLst>
                </p:cNvPr>
                <p:cNvSpPr/>
                <p:nvPr/>
              </p:nvSpPr>
              <p:spPr>
                <a:xfrm>
                  <a:off x="5925807" y="2884471"/>
                  <a:ext cx="504548" cy="461665"/>
                </a:xfrm>
                <a:prstGeom prst="mathMultiply">
                  <a:avLst>
                    <a:gd name="adj1" fmla="val 477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8" name="グラフィックス 27" descr="医師男性 枠線">
                  <a:extLst>
                    <a:ext uri="{FF2B5EF4-FFF2-40B4-BE49-F238E27FC236}">
                      <a16:creationId xmlns:a16="http://schemas.microsoft.com/office/drawing/2014/main" id="{6D1CD2B4-9F76-451D-F81A-B8E31AD19CD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27698" y="2700166"/>
                  <a:ext cx="914400" cy="914400"/>
                </a:xfrm>
                <a:prstGeom prst="rect">
                  <a:avLst/>
                </a:prstGeom>
              </p:spPr>
            </p:pic>
            <p:pic>
              <p:nvPicPr>
                <p:cNvPr id="30" name="グラフィックス 29" descr="人工知能 枠線">
                  <a:extLst>
                    <a:ext uri="{FF2B5EF4-FFF2-40B4-BE49-F238E27FC236}">
                      <a16:creationId xmlns:a16="http://schemas.microsoft.com/office/drawing/2014/main" id="{95506DE2-0F9B-A1C2-CD0B-5A912C5FF61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560034" y="2700166"/>
                  <a:ext cx="914400" cy="914400"/>
                </a:xfrm>
                <a:prstGeom prst="rect">
                  <a:avLst/>
                </a:prstGeom>
              </p:spPr>
            </p:pic>
            <p:cxnSp>
              <p:nvCxnSpPr>
                <p:cNvPr id="41" name="直線コネクタ 40">
                  <a:extLst>
                    <a:ext uri="{FF2B5EF4-FFF2-40B4-BE49-F238E27FC236}">
                      <a16:creationId xmlns:a16="http://schemas.microsoft.com/office/drawing/2014/main" id="{774654C1-54AD-442A-565D-FCA4D4169839}"/>
                    </a:ext>
                  </a:extLst>
                </p:cNvPr>
                <p:cNvCxnSpPr/>
                <p:nvPr/>
              </p:nvCxnSpPr>
              <p:spPr>
                <a:xfrm>
                  <a:off x="4670988" y="3115304"/>
                  <a:ext cx="256710" cy="0"/>
                </a:xfrm>
                <a:prstGeom prst="line">
                  <a:avLst/>
                </a:prstGeom>
              </p:spPr>
              <p:style>
                <a:lnRef idx="2">
                  <a:schemeClr val="dk1"/>
                </a:lnRef>
                <a:fillRef idx="0">
                  <a:schemeClr val="dk1"/>
                </a:fillRef>
                <a:effectRef idx="1">
                  <a:schemeClr val="dk1"/>
                </a:effectRef>
                <a:fontRef idx="minor">
                  <a:schemeClr val="tx1"/>
                </a:fontRef>
              </p:style>
            </p:cxnSp>
            <p:cxnSp>
              <p:nvCxnSpPr>
                <p:cNvPr id="43" name="直線コネクタ 42">
                  <a:extLst>
                    <a:ext uri="{FF2B5EF4-FFF2-40B4-BE49-F238E27FC236}">
                      <a16:creationId xmlns:a16="http://schemas.microsoft.com/office/drawing/2014/main" id="{878A7D19-60FC-B027-B2F3-EA69261DBC0E}"/>
                    </a:ext>
                  </a:extLst>
                </p:cNvPr>
                <p:cNvCxnSpPr>
                  <a:cxnSpLocks/>
                </p:cNvCxnSpPr>
                <p:nvPr/>
              </p:nvCxnSpPr>
              <p:spPr>
                <a:xfrm flipV="1">
                  <a:off x="7497808" y="3115304"/>
                  <a:ext cx="264761" cy="1"/>
                </a:xfrm>
                <a:prstGeom prst="line">
                  <a:avLst/>
                </a:prstGeom>
              </p:spPr>
              <p:style>
                <a:lnRef idx="2">
                  <a:schemeClr val="dk1"/>
                </a:lnRef>
                <a:fillRef idx="0">
                  <a:schemeClr val="dk1"/>
                </a:fillRef>
                <a:effectRef idx="1">
                  <a:schemeClr val="dk1"/>
                </a:effectRef>
                <a:fontRef idx="minor">
                  <a:schemeClr val="tx1"/>
                </a:fontRef>
              </p:style>
            </p:cxnSp>
          </p:grpSp>
          <p:cxnSp>
            <p:nvCxnSpPr>
              <p:cNvPr id="46" name="直線矢印コネクタ 45">
                <a:extLst>
                  <a:ext uri="{FF2B5EF4-FFF2-40B4-BE49-F238E27FC236}">
                    <a16:creationId xmlns:a16="http://schemas.microsoft.com/office/drawing/2014/main" id="{3F027F7A-028E-2DC0-AE94-2E64B15B24F2}"/>
                  </a:ext>
                </a:extLst>
              </p:cNvPr>
              <p:cNvCxnSpPr>
                <a:cxnSpLocks/>
              </p:cNvCxnSpPr>
              <p:nvPr/>
            </p:nvCxnSpPr>
            <p:spPr>
              <a:xfrm flipV="1">
                <a:off x="10107091" y="4440809"/>
                <a:ext cx="0" cy="79237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sp>
        <p:nvSpPr>
          <p:cNvPr id="62" name="矢印: 下 61">
            <a:extLst>
              <a:ext uri="{FF2B5EF4-FFF2-40B4-BE49-F238E27FC236}">
                <a16:creationId xmlns:a16="http://schemas.microsoft.com/office/drawing/2014/main" id="{F14CF576-4EFB-B42C-94EF-B9A1EF50BA0A}"/>
              </a:ext>
            </a:extLst>
          </p:cNvPr>
          <p:cNvSpPr/>
          <p:nvPr/>
        </p:nvSpPr>
        <p:spPr>
          <a:xfrm rot="10800000">
            <a:off x="9732730" y="4771094"/>
            <a:ext cx="433610" cy="576171"/>
          </a:xfrm>
          <a:prstGeom prst="downArrow">
            <a:avLst>
              <a:gd name="adj1" fmla="val 25695"/>
              <a:gd name="adj2" fmla="val 54950"/>
            </a:avLst>
          </a:prstGeom>
          <a:solidFill>
            <a:schemeClr val="tx1"/>
          </a:solidFill>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grpSp>
        <p:nvGrpSpPr>
          <p:cNvPr id="111" name="グループ化 110">
            <a:extLst>
              <a:ext uri="{FF2B5EF4-FFF2-40B4-BE49-F238E27FC236}">
                <a16:creationId xmlns:a16="http://schemas.microsoft.com/office/drawing/2014/main" id="{F91A7024-8B4A-5A70-63C1-BA0BE504D10C}"/>
              </a:ext>
            </a:extLst>
          </p:cNvPr>
          <p:cNvGrpSpPr/>
          <p:nvPr/>
        </p:nvGrpSpPr>
        <p:grpSpPr>
          <a:xfrm>
            <a:off x="6652176" y="5016192"/>
            <a:ext cx="4890405" cy="1721001"/>
            <a:chOff x="6610223" y="4688959"/>
            <a:chExt cx="3548958" cy="2036120"/>
          </a:xfrm>
        </p:grpSpPr>
        <p:sp>
          <p:nvSpPr>
            <p:cNvPr id="103" name="四角形: 角を丸くする 102">
              <a:extLst>
                <a:ext uri="{FF2B5EF4-FFF2-40B4-BE49-F238E27FC236}">
                  <a16:creationId xmlns:a16="http://schemas.microsoft.com/office/drawing/2014/main" id="{DDB97689-1E7F-84CA-25A9-73E908C540B6}"/>
                </a:ext>
              </a:extLst>
            </p:cNvPr>
            <p:cNvSpPr/>
            <p:nvPr/>
          </p:nvSpPr>
          <p:spPr>
            <a:xfrm>
              <a:off x="6757803" y="5256650"/>
              <a:ext cx="3401378" cy="1468429"/>
            </a:xfrm>
            <a:prstGeom prst="roundRect">
              <a:avLst/>
            </a:prstGeom>
            <a:no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04" name="テキスト ボックス 103">
              <a:extLst>
                <a:ext uri="{FF2B5EF4-FFF2-40B4-BE49-F238E27FC236}">
                  <a16:creationId xmlns:a16="http://schemas.microsoft.com/office/drawing/2014/main" id="{813CE380-3E0C-7ADD-0B64-46E984677BBE}"/>
                </a:ext>
              </a:extLst>
            </p:cNvPr>
            <p:cNvSpPr txBox="1"/>
            <p:nvPr/>
          </p:nvSpPr>
          <p:spPr>
            <a:xfrm>
              <a:off x="6610223" y="4688959"/>
              <a:ext cx="1742883" cy="436958"/>
            </a:xfrm>
            <a:prstGeom prst="rect">
              <a:avLst/>
            </a:prstGeom>
            <a:noFill/>
          </p:spPr>
          <p:txBody>
            <a:bodyPr wrap="square" rtlCol="0">
              <a:spAutoFit/>
            </a:bodyPr>
            <a:lstStyle/>
            <a:p>
              <a:r>
                <a:rPr kumimoji="1" lang="ja-JP" altLang="en-US" dirty="0">
                  <a:latin typeface="ＭＳ Ｐゴシック" panose="020B0600070205080204" pitchFamily="50" charset="-128"/>
                  <a:ea typeface="ＭＳ Ｐゴシック" panose="020B0600070205080204" pitchFamily="50" charset="-128"/>
                </a:rPr>
                <a:t>教師ありデータセット</a:t>
              </a:r>
            </a:p>
          </p:txBody>
        </p:sp>
      </p:grpSp>
      <p:sp>
        <p:nvSpPr>
          <p:cNvPr id="107" name="テキスト ボックス 106">
            <a:extLst>
              <a:ext uri="{FF2B5EF4-FFF2-40B4-BE49-F238E27FC236}">
                <a16:creationId xmlns:a16="http://schemas.microsoft.com/office/drawing/2014/main" id="{2E413E3B-5315-DFC1-39AB-D1BA52B6D02F}"/>
              </a:ext>
            </a:extLst>
          </p:cNvPr>
          <p:cNvSpPr txBox="1"/>
          <p:nvPr/>
        </p:nvSpPr>
        <p:spPr>
          <a:xfrm>
            <a:off x="360000" y="4067982"/>
            <a:ext cx="6412886" cy="461665"/>
          </a:xfrm>
          <a:prstGeom prst="rect">
            <a:avLst/>
          </a:prstGeom>
          <a:noFill/>
        </p:spPr>
        <p:txBody>
          <a:bodyPr wrap="square">
            <a:spAutoFit/>
          </a:bodyPr>
          <a:lstStyle/>
          <a:p>
            <a:pPr marL="285757" indent="-285757">
              <a:buFont typeface="Wingdings" pitchFamily="2" charset="2"/>
              <a:buChar char="q"/>
            </a:pPr>
            <a:r>
              <a:rPr lang="en-US" altLang="ja-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AI</a:t>
            </a: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の学習にはデータセットが必要</a:t>
            </a:r>
            <a:endParaRPr lang="en-US" altLang="ja-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sp>
        <p:nvSpPr>
          <p:cNvPr id="108" name="テキスト ボックス 107">
            <a:extLst>
              <a:ext uri="{FF2B5EF4-FFF2-40B4-BE49-F238E27FC236}">
                <a16:creationId xmlns:a16="http://schemas.microsoft.com/office/drawing/2014/main" id="{A3073130-0D78-CA38-2594-CA2C2F013E88}"/>
              </a:ext>
            </a:extLst>
          </p:cNvPr>
          <p:cNvSpPr txBox="1"/>
          <p:nvPr/>
        </p:nvSpPr>
        <p:spPr>
          <a:xfrm>
            <a:off x="913998" y="4734926"/>
            <a:ext cx="3503523" cy="1908215"/>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sz="2000" dirty="0">
                <a:latin typeface="ＭＳ Ｐゴシック" panose="020B0600070205080204" pitchFamily="50" charset="-128"/>
                <a:ea typeface="ＭＳ Ｐゴシック" panose="020B0600070205080204" pitchFamily="50" charset="-128"/>
              </a:rPr>
              <a:t>高画質</a:t>
            </a:r>
            <a:endParaRPr kumimoji="1"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大規模</a:t>
            </a:r>
            <a:endParaRPr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データのバラつきが少ない</a:t>
            </a: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kumimoji="1" lang="ja-JP" altLang="en-US" dirty="0">
              <a:latin typeface="ＭＳ Ｐゴシック" panose="020B0600070205080204" pitchFamily="50" charset="-128"/>
              <a:ea typeface="ＭＳ Ｐゴシック" panose="020B0600070205080204" pitchFamily="50" charset="-128"/>
            </a:endParaRPr>
          </a:p>
        </p:txBody>
      </p:sp>
      <p:sp>
        <p:nvSpPr>
          <p:cNvPr id="113" name="テキスト ボックス 112">
            <a:extLst>
              <a:ext uri="{FF2B5EF4-FFF2-40B4-BE49-F238E27FC236}">
                <a16:creationId xmlns:a16="http://schemas.microsoft.com/office/drawing/2014/main" id="{F1C00EB1-B817-BF65-6B05-C93A48D34321}"/>
              </a:ext>
            </a:extLst>
          </p:cNvPr>
          <p:cNvSpPr txBox="1"/>
          <p:nvPr/>
        </p:nvSpPr>
        <p:spPr>
          <a:xfrm>
            <a:off x="6640736" y="1093260"/>
            <a:ext cx="2183450" cy="369332"/>
          </a:xfrm>
          <a:prstGeom prst="rect">
            <a:avLst/>
          </a:prstGeom>
          <a:noFill/>
        </p:spPr>
        <p:txBody>
          <a:bodyPr wrap="square" rtlCol="0">
            <a:spAutoFit/>
          </a:bodyPr>
          <a:lstStyle/>
          <a:p>
            <a:r>
              <a:rPr lang="ja-JP" altLang="en-US" dirty="0">
                <a:latin typeface="ＭＳ Ｐゴシック" panose="020B0600070205080204" pitchFamily="50" charset="-128"/>
                <a:ea typeface="ＭＳ Ｐゴシック" panose="020B0600070205080204" pitchFamily="50" charset="-128"/>
              </a:rPr>
              <a:t>放射線治療の計画</a:t>
            </a:r>
            <a:endParaRPr kumimoji="1" lang="ja-JP" altLang="en-US" dirty="0">
              <a:latin typeface="ＭＳ Ｐゴシック" panose="020B0600070205080204" pitchFamily="50" charset="-128"/>
              <a:ea typeface="ＭＳ Ｐゴシック" panose="020B0600070205080204" pitchFamily="50" charset="-128"/>
            </a:endParaRPr>
          </a:p>
        </p:txBody>
      </p:sp>
      <p:pic>
        <p:nvPicPr>
          <p:cNvPr id="115" name="図 114">
            <a:extLst>
              <a:ext uri="{FF2B5EF4-FFF2-40B4-BE49-F238E27FC236}">
                <a16:creationId xmlns:a16="http://schemas.microsoft.com/office/drawing/2014/main" id="{729FD24D-56B3-B63C-372A-9DB231241A30}"/>
              </a:ext>
            </a:extLst>
          </p:cNvPr>
          <p:cNvPicPr>
            <a:picLocks noChangeAspect="1"/>
          </p:cNvPicPr>
          <p:nvPr/>
        </p:nvPicPr>
        <p:blipFill>
          <a:blip r:embed="rId9"/>
          <a:stretch>
            <a:fillRect/>
          </a:stretch>
        </p:blipFill>
        <p:spPr>
          <a:xfrm>
            <a:off x="6989506" y="5576646"/>
            <a:ext cx="1985959" cy="1019615"/>
          </a:xfrm>
          <a:prstGeom prst="rect">
            <a:avLst/>
          </a:prstGeom>
        </p:spPr>
      </p:pic>
      <p:pic>
        <p:nvPicPr>
          <p:cNvPr id="119" name="図 118">
            <a:extLst>
              <a:ext uri="{FF2B5EF4-FFF2-40B4-BE49-F238E27FC236}">
                <a16:creationId xmlns:a16="http://schemas.microsoft.com/office/drawing/2014/main" id="{1843EE91-20E3-AC25-7287-2DD3768EE5A5}"/>
              </a:ext>
            </a:extLst>
          </p:cNvPr>
          <p:cNvPicPr>
            <a:picLocks noChangeAspect="1"/>
          </p:cNvPicPr>
          <p:nvPr/>
        </p:nvPicPr>
        <p:blipFill>
          <a:blip r:embed="rId10"/>
          <a:stretch>
            <a:fillRect/>
          </a:stretch>
        </p:blipFill>
        <p:spPr>
          <a:xfrm>
            <a:off x="9362510" y="5576646"/>
            <a:ext cx="1978510" cy="997233"/>
          </a:xfrm>
          <a:prstGeom prst="rect">
            <a:avLst/>
          </a:prstGeom>
        </p:spPr>
      </p:pic>
      <p:sp>
        <p:nvSpPr>
          <p:cNvPr id="120" name="テキスト ボックス 119">
            <a:extLst>
              <a:ext uri="{FF2B5EF4-FFF2-40B4-BE49-F238E27FC236}">
                <a16:creationId xmlns:a16="http://schemas.microsoft.com/office/drawing/2014/main" id="{A3D7F3E6-3373-A710-718C-54ADE22E9E65}"/>
              </a:ext>
            </a:extLst>
          </p:cNvPr>
          <p:cNvSpPr txBox="1"/>
          <p:nvPr/>
        </p:nvSpPr>
        <p:spPr>
          <a:xfrm>
            <a:off x="870453" y="1877229"/>
            <a:ext cx="3503523" cy="1908215"/>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sz="2000" dirty="0">
                <a:latin typeface="ＭＳ Ｐゴシック" panose="020B0600070205080204" pitchFamily="50" charset="-128"/>
                <a:ea typeface="ＭＳ Ｐゴシック" panose="020B0600070205080204" pitchFamily="50" charset="-128"/>
              </a:rPr>
              <a:t>疾患の早期発見</a:t>
            </a:r>
            <a:endParaRPr kumimoji="1"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診断の支援</a:t>
            </a:r>
            <a:endParaRPr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医療従事者の業務効率化</a:t>
            </a:r>
            <a:endParaRPr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kumimoji="1" lang="ja-JP" altLang="en-US" dirty="0">
              <a:latin typeface="ＭＳ Ｐゴシック" panose="020B0600070205080204" pitchFamily="50" charset="-128"/>
              <a:ea typeface="ＭＳ Ｐゴシック" panose="020B0600070205080204" pitchFamily="50" charset="-128"/>
            </a:endParaRPr>
          </a:p>
        </p:txBody>
      </p:sp>
    </p:spTree>
    <p:extLst>
      <p:ext uri="{BB962C8B-B14F-4D97-AF65-F5344CB8AC3E}">
        <p14:creationId xmlns:p14="http://schemas.microsoft.com/office/powerpoint/2010/main" val="2776394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0EABC-58AE-BCD4-C00A-AB2B3CE58F76}"/>
            </a:ext>
          </a:extLst>
        </p:cNvPr>
        <p:cNvGrpSpPr/>
        <p:nvPr/>
      </p:nvGrpSpPr>
      <p:grpSpPr>
        <a:xfrm>
          <a:off x="0" y="0"/>
          <a:ext cx="0" cy="0"/>
          <a:chOff x="0" y="0"/>
          <a:chExt cx="0" cy="0"/>
        </a:xfrm>
      </p:grpSpPr>
      <p:sp>
        <p:nvSpPr>
          <p:cNvPr id="15" name="四角形: 角を丸くする 14">
            <a:extLst>
              <a:ext uri="{FF2B5EF4-FFF2-40B4-BE49-F238E27FC236}">
                <a16:creationId xmlns:a16="http://schemas.microsoft.com/office/drawing/2014/main" id="{1B257B3F-C00E-E84E-0443-7DA2FA4B5FA1}"/>
              </a:ext>
            </a:extLst>
          </p:cNvPr>
          <p:cNvSpPr/>
          <p:nvPr/>
        </p:nvSpPr>
        <p:spPr>
          <a:xfrm>
            <a:off x="1572769" y="5625189"/>
            <a:ext cx="8773307" cy="794505"/>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8611DD65-C1E2-26EA-BA8E-792A9E4B164E}"/>
              </a:ext>
            </a:extLst>
          </p:cNvPr>
          <p:cNvSpPr txBox="1">
            <a:spLocks noGrp="1" noRot="1" noMove="1" noResize="1" noEditPoints="1" noAdjustHandles="1" noChangeArrowheads="1" noChangeShapeType="1"/>
          </p:cNvSpPr>
          <p:nvPr/>
        </p:nvSpPr>
        <p:spPr>
          <a:xfrm>
            <a:off x="360000" y="216000"/>
            <a:ext cx="6264857" cy="1015663"/>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背景　</a:t>
            </a:r>
            <a:r>
              <a:rPr lang="ja-JP" altLang="en-US" sz="2400" dirty="0">
                <a:solidFill>
                  <a:schemeClr val="tx1">
                    <a:lumMod val="75000"/>
                    <a:lumOff val="25000"/>
                  </a:schemeClr>
                </a:solidFill>
                <a:latin typeface="ＭＳ Ｐゴシック" panose="020B0600070205080204" pitchFamily="50" charset="-128"/>
                <a:ea typeface="ＭＳ Ｐゴシック" panose="020B0600070205080204" pitchFamily="50" charset="-128"/>
              </a:rPr>
              <a:t>医療画像の共有とデータセットの課題</a:t>
            </a:r>
          </a:p>
          <a:p>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3B5D5AE9-71D2-8011-F743-46E292A5FC25}"/>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E56DA383-0153-A46B-3450-93F0A77A8A13}"/>
              </a:ext>
            </a:extLst>
          </p:cNvPr>
          <p:cNvSpPr txBox="1"/>
          <p:nvPr/>
        </p:nvSpPr>
        <p:spPr>
          <a:xfrm>
            <a:off x="462314" y="1825374"/>
            <a:ext cx="2627643" cy="461665"/>
          </a:xfrm>
          <a:prstGeom prst="rect">
            <a:avLst/>
          </a:prstGeom>
          <a:noFill/>
        </p:spPr>
        <p:txBody>
          <a:bodyPr wrap="square">
            <a:spAutoFit/>
          </a:bodyPr>
          <a:lstStyle/>
          <a:p>
            <a:endParaRPr lang="en-US" altLang="ja-JP" sz="2400" dirty="0">
              <a:latin typeface="ＭＳ Ｐゴシック" panose="020B0600070205080204" pitchFamily="50" charset="-128"/>
              <a:ea typeface="ＭＳ Ｐゴシック" panose="020B0600070205080204" pitchFamily="50" charset="-128"/>
            </a:endParaRPr>
          </a:p>
        </p:txBody>
      </p:sp>
      <p:sp>
        <p:nvSpPr>
          <p:cNvPr id="2" name="TextBox 10">
            <a:extLst>
              <a:ext uri="{FF2B5EF4-FFF2-40B4-BE49-F238E27FC236}">
                <a16:creationId xmlns:a16="http://schemas.microsoft.com/office/drawing/2014/main" id="{3EEA3500-B719-3A01-AC43-2B9D87C3DA52}"/>
              </a:ext>
            </a:extLst>
          </p:cNvPr>
          <p:cNvSpPr txBox="1"/>
          <p:nvPr/>
        </p:nvSpPr>
        <p:spPr>
          <a:xfrm>
            <a:off x="360000" y="1080000"/>
            <a:ext cx="4705134" cy="461665"/>
          </a:xfrm>
          <a:prstGeom prst="rect">
            <a:avLst/>
          </a:prstGeom>
          <a:noFill/>
          <a:ln>
            <a:noFill/>
          </a:ln>
        </p:spPr>
        <p:txBody>
          <a:bodyPr wrap="none" rtlCol="0">
            <a:spAutoFit/>
          </a:bodyPr>
          <a:lstStyle/>
          <a:p>
            <a:pPr marL="285757" indent="-285757">
              <a:buFont typeface="Wingdings" pitchFamily="2" charset="2"/>
              <a:buChar char="q"/>
            </a:pP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医療画像の共有は容易ではない</a:t>
            </a:r>
            <a:endParaRPr 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sp>
        <p:nvSpPr>
          <p:cNvPr id="3" name="TextBox 10">
            <a:extLst>
              <a:ext uri="{FF2B5EF4-FFF2-40B4-BE49-F238E27FC236}">
                <a16:creationId xmlns:a16="http://schemas.microsoft.com/office/drawing/2014/main" id="{ED57BDEB-7AFA-39A5-A480-E0C920487C3E}"/>
              </a:ext>
            </a:extLst>
          </p:cNvPr>
          <p:cNvSpPr txBox="1"/>
          <p:nvPr/>
        </p:nvSpPr>
        <p:spPr>
          <a:xfrm>
            <a:off x="5760000" y="1080000"/>
            <a:ext cx="3549370" cy="461665"/>
          </a:xfrm>
          <a:prstGeom prst="rect">
            <a:avLst/>
          </a:prstGeom>
          <a:noFill/>
          <a:ln>
            <a:noFill/>
          </a:ln>
        </p:spPr>
        <p:txBody>
          <a:bodyPr wrap="none" rtlCol="0">
            <a:spAutoFit/>
          </a:bodyPr>
          <a:lstStyle/>
          <a:p>
            <a:pPr marL="285757" indent="-285757">
              <a:buFont typeface="Wingdings" pitchFamily="2" charset="2"/>
              <a:buChar char="q"/>
            </a:pP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公開データセットの課題</a:t>
            </a:r>
            <a:endParaRPr lang="en-US" altLang="ja-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sp>
        <p:nvSpPr>
          <p:cNvPr id="6" name="テキスト ボックス 5">
            <a:extLst>
              <a:ext uri="{FF2B5EF4-FFF2-40B4-BE49-F238E27FC236}">
                <a16:creationId xmlns:a16="http://schemas.microsoft.com/office/drawing/2014/main" id="{A370740E-9BC5-B81D-5463-A788474CE11E}"/>
              </a:ext>
            </a:extLst>
          </p:cNvPr>
          <p:cNvSpPr txBox="1"/>
          <p:nvPr/>
        </p:nvSpPr>
        <p:spPr>
          <a:xfrm>
            <a:off x="604868" y="1841826"/>
            <a:ext cx="4705134" cy="1938992"/>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sz="2000" dirty="0">
                <a:latin typeface="ＭＳ Ｐゴシック" panose="020B0600070205080204" pitchFamily="50" charset="-128"/>
                <a:ea typeface="ＭＳ Ｐゴシック" panose="020B0600070205080204" pitchFamily="50" charset="-128"/>
              </a:rPr>
              <a:t>倫理的・法的規制（例：</a:t>
            </a:r>
            <a:r>
              <a:rPr kumimoji="1" lang="en-US" altLang="ja-JP" sz="2000" dirty="0">
                <a:latin typeface="ＭＳ Ｐゴシック" panose="020B0600070205080204" pitchFamily="50" charset="-128"/>
                <a:ea typeface="ＭＳ Ｐゴシック" panose="020B0600070205080204" pitchFamily="50" charset="-128"/>
              </a:rPr>
              <a:t>GDPR</a:t>
            </a:r>
            <a:r>
              <a:rPr kumimoji="1" lang="ja-JP" altLang="en-US" sz="2000" dirty="0">
                <a:latin typeface="ＭＳ Ｐゴシック" panose="020B0600070205080204" pitchFamily="50" charset="-128"/>
                <a:ea typeface="ＭＳ Ｐゴシック" panose="020B0600070205080204" pitchFamily="50" charset="-128"/>
              </a:rPr>
              <a:t>）</a:t>
            </a:r>
            <a:endParaRPr kumimoji="1"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匿名化の難しさ（脳の形や構造も個人識別につながる）</a:t>
            </a:r>
            <a:endParaRPr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kumimoji="1" lang="ja-JP" altLang="en-US" sz="2000" dirty="0">
                <a:latin typeface="ＭＳ Ｐゴシック" panose="020B0600070205080204" pitchFamily="50" charset="-128"/>
                <a:ea typeface="ＭＳ Ｐゴシック" panose="020B0600070205080204" pitchFamily="50" charset="-128"/>
              </a:rPr>
              <a:t>同意取得の手間、病院ごとの規定</a:t>
            </a:r>
          </a:p>
        </p:txBody>
      </p:sp>
      <p:sp>
        <p:nvSpPr>
          <p:cNvPr id="7" name="テキスト ボックス 6">
            <a:extLst>
              <a:ext uri="{FF2B5EF4-FFF2-40B4-BE49-F238E27FC236}">
                <a16:creationId xmlns:a16="http://schemas.microsoft.com/office/drawing/2014/main" id="{BAC15699-BE30-3A18-054D-B02ECD9BA224}"/>
              </a:ext>
            </a:extLst>
          </p:cNvPr>
          <p:cNvSpPr txBox="1"/>
          <p:nvPr/>
        </p:nvSpPr>
        <p:spPr>
          <a:xfrm>
            <a:off x="6096000" y="1825374"/>
            <a:ext cx="5579165" cy="2862322"/>
          </a:xfrm>
          <a:prstGeom prst="rect">
            <a:avLst/>
          </a:prstGeom>
          <a:noFill/>
        </p:spPr>
        <p:txBody>
          <a:bodyPr wrap="square" rtlCol="0">
            <a:spAutoFit/>
          </a:bodyPr>
          <a:lstStyle/>
          <a:p>
            <a:pPr marL="342900" indent="-342900">
              <a:buFont typeface="Arial" panose="020B0604020202020204" pitchFamily="34" charset="0"/>
              <a:buChar char="•"/>
            </a:pPr>
            <a:r>
              <a:rPr lang="en-US" altLang="ja-JP" sz="2000" dirty="0">
                <a:latin typeface="ＭＳ Ｐゴシック" panose="020B0600070205080204" pitchFamily="50" charset="-128"/>
                <a:ea typeface="ＭＳ Ｐゴシック" panose="020B0600070205080204" pitchFamily="50" charset="-128"/>
              </a:rPr>
              <a:t>ImageNet</a:t>
            </a:r>
            <a:r>
              <a:rPr lang="ja-JP" altLang="en-US" sz="2000" dirty="0">
                <a:latin typeface="ＭＳ Ｐゴシック" panose="020B0600070205080204" pitchFamily="50" charset="-128"/>
                <a:ea typeface="ＭＳ Ｐゴシック" panose="020B0600070205080204" pitchFamily="50" charset="-128"/>
              </a:rPr>
              <a:t>のような大規模・多様な画像集が</a:t>
            </a:r>
            <a:endParaRPr lang="en-US" altLang="ja-JP" sz="2000" dirty="0">
              <a:latin typeface="ＭＳ Ｐゴシック" panose="020B0600070205080204" pitchFamily="50" charset="-128"/>
              <a:ea typeface="ＭＳ Ｐゴシック" panose="020B0600070205080204" pitchFamily="50" charset="-128"/>
            </a:endParaRPr>
          </a:p>
          <a:p>
            <a:r>
              <a:rPr lang="ja-JP" altLang="en-US" sz="2000" dirty="0">
                <a:latin typeface="ＭＳ Ｐゴシック" panose="020B0600070205080204" pitchFamily="50" charset="-128"/>
                <a:ea typeface="ＭＳ Ｐゴシック" panose="020B0600070205080204" pitchFamily="50" charset="-128"/>
              </a:rPr>
              <a:t>　　医療分野には存在しない</a:t>
            </a:r>
            <a:endParaRPr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sz="2000" dirty="0">
              <a:latin typeface="ＭＳ Ｐゴシック" panose="020B0600070205080204" pitchFamily="50" charset="-128"/>
              <a:ea typeface="ＭＳ Ｐゴシック" panose="020B0600070205080204" pitchFamily="50" charset="-128"/>
            </a:endParaRPr>
          </a:p>
          <a:p>
            <a:pPr marL="342900" indent="-34290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公開されている医療画像は：</a:t>
            </a:r>
            <a:endParaRPr lang="en-US" altLang="ja-JP" sz="2000" dirty="0">
              <a:latin typeface="ＭＳ Ｐゴシック" panose="020B0600070205080204" pitchFamily="50" charset="-128"/>
              <a:ea typeface="ＭＳ Ｐゴシック" panose="020B0600070205080204" pitchFamily="50" charset="-128"/>
            </a:endParaRPr>
          </a:p>
          <a:p>
            <a:pPr marL="800100" lvl="1" indent="-342900">
              <a:buFont typeface="ＭＳ Ｐゴシック" panose="020B0600070205080204" pitchFamily="50" charset="-128"/>
              <a:buChar char="￮"/>
            </a:pPr>
            <a:r>
              <a:rPr lang="ja-JP" altLang="en-US" sz="2000" dirty="0">
                <a:latin typeface="ＭＳ Ｐゴシック" panose="020B0600070205080204" pitchFamily="50" charset="-128"/>
                <a:ea typeface="ＭＳ Ｐゴシック" panose="020B0600070205080204" pitchFamily="50" charset="-128"/>
              </a:rPr>
              <a:t>小規模（例：</a:t>
            </a:r>
            <a:r>
              <a:rPr lang="en-US" altLang="ja-JP" sz="2000" dirty="0" err="1">
                <a:latin typeface="ＭＳ Ｐゴシック" panose="020B0600070205080204" pitchFamily="50" charset="-128"/>
                <a:ea typeface="ＭＳ Ｐゴシック" panose="020B0600070205080204" pitchFamily="50" charset="-128"/>
              </a:rPr>
              <a:t>BraTS</a:t>
            </a:r>
            <a:r>
              <a:rPr lang="ja-JP" altLang="en-US" sz="2000" dirty="0">
                <a:latin typeface="ＭＳ Ｐゴシック" panose="020B0600070205080204" pitchFamily="50" charset="-128"/>
                <a:ea typeface="ＭＳ Ｐゴシック" panose="020B0600070205080204" pitchFamily="50" charset="-128"/>
              </a:rPr>
              <a:t>や</a:t>
            </a:r>
            <a:r>
              <a:rPr lang="en-US" altLang="ja-JP" sz="2000" dirty="0">
                <a:latin typeface="ＭＳ Ｐゴシック" panose="020B0600070205080204" pitchFamily="50" charset="-128"/>
                <a:ea typeface="ＭＳ Ｐゴシック" panose="020B0600070205080204" pitchFamily="50" charset="-128"/>
              </a:rPr>
              <a:t>HCP</a:t>
            </a:r>
            <a:r>
              <a:rPr lang="ja-JP" altLang="en-US" sz="2000" dirty="0">
                <a:latin typeface="ＭＳ Ｐゴシック" panose="020B0600070205080204" pitchFamily="50" charset="-128"/>
                <a:ea typeface="ＭＳ Ｐゴシック" panose="020B0600070205080204" pitchFamily="50" charset="-128"/>
              </a:rPr>
              <a:t>）</a:t>
            </a:r>
            <a:endParaRPr lang="en-US" altLang="ja-JP" sz="2000" dirty="0">
              <a:latin typeface="ＭＳ Ｐゴシック" panose="020B0600070205080204" pitchFamily="50" charset="-128"/>
              <a:ea typeface="ＭＳ Ｐゴシック" panose="020B0600070205080204" pitchFamily="50" charset="-128"/>
            </a:endParaRPr>
          </a:p>
          <a:p>
            <a:pPr marL="800100" lvl="1" indent="-342900">
              <a:buFont typeface="ＭＳ Ｐゴシック" panose="020B0600070205080204" pitchFamily="50" charset="-128"/>
              <a:buChar char="￮"/>
            </a:pPr>
            <a:r>
              <a:rPr lang="ja-JP" altLang="en-US" sz="2000" dirty="0">
                <a:latin typeface="ＭＳ Ｐゴシック" panose="020B0600070205080204" pitchFamily="50" charset="-128"/>
                <a:ea typeface="ＭＳ Ｐゴシック" panose="020B0600070205080204" pitchFamily="50" charset="-128"/>
              </a:rPr>
              <a:t>特定の人種や施設に偏っている</a:t>
            </a:r>
            <a:endParaRPr lang="en-US" altLang="ja-JP" sz="2000" dirty="0">
              <a:latin typeface="ＭＳ Ｐゴシック" panose="020B0600070205080204" pitchFamily="50" charset="-128"/>
              <a:ea typeface="ＭＳ Ｐゴシック" panose="020B0600070205080204" pitchFamily="50" charset="-128"/>
            </a:endParaRPr>
          </a:p>
          <a:p>
            <a:pPr marL="800100" lvl="1" indent="-342900">
              <a:buFont typeface="ＭＳ Ｐゴシック" panose="020B0600070205080204" pitchFamily="50" charset="-128"/>
              <a:buChar char="￮"/>
            </a:pPr>
            <a:r>
              <a:rPr lang="ja-JP" altLang="en-US" sz="2000" dirty="0">
                <a:latin typeface="ＭＳ Ｐゴシック" panose="020B0600070205080204" pitchFamily="50" charset="-128"/>
                <a:ea typeface="ＭＳ Ｐゴシック" panose="020B0600070205080204" pitchFamily="50" charset="-128"/>
              </a:rPr>
              <a:t>健常者中心、疾患例が少ない</a:t>
            </a:r>
            <a:endParaRPr lang="en-US" altLang="ja-JP" sz="2000" dirty="0">
              <a:latin typeface="ＭＳ Ｐゴシック" panose="020B0600070205080204" pitchFamily="50" charset="-128"/>
              <a:ea typeface="ＭＳ Ｐゴシック" panose="020B0600070205080204" pitchFamily="50" charset="-128"/>
            </a:endParaRPr>
          </a:p>
          <a:p>
            <a:pPr marL="800100" lvl="1" indent="-342900">
              <a:buFont typeface="ＭＳ Ｐゴシック" panose="020B0600070205080204" pitchFamily="50" charset="-128"/>
              <a:buChar char="￮"/>
            </a:pPr>
            <a:r>
              <a:rPr lang="en-US" altLang="ja-JP" sz="2000" dirty="0">
                <a:latin typeface="ＭＳ Ｐゴシック" panose="020B0600070205080204" pitchFamily="50" charset="-128"/>
                <a:ea typeface="ＭＳ Ｐゴシック" panose="020B0600070205080204" pitchFamily="50" charset="-128"/>
              </a:rPr>
              <a:t>defacing</a:t>
            </a:r>
            <a:r>
              <a:rPr lang="ja-JP" altLang="en-US" sz="2000" dirty="0">
                <a:latin typeface="ＭＳ Ｐゴシック" panose="020B0600070205080204" pitchFamily="50" charset="-128"/>
                <a:ea typeface="ＭＳ Ｐゴシック" panose="020B0600070205080204" pitchFamily="50" charset="-128"/>
              </a:rPr>
              <a:t>（顔除去）による情報欠損</a:t>
            </a:r>
            <a:endParaRPr lang="en-US" altLang="ja-JP" sz="2000" dirty="0">
              <a:latin typeface="ＭＳ Ｐゴシック" panose="020B0600070205080204" pitchFamily="50" charset="-128"/>
              <a:ea typeface="ＭＳ Ｐゴシック" panose="020B0600070205080204" pitchFamily="50" charset="-128"/>
            </a:endParaRPr>
          </a:p>
          <a:p>
            <a:pPr lvl="1"/>
            <a:endParaRPr lang="en-US" altLang="ja-JP" sz="2000" dirty="0">
              <a:latin typeface="ＭＳ Ｐゴシック" panose="020B0600070205080204" pitchFamily="50" charset="-128"/>
              <a:ea typeface="ＭＳ Ｐゴシック" panose="020B0600070205080204" pitchFamily="50" charset="-128"/>
            </a:endParaRPr>
          </a:p>
        </p:txBody>
      </p:sp>
      <p:sp>
        <p:nvSpPr>
          <p:cNvPr id="9" name="二等辺三角形 8">
            <a:extLst>
              <a:ext uri="{FF2B5EF4-FFF2-40B4-BE49-F238E27FC236}">
                <a16:creationId xmlns:a16="http://schemas.microsoft.com/office/drawing/2014/main" id="{A2CC95A2-C84F-C876-0A7D-CF9349B01B9E}"/>
              </a:ext>
            </a:extLst>
          </p:cNvPr>
          <p:cNvSpPr/>
          <p:nvPr/>
        </p:nvSpPr>
        <p:spPr>
          <a:xfrm rot="10800000">
            <a:off x="3951718" y="4836195"/>
            <a:ext cx="4015408" cy="461664"/>
          </a:xfrm>
          <a:prstGeom prst="triangle">
            <a:avLst/>
          </a:prstGeom>
          <a:solidFill>
            <a:schemeClr val="bg2">
              <a:lumMod val="90000"/>
            </a:schemeClr>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62BBB0CE-FC91-ABD2-F238-78FA943E7894}"/>
              </a:ext>
            </a:extLst>
          </p:cNvPr>
          <p:cNvSpPr txBox="1"/>
          <p:nvPr/>
        </p:nvSpPr>
        <p:spPr>
          <a:xfrm>
            <a:off x="1270708" y="5791608"/>
            <a:ext cx="9348522" cy="461665"/>
          </a:xfrm>
          <a:prstGeom prst="rect">
            <a:avLst/>
          </a:prstGeom>
          <a:noFill/>
        </p:spPr>
        <p:txBody>
          <a:bodyPr wrap="square">
            <a:spAutoFit/>
          </a:bodyPr>
          <a:lstStyle/>
          <a:p>
            <a:pPr algn="ctr"/>
            <a:r>
              <a:rPr lang="ja-JP" altLang="en-US" sz="2400" dirty="0">
                <a:latin typeface="ＭＳ Ｐゴシック" panose="020B0600070205080204" pitchFamily="50" charset="-128"/>
                <a:ea typeface="ＭＳ Ｐゴシック" panose="020B0600070205080204" pitchFamily="50" charset="-128"/>
              </a:rPr>
              <a:t>患者データを使わずに生成</a:t>
            </a:r>
            <a:r>
              <a:rPr lang="en-US" altLang="ja-JP" sz="2400" dirty="0">
                <a:latin typeface="ＭＳ Ｐゴシック" panose="020B0600070205080204" pitchFamily="50" charset="-128"/>
                <a:ea typeface="ＭＳ Ｐゴシック" panose="020B0600070205080204" pitchFamily="50" charset="-128"/>
              </a:rPr>
              <a:t>AI</a:t>
            </a:r>
            <a:r>
              <a:rPr lang="ja-JP" altLang="en-US" sz="2400" dirty="0">
                <a:latin typeface="ＭＳ Ｐゴシック" panose="020B0600070205080204" pitchFamily="50" charset="-128"/>
                <a:ea typeface="ＭＳ Ｐゴシック" panose="020B0600070205080204" pitchFamily="50" charset="-128"/>
              </a:rPr>
              <a:t>による「</a:t>
            </a:r>
            <a:r>
              <a:rPr lang="ja-JP" altLang="en-US" sz="2400" dirty="0">
                <a:solidFill>
                  <a:srgbClr val="FF0000"/>
                </a:solidFill>
                <a:latin typeface="ＭＳ Ｐゴシック" panose="020B0600070205080204" pitchFamily="50" charset="-128"/>
                <a:ea typeface="ＭＳ Ｐゴシック" panose="020B0600070205080204" pitchFamily="50" charset="-128"/>
              </a:rPr>
              <a:t>合成画像</a:t>
            </a:r>
            <a:r>
              <a:rPr lang="ja-JP" altLang="en-US" sz="2400" dirty="0">
                <a:latin typeface="ＭＳ Ｐゴシック" panose="020B0600070205080204" pitchFamily="50" charset="-128"/>
                <a:ea typeface="ＭＳ Ｐゴシック" panose="020B0600070205080204" pitchFamily="50" charset="-128"/>
              </a:rPr>
              <a:t>」を活用する方法</a:t>
            </a:r>
          </a:p>
        </p:txBody>
      </p:sp>
    </p:spTree>
    <p:extLst>
      <p:ext uri="{BB962C8B-B14F-4D97-AF65-F5344CB8AC3E}">
        <p14:creationId xmlns:p14="http://schemas.microsoft.com/office/powerpoint/2010/main" val="8723457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05E92-C1A9-1001-F22F-707D86FF4198}"/>
            </a:ext>
          </a:extLst>
        </p:cNvPr>
        <p:cNvGrpSpPr/>
        <p:nvPr/>
      </p:nvGrpSpPr>
      <p:grpSpPr>
        <a:xfrm>
          <a:off x="0" y="0"/>
          <a:ext cx="0" cy="0"/>
          <a:chOff x="0" y="0"/>
          <a:chExt cx="0" cy="0"/>
        </a:xfrm>
      </p:grpSpPr>
      <p:sp>
        <p:nvSpPr>
          <p:cNvPr id="19" name="正方形/長方形 18">
            <a:extLst>
              <a:ext uri="{FF2B5EF4-FFF2-40B4-BE49-F238E27FC236}">
                <a16:creationId xmlns:a16="http://schemas.microsoft.com/office/drawing/2014/main" id="{216DC05F-E932-315E-6E2E-8DC275E3EE3A}"/>
              </a:ext>
            </a:extLst>
          </p:cNvPr>
          <p:cNvSpPr/>
          <p:nvPr/>
        </p:nvSpPr>
        <p:spPr>
          <a:xfrm>
            <a:off x="978366" y="4622860"/>
            <a:ext cx="9845663" cy="1996668"/>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 name="テキスト ボックス 3">
            <a:extLst>
              <a:ext uri="{FF2B5EF4-FFF2-40B4-BE49-F238E27FC236}">
                <a16:creationId xmlns:a16="http://schemas.microsoft.com/office/drawing/2014/main" id="{F62E3402-65F5-C75B-A6EB-D3F32D8DCD6C}"/>
              </a:ext>
            </a:extLst>
          </p:cNvPr>
          <p:cNvSpPr txBox="1">
            <a:spLocks noGrp="1" noRot="1" noMove="1" noResize="1" noEditPoints="1" noAdjustHandles="1" noChangeArrowheads="1" noChangeShapeType="1"/>
          </p:cNvSpPr>
          <p:nvPr/>
        </p:nvSpPr>
        <p:spPr>
          <a:xfrm>
            <a:off x="360000" y="216000"/>
            <a:ext cx="2544286"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背景</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　合成画像</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5BC78414-A55E-4439-4082-1ACC9EFC42C6}"/>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2" name="TextBox 10">
            <a:extLst>
              <a:ext uri="{FF2B5EF4-FFF2-40B4-BE49-F238E27FC236}">
                <a16:creationId xmlns:a16="http://schemas.microsoft.com/office/drawing/2014/main" id="{AD0D8B3E-14C7-2FF9-80FB-9AF4359C5397}"/>
              </a:ext>
            </a:extLst>
          </p:cNvPr>
          <p:cNvSpPr txBox="1">
            <a:spLocks noGrp="1" noRot="1" noMove="1" noResize="1" noEditPoints="1" noAdjustHandles="1" noChangeArrowheads="1" noChangeShapeType="1"/>
          </p:cNvSpPr>
          <p:nvPr/>
        </p:nvSpPr>
        <p:spPr>
          <a:xfrm>
            <a:off x="360001" y="1080000"/>
            <a:ext cx="3081842"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合成画像とは？</a:t>
            </a:r>
            <a:endParaRPr lang="en-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sp>
        <p:nvSpPr>
          <p:cNvPr id="3" name="テキスト ボックス 2">
            <a:extLst>
              <a:ext uri="{FF2B5EF4-FFF2-40B4-BE49-F238E27FC236}">
                <a16:creationId xmlns:a16="http://schemas.microsoft.com/office/drawing/2014/main" id="{68BF00DC-D551-6A11-6444-7A918FB13861}"/>
              </a:ext>
            </a:extLst>
          </p:cNvPr>
          <p:cNvSpPr txBox="1"/>
          <p:nvPr/>
        </p:nvSpPr>
        <p:spPr>
          <a:xfrm>
            <a:off x="5656329" y="1713629"/>
            <a:ext cx="6535671" cy="1631216"/>
          </a:xfrm>
          <a:prstGeom prst="rect">
            <a:avLst/>
          </a:prstGeom>
          <a:noFill/>
        </p:spPr>
        <p:txBody>
          <a:bodyPr wrap="square" rtlCol="0">
            <a:spAutoFit/>
          </a:bodyPr>
          <a:lstStyle/>
          <a:p>
            <a:pPr marL="285750" indent="-28575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個人情報を含まないため、共有や公開が可能</a:t>
            </a:r>
            <a:endParaRPr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en-US" altLang="ja-JP" sz="2000" dirty="0">
                <a:latin typeface="ＭＳ Ｐゴシック" panose="020B0600070205080204" pitchFamily="50" charset="-128"/>
                <a:ea typeface="ＭＳ Ｐゴシック" panose="020B0600070205080204" pitchFamily="50" charset="-128"/>
              </a:rPr>
              <a:t>GAN</a:t>
            </a:r>
            <a:r>
              <a:rPr lang="ja-JP" altLang="en-US" sz="2000" dirty="0">
                <a:latin typeface="ＭＳ Ｐゴシック" panose="020B0600070205080204" pitchFamily="50" charset="-128"/>
                <a:ea typeface="ＭＳ Ｐゴシック" panose="020B0600070205080204" pitchFamily="50" charset="-128"/>
              </a:rPr>
              <a:t>（敵対的生成ネットワーク）や拡散モデルを使用</a:t>
            </a:r>
            <a:endParaRPr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高品質に生成できれば、学習・検証・公開の幅が広がる</a:t>
            </a:r>
            <a:endParaRPr lang="en-US" altLang="ja-JP" sz="2000" dirty="0">
              <a:latin typeface="ＭＳ Ｐゴシック" panose="020B0600070205080204" pitchFamily="50" charset="-128"/>
              <a:ea typeface="ＭＳ Ｐゴシック" panose="020B0600070205080204" pitchFamily="50" charset="-128"/>
            </a:endParaRPr>
          </a:p>
        </p:txBody>
      </p:sp>
      <p:sp>
        <p:nvSpPr>
          <p:cNvPr id="7" name="TextBox 10">
            <a:extLst>
              <a:ext uri="{FF2B5EF4-FFF2-40B4-BE49-F238E27FC236}">
                <a16:creationId xmlns:a16="http://schemas.microsoft.com/office/drawing/2014/main" id="{8A1C1E87-1687-E34D-3695-AC2C72BC8031}"/>
              </a:ext>
            </a:extLst>
          </p:cNvPr>
          <p:cNvSpPr txBox="1"/>
          <p:nvPr/>
        </p:nvSpPr>
        <p:spPr>
          <a:xfrm>
            <a:off x="5760000" y="1080000"/>
            <a:ext cx="5760000" cy="432000"/>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なぜ合成画像が注目されているか</a:t>
            </a:r>
            <a:endParaRPr lang="en-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sp>
        <p:nvSpPr>
          <p:cNvPr id="9" name="テキスト ボックス 8">
            <a:extLst>
              <a:ext uri="{FF2B5EF4-FFF2-40B4-BE49-F238E27FC236}">
                <a16:creationId xmlns:a16="http://schemas.microsoft.com/office/drawing/2014/main" id="{E442659B-960E-6B71-072C-3BE3205AB7A8}"/>
              </a:ext>
            </a:extLst>
          </p:cNvPr>
          <p:cNvSpPr txBox="1"/>
          <p:nvPr/>
        </p:nvSpPr>
        <p:spPr>
          <a:xfrm>
            <a:off x="716171" y="1685664"/>
            <a:ext cx="4122957" cy="1323439"/>
          </a:xfrm>
          <a:prstGeom prst="rect">
            <a:avLst/>
          </a:prstGeom>
          <a:noFill/>
        </p:spPr>
        <p:txBody>
          <a:bodyPr wrap="square" rtlCol="0">
            <a:spAutoFit/>
          </a:bodyPr>
          <a:lstStyle/>
          <a:p>
            <a:pPr marL="342900" indent="-342900">
              <a:buFont typeface="Arial" panose="020B0604020202020204" pitchFamily="34" charset="0"/>
              <a:buChar char="•"/>
            </a:pPr>
            <a:r>
              <a:rPr kumimoji="1" lang="en-US" altLang="ja-JP" sz="2000" dirty="0">
                <a:latin typeface="ＭＳ Ｐゴシック" panose="020B0600070205080204" pitchFamily="50" charset="-128"/>
                <a:ea typeface="ＭＳ Ｐゴシック" panose="020B0600070205080204" pitchFamily="50" charset="-128"/>
              </a:rPr>
              <a:t>AI</a:t>
            </a:r>
            <a:r>
              <a:rPr kumimoji="1" lang="ja-JP" altLang="en-US" sz="2000" dirty="0">
                <a:latin typeface="ＭＳ Ｐゴシック" panose="020B0600070205080204" pitchFamily="50" charset="-128"/>
                <a:ea typeface="ＭＳ Ｐゴシック" panose="020B0600070205080204" pitchFamily="50" charset="-128"/>
              </a:rPr>
              <a:t>が生成した医療画像</a:t>
            </a:r>
            <a:endParaRPr kumimoji="1"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en-US" altLang="ja-JP" sz="2000" dirty="0">
                <a:latin typeface="ＭＳ Ｐゴシック" panose="020B0600070205080204" pitchFamily="50" charset="-128"/>
                <a:ea typeface="ＭＳ Ｐゴシック" panose="020B0600070205080204" pitchFamily="50" charset="-128"/>
              </a:rPr>
              <a:t>GAN</a:t>
            </a:r>
            <a:r>
              <a:rPr lang="ja-JP" altLang="en-US" sz="2000" dirty="0">
                <a:latin typeface="ＭＳ Ｐゴシック" panose="020B0600070205080204" pitchFamily="50" charset="-128"/>
                <a:ea typeface="ＭＳ Ｐゴシック" panose="020B0600070205080204" pitchFamily="50" charset="-128"/>
              </a:rPr>
              <a:t>（敵対的生成ネットワーク）や拡散モデルを使用</a:t>
            </a:r>
            <a:endParaRPr lang="en-US" altLang="ja-JP" sz="2000" dirty="0">
              <a:latin typeface="ＭＳ Ｐゴシック" panose="020B0600070205080204" pitchFamily="50" charset="-128"/>
              <a:ea typeface="ＭＳ Ｐゴシック" panose="020B0600070205080204" pitchFamily="50" charset="-128"/>
            </a:endParaRPr>
          </a:p>
        </p:txBody>
      </p:sp>
      <p:pic>
        <p:nvPicPr>
          <p:cNvPr id="10" name="図 9">
            <a:extLst>
              <a:ext uri="{FF2B5EF4-FFF2-40B4-BE49-F238E27FC236}">
                <a16:creationId xmlns:a16="http://schemas.microsoft.com/office/drawing/2014/main" id="{54664231-40FF-437E-2810-00E7E7573FA9}"/>
              </a:ext>
            </a:extLst>
          </p:cNvPr>
          <p:cNvPicPr>
            <a:picLocks noChangeAspect="1"/>
          </p:cNvPicPr>
          <p:nvPr/>
        </p:nvPicPr>
        <p:blipFill>
          <a:blip r:embed="rId3"/>
          <a:stretch>
            <a:fillRect/>
          </a:stretch>
        </p:blipFill>
        <p:spPr>
          <a:xfrm>
            <a:off x="1367971" y="5170285"/>
            <a:ext cx="1985959" cy="1019615"/>
          </a:xfrm>
          <a:prstGeom prst="rect">
            <a:avLst/>
          </a:prstGeom>
        </p:spPr>
      </p:pic>
      <p:grpSp>
        <p:nvGrpSpPr>
          <p:cNvPr id="26" name="グループ化 25">
            <a:extLst>
              <a:ext uri="{FF2B5EF4-FFF2-40B4-BE49-F238E27FC236}">
                <a16:creationId xmlns:a16="http://schemas.microsoft.com/office/drawing/2014/main" id="{6984F506-FEF5-A2FA-68B0-B9EFB6D2A26D}"/>
              </a:ext>
            </a:extLst>
          </p:cNvPr>
          <p:cNvGrpSpPr/>
          <p:nvPr/>
        </p:nvGrpSpPr>
        <p:grpSpPr>
          <a:xfrm>
            <a:off x="8520133" y="5170285"/>
            <a:ext cx="842482" cy="1002471"/>
            <a:chOff x="8059313" y="5144371"/>
            <a:chExt cx="1161372" cy="1246274"/>
          </a:xfrm>
        </p:grpSpPr>
        <p:sp>
          <p:nvSpPr>
            <p:cNvPr id="23" name="正方形/長方形 22">
              <a:extLst>
                <a:ext uri="{FF2B5EF4-FFF2-40B4-BE49-F238E27FC236}">
                  <a16:creationId xmlns:a16="http://schemas.microsoft.com/office/drawing/2014/main" id="{CDB27CB5-BF72-C955-4054-A493825BC47F}"/>
                </a:ext>
              </a:extLst>
            </p:cNvPr>
            <p:cNvSpPr/>
            <p:nvPr/>
          </p:nvSpPr>
          <p:spPr>
            <a:xfrm>
              <a:off x="8059313" y="5144371"/>
              <a:ext cx="1161372" cy="1246274"/>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14" name="図 13">
              <a:extLst>
                <a:ext uri="{FF2B5EF4-FFF2-40B4-BE49-F238E27FC236}">
                  <a16:creationId xmlns:a16="http://schemas.microsoft.com/office/drawing/2014/main" id="{D6727B98-6398-0837-59EF-64931132CDB3}"/>
                </a:ext>
              </a:extLst>
            </p:cNvPr>
            <p:cNvPicPr>
              <a:picLocks noChangeAspect="1"/>
            </p:cNvPicPr>
            <p:nvPr/>
          </p:nvPicPr>
          <p:blipFill>
            <a:blip r:embed="rId4"/>
            <a:stretch>
              <a:fillRect/>
            </a:stretch>
          </p:blipFill>
          <p:spPr>
            <a:xfrm>
              <a:off x="8136056" y="5188614"/>
              <a:ext cx="1007887" cy="1174408"/>
            </a:xfrm>
            <a:prstGeom prst="rect">
              <a:avLst/>
            </a:prstGeom>
          </p:spPr>
        </p:pic>
      </p:grpSp>
      <p:grpSp>
        <p:nvGrpSpPr>
          <p:cNvPr id="18" name="グループ化 17">
            <a:extLst>
              <a:ext uri="{FF2B5EF4-FFF2-40B4-BE49-F238E27FC236}">
                <a16:creationId xmlns:a16="http://schemas.microsoft.com/office/drawing/2014/main" id="{82F66170-9B4D-3103-3AD4-339A08F5DC6E}"/>
              </a:ext>
            </a:extLst>
          </p:cNvPr>
          <p:cNvGrpSpPr/>
          <p:nvPr/>
        </p:nvGrpSpPr>
        <p:grpSpPr>
          <a:xfrm>
            <a:off x="3855498" y="5055184"/>
            <a:ext cx="4050834" cy="1161372"/>
            <a:chOff x="3513026" y="5341313"/>
            <a:chExt cx="4050834" cy="1161372"/>
          </a:xfrm>
        </p:grpSpPr>
        <p:pic>
          <p:nvPicPr>
            <p:cNvPr id="12" name="グラフィックス 11" descr="人工知能 単色塗りつぶし">
              <a:extLst>
                <a:ext uri="{FF2B5EF4-FFF2-40B4-BE49-F238E27FC236}">
                  <a16:creationId xmlns:a16="http://schemas.microsoft.com/office/drawing/2014/main" id="{A0A691EA-CB75-78B1-B53F-C83F54B9903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013619" y="5341313"/>
              <a:ext cx="1161372" cy="1161372"/>
            </a:xfrm>
            <a:prstGeom prst="rect">
              <a:avLst/>
            </a:prstGeom>
          </p:spPr>
        </p:pic>
        <p:sp>
          <p:nvSpPr>
            <p:cNvPr id="16" name="矢印: 右 15">
              <a:extLst>
                <a:ext uri="{FF2B5EF4-FFF2-40B4-BE49-F238E27FC236}">
                  <a16:creationId xmlns:a16="http://schemas.microsoft.com/office/drawing/2014/main" id="{CF50648C-4984-DB5D-3088-A845273979B4}"/>
                </a:ext>
              </a:extLst>
            </p:cNvPr>
            <p:cNvSpPr/>
            <p:nvPr/>
          </p:nvSpPr>
          <p:spPr>
            <a:xfrm>
              <a:off x="3513026" y="5587997"/>
              <a:ext cx="963614" cy="826666"/>
            </a:xfrm>
            <a:prstGeom prst="rightArrow">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latin typeface="ＭＳ Ｐゴシック" panose="020B0600070205080204" pitchFamily="50" charset="-128"/>
                  <a:ea typeface="ＭＳ Ｐゴシック" panose="020B0600070205080204" pitchFamily="50" charset="-128"/>
                </a:rPr>
                <a:t>学習</a:t>
              </a:r>
            </a:p>
          </p:txBody>
        </p:sp>
        <p:sp>
          <p:nvSpPr>
            <p:cNvPr id="17" name="矢印: 右 16">
              <a:extLst>
                <a:ext uri="{FF2B5EF4-FFF2-40B4-BE49-F238E27FC236}">
                  <a16:creationId xmlns:a16="http://schemas.microsoft.com/office/drawing/2014/main" id="{6DC2B153-4826-CE4F-FCBE-BA88BA4839B4}"/>
                </a:ext>
              </a:extLst>
            </p:cNvPr>
            <p:cNvSpPr/>
            <p:nvPr/>
          </p:nvSpPr>
          <p:spPr>
            <a:xfrm>
              <a:off x="6618240" y="5542429"/>
              <a:ext cx="945620" cy="843810"/>
            </a:xfrm>
            <a:prstGeom prst="rightArrow">
              <a:avLst>
                <a:gd name="adj1" fmla="val 50000"/>
                <a:gd name="adj2" fmla="val 4025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latin typeface="ＭＳ Ｐゴシック" panose="020B0600070205080204" pitchFamily="50" charset="-128"/>
                  <a:ea typeface="ＭＳ Ｐゴシック" panose="020B0600070205080204" pitchFamily="50" charset="-128"/>
                </a:rPr>
                <a:t>生成</a:t>
              </a:r>
            </a:p>
          </p:txBody>
        </p:sp>
      </p:grpSp>
      <p:sp>
        <p:nvSpPr>
          <p:cNvPr id="20" name="テキスト ボックス 19">
            <a:extLst>
              <a:ext uri="{FF2B5EF4-FFF2-40B4-BE49-F238E27FC236}">
                <a16:creationId xmlns:a16="http://schemas.microsoft.com/office/drawing/2014/main" id="{096DEFFA-22F8-F834-0663-1B1CE8BEEB7B}"/>
              </a:ext>
            </a:extLst>
          </p:cNvPr>
          <p:cNvSpPr txBox="1"/>
          <p:nvPr/>
        </p:nvSpPr>
        <p:spPr>
          <a:xfrm>
            <a:off x="1017546" y="3934961"/>
            <a:ext cx="4338545" cy="461665"/>
          </a:xfrm>
          <a:prstGeom prst="rect">
            <a:avLst/>
          </a:prstGeom>
          <a:noFill/>
        </p:spPr>
        <p:txBody>
          <a:bodyPr wrap="square" rtlCol="0">
            <a:spAutoFit/>
          </a:bodyPr>
          <a:lstStyle/>
          <a:p>
            <a:r>
              <a:rPr kumimoji="1" lang="ja-JP" altLang="en-US" sz="2400" dirty="0">
                <a:latin typeface="ＭＳ Ｐゴシック" panose="020B0600070205080204" pitchFamily="50" charset="-128"/>
                <a:ea typeface="ＭＳ Ｐゴシック" panose="020B0600070205080204" pitchFamily="50" charset="-128"/>
              </a:rPr>
              <a:t>合成画像の生成プロセス</a:t>
            </a:r>
            <a:endParaRPr kumimoji="1" lang="en-US" altLang="ja-JP" sz="2400" dirty="0">
              <a:latin typeface="ＭＳ Ｐゴシック" panose="020B0600070205080204" pitchFamily="50" charset="-128"/>
              <a:ea typeface="ＭＳ Ｐゴシック" panose="020B0600070205080204" pitchFamily="50" charset="-128"/>
            </a:endParaRPr>
          </a:p>
        </p:txBody>
      </p:sp>
      <p:sp>
        <p:nvSpPr>
          <p:cNvPr id="22" name="テキスト ボックス 21">
            <a:extLst>
              <a:ext uri="{FF2B5EF4-FFF2-40B4-BE49-F238E27FC236}">
                <a16:creationId xmlns:a16="http://schemas.microsoft.com/office/drawing/2014/main" id="{4B507279-128E-305A-232C-1BCA4CD6451D}"/>
              </a:ext>
            </a:extLst>
          </p:cNvPr>
          <p:cNvSpPr txBox="1"/>
          <p:nvPr/>
        </p:nvSpPr>
        <p:spPr>
          <a:xfrm>
            <a:off x="1597630" y="4698792"/>
            <a:ext cx="1440298" cy="369332"/>
          </a:xfrm>
          <a:prstGeom prst="rect">
            <a:avLst/>
          </a:prstGeom>
          <a:noFill/>
        </p:spPr>
        <p:txBody>
          <a:bodyPr wrap="square" rtlCol="0">
            <a:spAutoFit/>
          </a:bodyPr>
          <a:lstStyle/>
          <a:p>
            <a:pPr algn="ctr"/>
            <a:r>
              <a:rPr kumimoji="1" lang="ja-JP" altLang="en-US" dirty="0">
                <a:latin typeface="ＭＳ Ｐゴシック" panose="020B0600070205080204" pitchFamily="50" charset="-128"/>
                <a:ea typeface="ＭＳ Ｐゴシック" panose="020B0600070205080204" pitchFamily="50" charset="-128"/>
              </a:rPr>
              <a:t>実画像</a:t>
            </a:r>
          </a:p>
        </p:txBody>
      </p:sp>
      <p:sp>
        <p:nvSpPr>
          <p:cNvPr id="24" name="テキスト ボックス 23">
            <a:extLst>
              <a:ext uri="{FF2B5EF4-FFF2-40B4-BE49-F238E27FC236}">
                <a16:creationId xmlns:a16="http://schemas.microsoft.com/office/drawing/2014/main" id="{51F592B3-930D-1F04-36D5-9E3E2468DA91}"/>
              </a:ext>
            </a:extLst>
          </p:cNvPr>
          <p:cNvSpPr txBox="1"/>
          <p:nvPr/>
        </p:nvSpPr>
        <p:spPr>
          <a:xfrm>
            <a:off x="8221225" y="4698792"/>
            <a:ext cx="1440298" cy="369332"/>
          </a:xfrm>
          <a:prstGeom prst="rect">
            <a:avLst/>
          </a:prstGeom>
          <a:noFill/>
        </p:spPr>
        <p:txBody>
          <a:bodyPr wrap="square" rtlCol="0">
            <a:spAutoFit/>
          </a:bodyPr>
          <a:lstStyle/>
          <a:p>
            <a:pPr algn="ctr"/>
            <a:r>
              <a:rPr kumimoji="1" lang="ja-JP" altLang="en-US" dirty="0">
                <a:solidFill>
                  <a:srgbClr val="FF0000"/>
                </a:solidFill>
                <a:latin typeface="ＭＳ Ｐゴシック" panose="020B0600070205080204" pitchFamily="50" charset="-128"/>
                <a:ea typeface="ＭＳ Ｐゴシック" panose="020B0600070205080204" pitchFamily="50" charset="-128"/>
              </a:rPr>
              <a:t>合成画像</a:t>
            </a:r>
          </a:p>
        </p:txBody>
      </p:sp>
      <p:sp>
        <p:nvSpPr>
          <p:cNvPr id="29" name="テキスト ボックス 28">
            <a:extLst>
              <a:ext uri="{FF2B5EF4-FFF2-40B4-BE49-F238E27FC236}">
                <a16:creationId xmlns:a16="http://schemas.microsoft.com/office/drawing/2014/main" id="{01C4086B-6B97-5458-E838-37C0CD401DF5}"/>
              </a:ext>
            </a:extLst>
          </p:cNvPr>
          <p:cNvSpPr txBox="1"/>
          <p:nvPr/>
        </p:nvSpPr>
        <p:spPr>
          <a:xfrm>
            <a:off x="4912842" y="4698792"/>
            <a:ext cx="1987006" cy="369332"/>
          </a:xfrm>
          <a:prstGeom prst="rect">
            <a:avLst/>
          </a:prstGeom>
          <a:noFill/>
        </p:spPr>
        <p:txBody>
          <a:bodyPr wrap="square">
            <a:spAutoFit/>
          </a:bodyPr>
          <a:lstStyle/>
          <a:p>
            <a:pPr algn="ctr"/>
            <a:r>
              <a:rPr lang="en-US" altLang="ja-JP" sz="1800" dirty="0">
                <a:latin typeface="ＭＳ Ｐゴシック" panose="020B0600070205080204" pitchFamily="50" charset="-128"/>
                <a:ea typeface="ＭＳ Ｐゴシック" panose="020B0600070205080204" pitchFamily="50" charset="-128"/>
              </a:rPr>
              <a:t>GAN</a:t>
            </a:r>
            <a:r>
              <a:rPr lang="ja-JP" altLang="en-US" sz="1800" dirty="0">
                <a:latin typeface="ＭＳ Ｐゴシック" panose="020B0600070205080204" pitchFamily="50" charset="-128"/>
                <a:ea typeface="ＭＳ Ｐゴシック" panose="020B0600070205080204" pitchFamily="50" charset="-128"/>
              </a:rPr>
              <a:t>や拡散モデル</a:t>
            </a:r>
            <a:endParaRPr lang="ja-JP" altLang="en-US" dirty="0"/>
          </a:p>
        </p:txBody>
      </p:sp>
    </p:spTree>
    <p:extLst>
      <p:ext uri="{BB962C8B-B14F-4D97-AF65-F5344CB8AC3E}">
        <p14:creationId xmlns:p14="http://schemas.microsoft.com/office/powerpoint/2010/main" val="3869932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CABB8-2D49-A4B6-E8D9-99AC509E8ED9}"/>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8343B165-F757-9266-B644-2C40D99CBBED}"/>
              </a:ext>
            </a:extLst>
          </p:cNvPr>
          <p:cNvSpPr txBox="1">
            <a:spLocks noGrp="1" noRot="1" noMove="1" noResize="1" noEditPoints="1" noAdjustHandles="1" noChangeArrowheads="1" noChangeShapeType="1"/>
          </p:cNvSpPr>
          <p:nvPr/>
        </p:nvSpPr>
        <p:spPr>
          <a:xfrm>
            <a:off x="360000" y="216000"/>
            <a:ext cx="1107996" cy="646331"/>
          </a:xfrm>
          <a:prstGeom prst="rect">
            <a:avLst/>
          </a:prstGeom>
          <a:noFill/>
        </p:spPr>
        <p:txBody>
          <a:bodyPr wrap="none" rtlCol="0">
            <a:spAutoFit/>
          </a:bodyPr>
          <a:lstStyle/>
          <a:p>
            <a:r>
              <a:rPr kumimoji="1"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目的</a:t>
            </a:r>
            <a:endParaRPr kumimoji="1" lang="en-US" altLang="ja-JP" sz="36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90401C95-61E8-909B-93A4-6CE71BDB482C}"/>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C305F435-DDA9-8EBF-E785-D25A1FA373D3}"/>
              </a:ext>
            </a:extLst>
          </p:cNvPr>
          <p:cNvSpPr txBox="1"/>
          <p:nvPr/>
        </p:nvSpPr>
        <p:spPr>
          <a:xfrm>
            <a:off x="360000" y="2659827"/>
            <a:ext cx="10921025" cy="1384995"/>
          </a:xfrm>
          <a:prstGeom prst="rect">
            <a:avLst/>
          </a:prstGeom>
          <a:noFill/>
        </p:spPr>
        <p:txBody>
          <a:bodyPr wrap="square">
            <a:spAutoFit/>
          </a:bodyPr>
          <a:lstStyle/>
          <a:p>
            <a:r>
              <a:rPr lang="en-US" altLang="ja-JP" sz="2800" dirty="0">
                <a:latin typeface="ＭＳ Ｐゴシック" panose="020B0600070205080204" pitchFamily="50" charset="-128"/>
                <a:ea typeface="ＭＳ Ｐゴシック" panose="020B0600070205080204" pitchFamily="50" charset="-128"/>
              </a:rPr>
              <a:t>GAN</a:t>
            </a:r>
            <a:r>
              <a:rPr lang="ja-JP" altLang="en-US" sz="2800" dirty="0">
                <a:latin typeface="ＭＳ Ｐゴシック" panose="020B0600070205080204" pitchFamily="50" charset="-128"/>
                <a:ea typeface="ＭＳ Ｐゴシック" panose="020B0600070205080204" pitchFamily="50" charset="-128"/>
              </a:rPr>
              <a:t>および拡散モデルによって生成された合成</a:t>
            </a:r>
            <a:r>
              <a:rPr lang="en-US" altLang="ja-JP" sz="2800" dirty="0">
                <a:latin typeface="ＭＳ Ｐゴシック" panose="020B0600070205080204" pitchFamily="50" charset="-128"/>
                <a:ea typeface="ＭＳ Ｐゴシック" panose="020B0600070205080204" pitchFamily="50" charset="-128"/>
              </a:rPr>
              <a:t>MRI</a:t>
            </a:r>
            <a:r>
              <a:rPr lang="ja-JP" altLang="en-US" sz="2800" dirty="0">
                <a:latin typeface="ＭＳ Ｐゴシック" panose="020B0600070205080204" pitchFamily="50" charset="-128"/>
                <a:ea typeface="ＭＳ Ｐゴシック" panose="020B0600070205080204" pitchFamily="50" charset="-128"/>
              </a:rPr>
              <a:t>の画像品質を評価し、それらを用いて構築した脳腫瘍セグメンテーションモデルの性能を検証すること</a:t>
            </a:r>
          </a:p>
        </p:txBody>
      </p:sp>
    </p:spTree>
    <p:extLst>
      <p:ext uri="{BB962C8B-B14F-4D97-AF65-F5344CB8AC3E}">
        <p14:creationId xmlns:p14="http://schemas.microsoft.com/office/powerpoint/2010/main" val="2102519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9C5DB-22E5-DCBF-0D17-9E1B01C63135}"/>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028B77BC-ADC1-B768-E0DA-8565F7553076}"/>
              </a:ext>
            </a:extLst>
          </p:cNvPr>
          <p:cNvSpPr txBox="1">
            <a:spLocks noGrp="1" noRot="1" noMove="1" noResize="1" noEditPoints="1" noAdjustHandles="1" noChangeArrowheads="1" noChangeShapeType="1"/>
          </p:cNvSpPr>
          <p:nvPr/>
        </p:nvSpPr>
        <p:spPr>
          <a:xfrm>
            <a:off x="360000" y="216000"/>
            <a:ext cx="1107996" cy="646331"/>
          </a:xfrm>
          <a:prstGeom prst="rect">
            <a:avLst/>
          </a:prstGeom>
          <a:noFill/>
        </p:spPr>
        <p:txBody>
          <a:bodyPr wrap="none" rtlCol="0">
            <a:spAutoFit/>
          </a:bodyPr>
          <a:lstStyle/>
          <a:p>
            <a:r>
              <a:rPr kumimoji="1"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目次</a:t>
            </a:r>
            <a:endParaRPr kumimoji="1" lang="en-US" altLang="ja-JP" sz="36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04BF1888-11B8-505D-7662-DC8975BCB09E}"/>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2911E533-F44C-151E-E9A2-EA1449FC868F}"/>
              </a:ext>
            </a:extLst>
          </p:cNvPr>
          <p:cNvSpPr txBox="1"/>
          <p:nvPr/>
        </p:nvSpPr>
        <p:spPr>
          <a:xfrm>
            <a:off x="556237" y="2268249"/>
            <a:ext cx="11079525" cy="1384995"/>
          </a:xfrm>
          <a:prstGeom prst="rect">
            <a:avLst/>
          </a:prstGeom>
          <a:noFill/>
        </p:spPr>
        <p:txBody>
          <a:bodyPr wrap="square" rtlCol="0">
            <a:spAutoFit/>
          </a:bodyPr>
          <a:lstStyle/>
          <a:p>
            <a:pPr marL="342900" indent="-342900">
              <a:buFont typeface="+mj-lt"/>
              <a:buAutoNum type="arabicPeriod"/>
            </a:pPr>
            <a:r>
              <a:rPr lang="en-US" altLang="ja-JP" sz="2800" dirty="0">
                <a:latin typeface="ＭＳ Ｐゴシック" panose="020B0600070205080204" pitchFamily="50" charset="-128"/>
                <a:ea typeface="ＭＳ Ｐゴシック" panose="020B0600070205080204" pitchFamily="50" charset="-128"/>
              </a:rPr>
              <a:t>GAN</a:t>
            </a:r>
            <a:r>
              <a:rPr lang="ja-JP" altLang="en-US" sz="2800" dirty="0">
                <a:latin typeface="ＭＳ Ｐゴシック" panose="020B0600070205080204" pitchFamily="50" charset="-128"/>
                <a:ea typeface="ＭＳ Ｐゴシック" panose="020B0600070205080204" pitchFamily="50" charset="-128"/>
              </a:rPr>
              <a:t>および拡散モデルによって生成された合成</a:t>
            </a:r>
            <a:r>
              <a:rPr lang="en-US" altLang="ja-JP" sz="2800" dirty="0">
                <a:latin typeface="ＭＳ Ｐゴシック" panose="020B0600070205080204" pitchFamily="50" charset="-128"/>
                <a:ea typeface="ＭＳ Ｐゴシック" panose="020B0600070205080204" pitchFamily="50" charset="-128"/>
              </a:rPr>
              <a:t>MRI</a:t>
            </a:r>
            <a:r>
              <a:rPr lang="ja-JP" altLang="en-US" sz="2800" dirty="0">
                <a:latin typeface="ＭＳ Ｐゴシック" panose="020B0600070205080204" pitchFamily="50" charset="-128"/>
                <a:ea typeface="ＭＳ Ｐゴシック" panose="020B0600070205080204" pitchFamily="50" charset="-128"/>
              </a:rPr>
              <a:t>の画像品質の評価</a:t>
            </a:r>
            <a:endParaRPr lang="en-US" altLang="ja-JP" sz="2800" dirty="0">
              <a:latin typeface="ＭＳ Ｐゴシック" panose="020B0600070205080204" pitchFamily="50" charset="-128"/>
              <a:ea typeface="ＭＳ Ｐゴシック" panose="020B0600070205080204" pitchFamily="50" charset="-128"/>
            </a:endParaRPr>
          </a:p>
          <a:p>
            <a:pPr marL="342900" indent="-342900">
              <a:buFont typeface="+mj-lt"/>
              <a:buAutoNum type="arabicPeriod"/>
            </a:pPr>
            <a:endParaRPr lang="en-US" altLang="ja-JP" sz="2800" dirty="0">
              <a:latin typeface="ＭＳ Ｐゴシック" panose="020B0600070205080204" pitchFamily="50" charset="-128"/>
              <a:ea typeface="ＭＳ Ｐゴシック" panose="020B0600070205080204" pitchFamily="50" charset="-128"/>
            </a:endParaRPr>
          </a:p>
          <a:p>
            <a:pPr marL="342900" indent="-342900">
              <a:buFont typeface="+mj-lt"/>
              <a:buAutoNum type="arabicPeriod"/>
            </a:pPr>
            <a:r>
              <a:rPr lang="ja-JP" altLang="en-US" sz="2800" dirty="0">
                <a:latin typeface="MS PGothic" panose="020B0600070205080204" pitchFamily="34" charset="-128"/>
                <a:ea typeface="MS PGothic" panose="020B0600070205080204" pitchFamily="34" charset="-128"/>
                <a:cs typeface="Arial" panose="020B0604020202020204" pitchFamily="34" charset="0"/>
              </a:rPr>
              <a:t>合成</a:t>
            </a:r>
            <a:r>
              <a:rPr lang="en-US" altLang="ja-JP" sz="2800" dirty="0">
                <a:latin typeface="MS PGothic" panose="020B0600070205080204" pitchFamily="34" charset="-128"/>
                <a:ea typeface="MS PGothic" panose="020B0600070205080204" pitchFamily="34" charset="-128"/>
                <a:cs typeface="Arial" panose="020B0604020202020204" pitchFamily="34" charset="0"/>
              </a:rPr>
              <a:t>MRI</a:t>
            </a:r>
            <a:r>
              <a:rPr lang="ja-JP" altLang="en-US" sz="2800" dirty="0">
                <a:latin typeface="MS PGothic" panose="020B0600070205080204" pitchFamily="34" charset="-128"/>
                <a:ea typeface="MS PGothic" panose="020B0600070205080204" pitchFamily="34" charset="-128"/>
                <a:cs typeface="Arial" panose="020B0604020202020204" pitchFamily="34" charset="0"/>
              </a:rPr>
              <a:t>を用いたセグメンテーションタスクの評価</a:t>
            </a:r>
            <a:endParaRPr lang="en-US" altLang="ja-JP" sz="2800" dirty="0">
              <a:latin typeface="MS PGothic" panose="020B0600070205080204" pitchFamily="34" charset="-128"/>
              <a:ea typeface="MS PGothic" panose="020B0600070205080204" pitchFamily="34" charset="-128"/>
              <a:cs typeface="Arial" panose="020B0604020202020204" pitchFamily="34" charset="0"/>
            </a:endParaRPr>
          </a:p>
        </p:txBody>
      </p:sp>
    </p:spTree>
    <p:extLst>
      <p:ext uri="{BB962C8B-B14F-4D97-AF65-F5344CB8AC3E}">
        <p14:creationId xmlns:p14="http://schemas.microsoft.com/office/powerpoint/2010/main" val="29555781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64918-C842-48A8-60DA-B8B21840E138}"/>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1A5AD1B9-98D5-8ECA-CAC1-85461007C0AD}"/>
              </a:ext>
            </a:extLst>
          </p:cNvPr>
          <p:cNvSpPr txBox="1">
            <a:spLocks noGrp="1" noRot="1" noMove="1" noResize="1" noEditPoints="1" noAdjustHandles="1" noChangeArrowheads="1" noChangeShapeType="1"/>
          </p:cNvSpPr>
          <p:nvPr/>
        </p:nvSpPr>
        <p:spPr>
          <a:xfrm>
            <a:off x="360000" y="216000"/>
            <a:ext cx="1107996" cy="646331"/>
          </a:xfrm>
          <a:prstGeom prst="rect">
            <a:avLst/>
          </a:prstGeom>
          <a:noFill/>
        </p:spPr>
        <p:txBody>
          <a:bodyPr wrap="none" rtlCol="0">
            <a:spAutoFit/>
          </a:bodyPr>
          <a:lstStyle/>
          <a:p>
            <a:r>
              <a:rPr kumimoji="1"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目次</a:t>
            </a:r>
            <a:endParaRPr kumimoji="1" lang="en-US" altLang="ja-JP" sz="36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823BE90A-8A70-C991-66B5-39B4A390E77F}"/>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A7D5CF03-78A1-6FBD-39A9-185E9C21D07E}"/>
              </a:ext>
            </a:extLst>
          </p:cNvPr>
          <p:cNvSpPr txBox="1"/>
          <p:nvPr/>
        </p:nvSpPr>
        <p:spPr>
          <a:xfrm>
            <a:off x="556237" y="2592340"/>
            <a:ext cx="11079525" cy="1384995"/>
          </a:xfrm>
          <a:prstGeom prst="rect">
            <a:avLst/>
          </a:prstGeom>
          <a:noFill/>
        </p:spPr>
        <p:txBody>
          <a:bodyPr wrap="square" rtlCol="0">
            <a:spAutoFit/>
          </a:bodyPr>
          <a:lstStyle/>
          <a:p>
            <a:pPr marL="342900" indent="-342900">
              <a:buFont typeface="+mj-lt"/>
              <a:buAutoNum type="arabicPeriod"/>
            </a:pPr>
            <a:r>
              <a:rPr lang="en-US" altLang="ja-JP" sz="2800" dirty="0">
                <a:latin typeface="ＭＳ Ｐゴシック" panose="020B0600070205080204" pitchFamily="50" charset="-128"/>
                <a:ea typeface="ＭＳ Ｐゴシック" panose="020B0600070205080204" pitchFamily="50" charset="-128"/>
              </a:rPr>
              <a:t>GAN</a:t>
            </a:r>
            <a:r>
              <a:rPr lang="ja-JP" altLang="en-US" sz="2800" dirty="0">
                <a:latin typeface="ＭＳ Ｐゴシック" panose="020B0600070205080204" pitchFamily="50" charset="-128"/>
                <a:ea typeface="ＭＳ Ｐゴシック" panose="020B0600070205080204" pitchFamily="50" charset="-128"/>
              </a:rPr>
              <a:t>および拡散モデルによって生成された合成</a:t>
            </a:r>
            <a:r>
              <a:rPr lang="en-US" altLang="ja-JP" sz="2800" dirty="0">
                <a:latin typeface="ＭＳ Ｐゴシック" panose="020B0600070205080204" pitchFamily="50" charset="-128"/>
                <a:ea typeface="ＭＳ Ｐゴシック" panose="020B0600070205080204" pitchFamily="50" charset="-128"/>
              </a:rPr>
              <a:t>MRI</a:t>
            </a:r>
            <a:r>
              <a:rPr lang="ja-JP" altLang="en-US" sz="2800" dirty="0">
                <a:latin typeface="ＭＳ Ｐゴシック" panose="020B0600070205080204" pitchFamily="50" charset="-128"/>
                <a:ea typeface="ＭＳ Ｐゴシック" panose="020B0600070205080204" pitchFamily="50" charset="-128"/>
              </a:rPr>
              <a:t>の画像品質の評価</a:t>
            </a:r>
            <a:endParaRPr lang="en-US" altLang="ja-JP" sz="2800" dirty="0">
              <a:latin typeface="ＭＳ Ｐゴシック" panose="020B0600070205080204" pitchFamily="50" charset="-128"/>
              <a:ea typeface="ＭＳ Ｐゴシック" panose="020B0600070205080204" pitchFamily="50" charset="-128"/>
            </a:endParaRPr>
          </a:p>
          <a:p>
            <a:pPr marL="342900" indent="-342900">
              <a:buFont typeface="+mj-lt"/>
              <a:buAutoNum type="arabicPeriod"/>
            </a:pPr>
            <a:endParaRPr lang="en-US" altLang="ja-JP" sz="2800" dirty="0">
              <a:latin typeface="ＭＳ Ｐゴシック" panose="020B0600070205080204" pitchFamily="50" charset="-128"/>
              <a:ea typeface="ＭＳ Ｐゴシック" panose="020B0600070205080204" pitchFamily="50" charset="-128"/>
            </a:endParaRPr>
          </a:p>
          <a:p>
            <a:pPr marL="342900" indent="-342900">
              <a:buFont typeface="+mj-lt"/>
              <a:buAutoNum type="arabicPeriod"/>
            </a:pPr>
            <a:r>
              <a:rPr lang="ja-JP" altLang="en-US" sz="2800" dirty="0">
                <a:solidFill>
                  <a:schemeClr val="bg2">
                    <a:lumMod val="75000"/>
                  </a:schemeClr>
                </a:solidFill>
                <a:latin typeface="MS PGothic" panose="020B0600070205080204" pitchFamily="34" charset="-128"/>
                <a:ea typeface="MS PGothic" panose="020B0600070205080204" pitchFamily="34" charset="-128"/>
                <a:cs typeface="Arial" panose="020B0604020202020204" pitchFamily="34" charset="0"/>
              </a:rPr>
              <a:t>合成</a:t>
            </a:r>
            <a:r>
              <a:rPr lang="en-US" altLang="ja-JP" sz="2800" dirty="0">
                <a:solidFill>
                  <a:schemeClr val="bg2">
                    <a:lumMod val="75000"/>
                  </a:schemeClr>
                </a:solidFill>
                <a:latin typeface="MS PGothic" panose="020B0600070205080204" pitchFamily="34" charset="-128"/>
                <a:ea typeface="MS PGothic" panose="020B0600070205080204" pitchFamily="34" charset="-128"/>
                <a:cs typeface="Arial" panose="020B0604020202020204" pitchFamily="34" charset="0"/>
              </a:rPr>
              <a:t>MRI</a:t>
            </a:r>
            <a:r>
              <a:rPr lang="ja-JP" altLang="en-US" sz="2800" dirty="0">
                <a:solidFill>
                  <a:schemeClr val="bg2">
                    <a:lumMod val="75000"/>
                  </a:schemeClr>
                </a:solidFill>
                <a:latin typeface="MS PGothic" panose="020B0600070205080204" pitchFamily="34" charset="-128"/>
                <a:ea typeface="MS PGothic" panose="020B0600070205080204" pitchFamily="34" charset="-128"/>
                <a:cs typeface="Arial" panose="020B0604020202020204" pitchFamily="34" charset="0"/>
              </a:rPr>
              <a:t>を用いたセグメンテーションタスクの評価</a:t>
            </a:r>
            <a:endParaRPr lang="en-US" altLang="ja-JP" sz="2800" dirty="0">
              <a:solidFill>
                <a:schemeClr val="bg2">
                  <a:lumMod val="75000"/>
                </a:schemeClr>
              </a:solidFill>
              <a:latin typeface="MS PGothic" panose="020B0600070205080204" pitchFamily="34" charset="-128"/>
              <a:ea typeface="MS PGothic" panose="020B0600070205080204" pitchFamily="34" charset="-128"/>
              <a:cs typeface="Arial" panose="020B0604020202020204" pitchFamily="34" charset="0"/>
            </a:endParaRPr>
          </a:p>
        </p:txBody>
      </p:sp>
    </p:spTree>
    <p:extLst>
      <p:ext uri="{BB962C8B-B14F-4D97-AF65-F5344CB8AC3E}">
        <p14:creationId xmlns:p14="http://schemas.microsoft.com/office/powerpoint/2010/main" val="2116676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C8D2B-BB31-426D-B5A6-1990C74B91DF}"/>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FDD057B-1591-976D-500D-D90C2683FE08}"/>
              </a:ext>
            </a:extLst>
          </p:cNvPr>
          <p:cNvSpPr txBox="1">
            <a:spLocks noGrp="1" noRot="1" noMove="1" noResize="1" noEditPoints="1" noAdjustHandles="1" noChangeArrowheads="1" noChangeShapeType="1"/>
          </p:cNvSpPr>
          <p:nvPr/>
        </p:nvSpPr>
        <p:spPr>
          <a:xfrm>
            <a:off x="360000" y="216000"/>
            <a:ext cx="2951449"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方法　</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データセット</a:t>
            </a:r>
            <a:endParaRPr kumimoji="1"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1CF704DB-CAD8-2635-9CD1-72D2933171FA}"/>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7" name="TextBox 10">
            <a:extLst>
              <a:ext uri="{FF2B5EF4-FFF2-40B4-BE49-F238E27FC236}">
                <a16:creationId xmlns:a16="http://schemas.microsoft.com/office/drawing/2014/main" id="{86A3D9E2-2CAD-719C-2ED8-4BD7A622F392}"/>
              </a:ext>
            </a:extLst>
          </p:cNvPr>
          <p:cNvSpPr txBox="1"/>
          <p:nvPr/>
        </p:nvSpPr>
        <p:spPr>
          <a:xfrm>
            <a:off x="545414" y="4041219"/>
            <a:ext cx="3081842"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データセットと構成</a:t>
            </a:r>
            <a:endParaRPr lang="en-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sp>
        <p:nvSpPr>
          <p:cNvPr id="8" name="TextBox 10">
            <a:extLst>
              <a:ext uri="{FF2B5EF4-FFF2-40B4-BE49-F238E27FC236}">
                <a16:creationId xmlns:a16="http://schemas.microsoft.com/office/drawing/2014/main" id="{AA595184-E844-1361-529C-EBD450D08B3D}"/>
              </a:ext>
            </a:extLst>
          </p:cNvPr>
          <p:cNvSpPr txBox="1"/>
          <p:nvPr/>
        </p:nvSpPr>
        <p:spPr>
          <a:xfrm>
            <a:off x="360000" y="1100548"/>
            <a:ext cx="3081842"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データセットの概要</a:t>
            </a:r>
            <a:endParaRPr lang="en-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sp>
        <p:nvSpPr>
          <p:cNvPr id="9" name="テキスト ボックス 8">
            <a:extLst>
              <a:ext uri="{FF2B5EF4-FFF2-40B4-BE49-F238E27FC236}">
                <a16:creationId xmlns:a16="http://schemas.microsoft.com/office/drawing/2014/main" id="{3B8C28F1-8B9E-6105-53B7-7439A21429E5}"/>
              </a:ext>
            </a:extLst>
          </p:cNvPr>
          <p:cNvSpPr txBox="1"/>
          <p:nvPr/>
        </p:nvSpPr>
        <p:spPr>
          <a:xfrm>
            <a:off x="360000" y="1726760"/>
            <a:ext cx="5444899" cy="1631216"/>
          </a:xfrm>
          <a:prstGeom prst="rect">
            <a:avLst/>
          </a:prstGeom>
          <a:noFill/>
        </p:spPr>
        <p:txBody>
          <a:bodyPr wrap="square" rtlCol="0">
            <a:spAutoFit/>
          </a:bodyPr>
          <a:lstStyle/>
          <a:p>
            <a:pPr marL="342900" indent="-342900">
              <a:buFont typeface="Arial" panose="020B0604020202020204" pitchFamily="34" charset="0"/>
              <a:buChar char="•"/>
            </a:pPr>
            <a:r>
              <a:rPr kumimoji="1" lang="ja-JP" altLang="en-US" sz="2000" dirty="0">
                <a:latin typeface="ＭＳ Ｐゴシック" panose="020B0600070205080204" pitchFamily="50" charset="-128"/>
                <a:ea typeface="ＭＳ Ｐゴシック" panose="020B0600070205080204" pitchFamily="50" charset="-128"/>
              </a:rPr>
              <a:t>使用データセット：</a:t>
            </a:r>
            <a:r>
              <a:rPr kumimoji="1" lang="en-US" altLang="ja-JP" sz="2000" dirty="0" err="1">
                <a:latin typeface="ＭＳ Ｐゴシック" panose="020B0600070205080204" pitchFamily="50" charset="-128"/>
                <a:ea typeface="ＭＳ Ｐゴシック" panose="020B0600070205080204" pitchFamily="50" charset="-128"/>
              </a:rPr>
              <a:t>BraTS</a:t>
            </a:r>
            <a:r>
              <a:rPr kumimoji="1" lang="en-US" altLang="ja-JP" sz="2000" dirty="0">
                <a:latin typeface="ＭＳ Ｐゴシック" panose="020B0600070205080204" pitchFamily="50" charset="-128"/>
                <a:ea typeface="ＭＳ Ｐゴシック" panose="020B0600070205080204" pitchFamily="50" charset="-128"/>
              </a:rPr>
              <a:t> 2020 / </a:t>
            </a:r>
            <a:r>
              <a:rPr kumimoji="1" lang="en-US" altLang="ja-JP" sz="2000" dirty="0" err="1">
                <a:latin typeface="ＭＳ Ｐゴシック" panose="020B0600070205080204" pitchFamily="50" charset="-128"/>
                <a:ea typeface="ＭＳ Ｐゴシック" panose="020B0600070205080204" pitchFamily="50" charset="-128"/>
              </a:rPr>
              <a:t>BraTS</a:t>
            </a:r>
            <a:r>
              <a:rPr kumimoji="1" lang="en-US" altLang="ja-JP" sz="2000" dirty="0">
                <a:latin typeface="ＭＳ Ｐゴシック" panose="020B0600070205080204" pitchFamily="50" charset="-128"/>
                <a:ea typeface="ＭＳ Ｐゴシック" panose="020B0600070205080204" pitchFamily="50" charset="-128"/>
              </a:rPr>
              <a:t> 2021</a:t>
            </a:r>
          </a:p>
          <a:p>
            <a:pPr marL="342900" indent="-342900">
              <a:buFont typeface="Arial" panose="020B0604020202020204" pitchFamily="34" charset="0"/>
              <a:buChar char="•"/>
            </a:pPr>
            <a:endParaRPr kumimoji="1"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対象：脳腫瘍患者の多時相</a:t>
            </a:r>
            <a:r>
              <a:rPr lang="en-US" altLang="ja-JP" sz="2000" dirty="0">
                <a:latin typeface="ＭＳ Ｐゴシック" panose="020B0600070205080204" pitchFamily="50" charset="-128"/>
                <a:ea typeface="ＭＳ Ｐゴシック" panose="020B0600070205080204" pitchFamily="50" charset="-128"/>
              </a:rPr>
              <a:t>MRI</a:t>
            </a:r>
            <a:r>
              <a:rPr lang="ja-JP" altLang="en-US" sz="2000" dirty="0">
                <a:latin typeface="ＭＳ Ｐゴシック" panose="020B0600070205080204" pitchFamily="50" charset="-128"/>
                <a:ea typeface="ＭＳ Ｐゴシック" panose="020B0600070205080204" pitchFamily="50" charset="-128"/>
              </a:rPr>
              <a:t>とマスク画像</a:t>
            </a:r>
            <a:endParaRPr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各症例あたり</a:t>
            </a:r>
            <a:r>
              <a:rPr lang="en-US" altLang="ja-JP" sz="2000" dirty="0">
                <a:latin typeface="ＭＳ Ｐゴシック" panose="020B0600070205080204" pitchFamily="50" charset="-128"/>
                <a:ea typeface="ＭＳ Ｐゴシック" panose="020B0600070205080204" pitchFamily="50" charset="-128"/>
              </a:rPr>
              <a:t>5</a:t>
            </a:r>
            <a:r>
              <a:rPr lang="ja-JP" altLang="en-US" sz="2000" dirty="0">
                <a:latin typeface="ＭＳ Ｐゴシック" panose="020B0600070205080204" pitchFamily="50" charset="-128"/>
                <a:ea typeface="ＭＳ Ｐゴシック" panose="020B0600070205080204" pitchFamily="50" charset="-128"/>
              </a:rPr>
              <a:t>チャネル構成の</a:t>
            </a:r>
            <a:r>
              <a:rPr lang="en-US" altLang="ja-JP" sz="2000" dirty="0">
                <a:latin typeface="ＭＳ Ｐゴシック" panose="020B0600070205080204" pitchFamily="50" charset="-128"/>
                <a:ea typeface="ＭＳ Ｐゴシック" panose="020B0600070205080204" pitchFamily="50" charset="-128"/>
              </a:rPr>
              <a:t>3</a:t>
            </a:r>
            <a:r>
              <a:rPr lang="ja-JP" altLang="en-US" sz="2000" dirty="0">
                <a:latin typeface="ＭＳ Ｐゴシック" panose="020B0600070205080204" pitchFamily="50" charset="-128"/>
                <a:ea typeface="ＭＳ Ｐゴシック" panose="020B0600070205080204" pitchFamily="50" charset="-128"/>
              </a:rPr>
              <a:t>次元画像</a:t>
            </a:r>
            <a:endParaRPr lang="en-US" altLang="ja-JP" sz="2000" dirty="0">
              <a:latin typeface="ＭＳ Ｐゴシック" panose="020B0600070205080204" pitchFamily="50" charset="-128"/>
              <a:ea typeface="ＭＳ Ｐゴシック" panose="020B0600070205080204" pitchFamily="50" charset="-128"/>
            </a:endParaRPr>
          </a:p>
        </p:txBody>
      </p:sp>
      <p:graphicFrame>
        <p:nvGraphicFramePr>
          <p:cNvPr id="11" name="表 6">
            <a:extLst>
              <a:ext uri="{FF2B5EF4-FFF2-40B4-BE49-F238E27FC236}">
                <a16:creationId xmlns:a16="http://schemas.microsoft.com/office/drawing/2014/main" id="{5DBBEEC7-B2F4-2FAF-E10E-3914BE97E667}"/>
              </a:ext>
            </a:extLst>
          </p:cNvPr>
          <p:cNvGraphicFramePr>
            <a:graphicFrameLocks noGrp="1"/>
          </p:cNvGraphicFramePr>
          <p:nvPr>
            <p:extLst>
              <p:ext uri="{D42A27DB-BD31-4B8C-83A1-F6EECF244321}">
                <p14:modId xmlns:p14="http://schemas.microsoft.com/office/powerpoint/2010/main" val="4170698747"/>
              </p:ext>
            </p:extLst>
          </p:nvPr>
        </p:nvGraphicFramePr>
        <p:xfrm>
          <a:off x="521013" y="5004342"/>
          <a:ext cx="11149172" cy="1188720"/>
        </p:xfrm>
        <a:graphic>
          <a:graphicData uri="http://schemas.openxmlformats.org/drawingml/2006/table">
            <a:tbl>
              <a:tblPr firstRow="1" bandRow="1">
                <a:tableStyleId>{5C22544A-7EE6-4342-B048-85BDC9FD1C3A}</a:tableStyleId>
              </a:tblPr>
              <a:tblGrid>
                <a:gridCol w="2554825">
                  <a:extLst>
                    <a:ext uri="{9D8B030D-6E8A-4147-A177-3AD203B41FA5}">
                      <a16:colId xmlns:a16="http://schemas.microsoft.com/office/drawing/2014/main" val="1773963629"/>
                    </a:ext>
                  </a:extLst>
                </a:gridCol>
                <a:gridCol w="3020162">
                  <a:extLst>
                    <a:ext uri="{9D8B030D-6E8A-4147-A177-3AD203B41FA5}">
                      <a16:colId xmlns:a16="http://schemas.microsoft.com/office/drawing/2014/main" val="1675578800"/>
                    </a:ext>
                  </a:extLst>
                </a:gridCol>
                <a:gridCol w="2600435">
                  <a:extLst>
                    <a:ext uri="{9D8B030D-6E8A-4147-A177-3AD203B41FA5}">
                      <a16:colId xmlns:a16="http://schemas.microsoft.com/office/drawing/2014/main" val="3904448718"/>
                    </a:ext>
                  </a:extLst>
                </a:gridCol>
                <a:gridCol w="2973750">
                  <a:extLst>
                    <a:ext uri="{9D8B030D-6E8A-4147-A177-3AD203B41FA5}">
                      <a16:colId xmlns:a16="http://schemas.microsoft.com/office/drawing/2014/main" val="730765675"/>
                    </a:ext>
                  </a:extLst>
                </a:gridCol>
              </a:tblGrid>
              <a:tr h="0">
                <a:tc>
                  <a:txBody>
                    <a:bodyPr/>
                    <a:lstStyle/>
                    <a:p>
                      <a:pPr algn="ctr"/>
                      <a:r>
                        <a:rPr kumimoji="1" lang="ja-JP" altLang="en-US" sz="20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データセット</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20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訓練データ数</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20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テストデータ数</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20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解像度</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2931568"/>
                  </a:ext>
                </a:extLst>
              </a:tr>
              <a:tr h="33582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000" b="0" i="0" dirty="0">
                          <a:solidFill>
                            <a:srgbClr val="0D0D0D"/>
                          </a:solidFill>
                          <a:effectLst/>
                          <a:latin typeface="ＭＳ Ｐゴシック" panose="020B0600070205080204" pitchFamily="50" charset="-128"/>
                          <a:ea typeface="ＭＳ Ｐゴシック" panose="020B0600070205080204" pitchFamily="50" charset="-128"/>
                          <a:cs typeface="Arial" panose="020B0604020202020204" pitchFamily="34" charset="0"/>
                        </a:rPr>
                        <a:t>BraTS2020</a:t>
                      </a:r>
                      <a:endParaRPr kumimoji="1" lang="ja-JP" altLang="en-US"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T w="12700" cap="flat" cmpd="sng" algn="ctr">
                      <a:solidFill>
                        <a:schemeClr val="tx1"/>
                      </a:solidFill>
                      <a:prstDash val="solid"/>
                      <a:round/>
                      <a:headEnd type="none" w="med" len="med"/>
                      <a:tailEnd type="none" w="med" len="med"/>
                    </a:lnT>
                    <a:noFill/>
                  </a:tcPr>
                </a:tc>
                <a:tc>
                  <a:txBody>
                    <a:bodyPr/>
                    <a:lstStyle/>
                    <a:p>
                      <a:pPr algn="ctr"/>
                      <a:r>
                        <a:rPr kumimoji="1" lang="en-US" altLang="ja-JP"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313</a:t>
                      </a:r>
                      <a:r>
                        <a:rPr kumimoji="1" lang="ja-JP" altLang="en-US"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症例</a:t>
                      </a:r>
                    </a:p>
                  </a:txBody>
                  <a:tcPr anchor="ctr">
                    <a:lnT w="12700" cap="flat" cmpd="sng" algn="ctr">
                      <a:solidFill>
                        <a:schemeClr val="tx1"/>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56</a:t>
                      </a:r>
                      <a:r>
                        <a:rPr kumimoji="1" lang="ja-JP" altLang="en-US"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症例</a:t>
                      </a:r>
                    </a:p>
                  </a:txBody>
                  <a:tcPr anchor="ctr">
                    <a:lnT w="12700" cap="flat" cmpd="sng" algn="ctr">
                      <a:solidFill>
                        <a:schemeClr val="tx1"/>
                      </a:solidFill>
                      <a:prstDash val="solid"/>
                      <a:round/>
                      <a:headEnd type="none" w="med" len="med"/>
                      <a:tailEnd type="none" w="med" len="med"/>
                    </a:lnT>
                    <a:noFill/>
                  </a:tcPr>
                </a:tc>
                <a:tc>
                  <a:txBody>
                    <a:bodyPr/>
                    <a:lstStyle/>
                    <a:p>
                      <a:pPr algn="ctr"/>
                      <a:r>
                        <a:rPr kumimoji="1" lang="en-US" altLang="ja-JP"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240×240×155</a:t>
                      </a:r>
                      <a:endParaRPr kumimoji="1" lang="ja-JP" altLang="en-US"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959090370"/>
                  </a:ext>
                </a:extLst>
              </a:tr>
              <a:tr h="33582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BraTS2021</a:t>
                      </a:r>
                      <a:endParaRPr kumimoji="1" lang="ja-JP" altLang="en-US"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algn="ctr"/>
                      <a:r>
                        <a:rPr kumimoji="1" lang="en-US" altLang="ja-JP"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1119</a:t>
                      </a:r>
                      <a:r>
                        <a:rPr kumimoji="1" lang="ja-JP" altLang="en-US"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症例</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56</a:t>
                      </a:r>
                      <a:r>
                        <a:rPr kumimoji="1" lang="ja-JP" altLang="en-US"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症例</a:t>
                      </a:r>
                    </a:p>
                  </a:txBody>
                  <a:tcPr anchor="ctr">
                    <a:noFill/>
                  </a:tcPr>
                </a:tc>
                <a:tc>
                  <a:txBody>
                    <a:bodyPr/>
                    <a:lstStyle/>
                    <a:p>
                      <a:pPr algn="ctr"/>
                      <a:r>
                        <a:rPr kumimoji="1" lang="en-US" altLang="ja-JP"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240×240×155</a:t>
                      </a:r>
                      <a:endParaRPr kumimoji="1" lang="ja-JP" altLang="en-US"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extLst>
                  <a:ext uri="{0D108BD9-81ED-4DB2-BD59-A6C34878D82A}">
                    <a16:rowId xmlns:a16="http://schemas.microsoft.com/office/drawing/2014/main" val="2668172088"/>
                  </a:ext>
                </a:extLst>
              </a:tr>
            </a:tbl>
          </a:graphicData>
        </a:graphic>
      </p:graphicFrame>
      <p:grpSp>
        <p:nvGrpSpPr>
          <p:cNvPr id="26" name="グループ化 25">
            <a:extLst>
              <a:ext uri="{FF2B5EF4-FFF2-40B4-BE49-F238E27FC236}">
                <a16:creationId xmlns:a16="http://schemas.microsoft.com/office/drawing/2014/main" id="{AFEE8BB3-4833-1087-47D3-0EEAD2FB6589}"/>
              </a:ext>
            </a:extLst>
          </p:cNvPr>
          <p:cNvGrpSpPr/>
          <p:nvPr/>
        </p:nvGrpSpPr>
        <p:grpSpPr>
          <a:xfrm>
            <a:off x="5968517" y="1331380"/>
            <a:ext cx="5863483" cy="1950083"/>
            <a:chOff x="6016517" y="1853592"/>
            <a:chExt cx="5863483" cy="1950083"/>
          </a:xfrm>
        </p:grpSpPr>
        <p:grpSp>
          <p:nvGrpSpPr>
            <p:cNvPr id="23" name="グループ化 22">
              <a:extLst>
                <a:ext uri="{FF2B5EF4-FFF2-40B4-BE49-F238E27FC236}">
                  <a16:creationId xmlns:a16="http://schemas.microsoft.com/office/drawing/2014/main" id="{42F496AD-7DFF-D311-FE5A-3745C71554D7}"/>
                </a:ext>
              </a:extLst>
            </p:cNvPr>
            <p:cNvGrpSpPr/>
            <p:nvPr/>
          </p:nvGrpSpPr>
          <p:grpSpPr>
            <a:xfrm>
              <a:off x="6016517" y="2262929"/>
              <a:ext cx="5863483" cy="1540746"/>
              <a:chOff x="5688532" y="2500473"/>
              <a:chExt cx="5863483" cy="1540746"/>
            </a:xfrm>
          </p:grpSpPr>
          <p:sp>
            <p:nvSpPr>
              <p:cNvPr id="16" name="正方形/長方形 15">
                <a:extLst>
                  <a:ext uri="{FF2B5EF4-FFF2-40B4-BE49-F238E27FC236}">
                    <a16:creationId xmlns:a16="http://schemas.microsoft.com/office/drawing/2014/main" id="{1F9A73F8-9503-667C-5AA9-2D8B594E3A85}"/>
                  </a:ext>
                </a:extLst>
              </p:cNvPr>
              <p:cNvSpPr/>
              <p:nvPr/>
            </p:nvSpPr>
            <p:spPr>
              <a:xfrm>
                <a:off x="5688532" y="2500473"/>
                <a:ext cx="5779568" cy="1540745"/>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17" name="グループ化 16">
                <a:extLst>
                  <a:ext uri="{FF2B5EF4-FFF2-40B4-BE49-F238E27FC236}">
                    <a16:creationId xmlns:a16="http://schemas.microsoft.com/office/drawing/2014/main" id="{89CCF485-DA34-A930-8220-1E32C8D3443E}"/>
                  </a:ext>
                </a:extLst>
              </p:cNvPr>
              <p:cNvGrpSpPr/>
              <p:nvPr/>
            </p:nvGrpSpPr>
            <p:grpSpPr>
              <a:xfrm>
                <a:off x="5757008" y="2920705"/>
                <a:ext cx="5629895" cy="1120514"/>
                <a:chOff x="5757008" y="2920705"/>
                <a:chExt cx="5629895" cy="1120514"/>
              </a:xfrm>
            </p:grpSpPr>
            <p:pic>
              <p:nvPicPr>
                <p:cNvPr id="6" name="図 5">
                  <a:extLst>
                    <a:ext uri="{FF2B5EF4-FFF2-40B4-BE49-F238E27FC236}">
                      <a16:creationId xmlns:a16="http://schemas.microsoft.com/office/drawing/2014/main" id="{1373D68F-C1EE-FFCA-09F5-8E1AD911A6AC}"/>
                    </a:ext>
                  </a:extLst>
                </p:cNvPr>
                <p:cNvPicPr>
                  <a:picLocks noChangeAspect="1"/>
                </p:cNvPicPr>
                <p:nvPr/>
              </p:nvPicPr>
              <p:blipFill>
                <a:blip r:embed="rId3"/>
                <a:srcRect l="5870" t="18829" r="78349" b="-2954"/>
                <a:stretch/>
              </p:blipFill>
              <p:spPr>
                <a:xfrm>
                  <a:off x="5757008" y="2949816"/>
                  <a:ext cx="1080000" cy="1091403"/>
                </a:xfrm>
                <a:prstGeom prst="rect">
                  <a:avLst/>
                </a:prstGeom>
              </p:spPr>
            </p:pic>
            <p:pic>
              <p:nvPicPr>
                <p:cNvPr id="12" name="図 11">
                  <a:extLst>
                    <a:ext uri="{FF2B5EF4-FFF2-40B4-BE49-F238E27FC236}">
                      <a16:creationId xmlns:a16="http://schemas.microsoft.com/office/drawing/2014/main" id="{6FB57B1D-D2B5-1B61-F9DC-8B46D8AF6C54}"/>
                    </a:ext>
                  </a:extLst>
                </p:cNvPr>
                <p:cNvPicPr>
                  <a:picLocks noChangeAspect="1"/>
                </p:cNvPicPr>
                <p:nvPr/>
              </p:nvPicPr>
              <p:blipFill>
                <a:blip r:embed="rId3"/>
                <a:srcRect l="24285" t="18014" r="60937"/>
                <a:stretch/>
              </p:blipFill>
              <p:spPr>
                <a:xfrm>
                  <a:off x="6987368" y="2945487"/>
                  <a:ext cx="999777" cy="1051389"/>
                </a:xfrm>
                <a:prstGeom prst="rect">
                  <a:avLst/>
                </a:prstGeom>
              </p:spPr>
            </p:pic>
            <p:pic>
              <p:nvPicPr>
                <p:cNvPr id="13" name="図 12">
                  <a:extLst>
                    <a:ext uri="{FF2B5EF4-FFF2-40B4-BE49-F238E27FC236}">
                      <a16:creationId xmlns:a16="http://schemas.microsoft.com/office/drawing/2014/main" id="{31589AFC-99DD-B786-4AD0-C897DCA47C06}"/>
                    </a:ext>
                  </a:extLst>
                </p:cNvPr>
                <p:cNvPicPr>
                  <a:picLocks noChangeAspect="1"/>
                </p:cNvPicPr>
                <p:nvPr/>
              </p:nvPicPr>
              <p:blipFill>
                <a:blip r:embed="rId3"/>
                <a:srcRect l="43530" t="15875" r="41942"/>
                <a:stretch/>
              </p:blipFill>
              <p:spPr>
                <a:xfrm>
                  <a:off x="8144200" y="2945487"/>
                  <a:ext cx="957833" cy="1051389"/>
                </a:xfrm>
                <a:prstGeom prst="rect">
                  <a:avLst/>
                </a:prstGeom>
              </p:spPr>
            </p:pic>
            <p:pic>
              <p:nvPicPr>
                <p:cNvPr id="14" name="図 13">
                  <a:extLst>
                    <a:ext uri="{FF2B5EF4-FFF2-40B4-BE49-F238E27FC236}">
                      <a16:creationId xmlns:a16="http://schemas.microsoft.com/office/drawing/2014/main" id="{A5465939-4A3F-66C5-6ECC-5FC7993F075D}"/>
                    </a:ext>
                  </a:extLst>
                </p:cNvPr>
                <p:cNvPicPr>
                  <a:picLocks noChangeAspect="1"/>
                </p:cNvPicPr>
                <p:nvPr/>
              </p:nvPicPr>
              <p:blipFill>
                <a:blip r:embed="rId3"/>
                <a:srcRect l="62839" t="15875" r="23384"/>
                <a:stretch/>
              </p:blipFill>
              <p:spPr>
                <a:xfrm>
                  <a:off x="9293106" y="2930409"/>
                  <a:ext cx="908291" cy="1051389"/>
                </a:xfrm>
                <a:prstGeom prst="rect">
                  <a:avLst/>
                </a:prstGeom>
              </p:spPr>
            </p:pic>
            <p:pic>
              <p:nvPicPr>
                <p:cNvPr id="15" name="図 14">
                  <a:extLst>
                    <a:ext uri="{FF2B5EF4-FFF2-40B4-BE49-F238E27FC236}">
                      <a16:creationId xmlns:a16="http://schemas.microsoft.com/office/drawing/2014/main" id="{6AC62421-96F1-71D2-7667-499134DBBEBB}"/>
                    </a:ext>
                  </a:extLst>
                </p:cNvPr>
                <p:cNvPicPr>
                  <a:picLocks noChangeAspect="1"/>
                </p:cNvPicPr>
                <p:nvPr/>
              </p:nvPicPr>
              <p:blipFill>
                <a:blip r:embed="rId3"/>
                <a:srcRect l="80649" t="15875" r="4573"/>
                <a:stretch/>
              </p:blipFill>
              <p:spPr>
                <a:xfrm>
                  <a:off x="10412554" y="2920705"/>
                  <a:ext cx="974349" cy="1051389"/>
                </a:xfrm>
                <a:prstGeom prst="rect">
                  <a:avLst/>
                </a:prstGeom>
              </p:spPr>
            </p:pic>
          </p:grpSp>
          <p:sp>
            <p:nvSpPr>
              <p:cNvPr id="18" name="テキスト ボックス 17">
                <a:extLst>
                  <a:ext uri="{FF2B5EF4-FFF2-40B4-BE49-F238E27FC236}">
                    <a16:creationId xmlns:a16="http://schemas.microsoft.com/office/drawing/2014/main" id="{E14054B5-6B2E-93A5-2949-52CAD798DDA7}"/>
                  </a:ext>
                </a:extLst>
              </p:cNvPr>
              <p:cNvSpPr txBox="1"/>
              <p:nvPr/>
            </p:nvSpPr>
            <p:spPr>
              <a:xfrm>
                <a:off x="5835691" y="2555868"/>
                <a:ext cx="863209" cy="338554"/>
              </a:xfrm>
              <a:prstGeom prst="rect">
                <a:avLst/>
              </a:prstGeom>
              <a:noFill/>
            </p:spPr>
            <p:txBody>
              <a:bodyPr wrap="square">
                <a:spAutoFit/>
              </a:bodyPr>
              <a:lstStyle/>
              <a:p>
                <a:pPr algn="ctr"/>
                <a:r>
                  <a:rPr lang="en-US" altLang="ja-JP" sz="1600" dirty="0">
                    <a:latin typeface="ＭＳ Ｐゴシック" panose="020B0600070205080204" pitchFamily="50" charset="-128"/>
                    <a:ea typeface="ＭＳ Ｐゴシック" panose="020B0600070205080204" pitchFamily="50" charset="-128"/>
                  </a:rPr>
                  <a:t>T1w</a:t>
                </a:r>
                <a:endParaRPr lang="ja-JP" altLang="en-US" sz="1600" dirty="0"/>
              </a:p>
            </p:txBody>
          </p:sp>
          <p:sp>
            <p:nvSpPr>
              <p:cNvPr id="19" name="テキスト ボックス 18">
                <a:extLst>
                  <a:ext uri="{FF2B5EF4-FFF2-40B4-BE49-F238E27FC236}">
                    <a16:creationId xmlns:a16="http://schemas.microsoft.com/office/drawing/2014/main" id="{4043663F-8B2C-2813-B6D3-DF510D5BCB23}"/>
                  </a:ext>
                </a:extLst>
              </p:cNvPr>
              <p:cNvSpPr txBox="1"/>
              <p:nvPr/>
            </p:nvSpPr>
            <p:spPr>
              <a:xfrm>
                <a:off x="7028442" y="2555868"/>
                <a:ext cx="863209" cy="338554"/>
              </a:xfrm>
              <a:prstGeom prst="rect">
                <a:avLst/>
              </a:prstGeom>
              <a:noFill/>
            </p:spPr>
            <p:txBody>
              <a:bodyPr wrap="square">
                <a:spAutoFit/>
              </a:bodyPr>
              <a:lstStyle/>
              <a:p>
                <a:pPr algn="ctr"/>
                <a:r>
                  <a:rPr lang="en-US" altLang="ja-JP" sz="1600" dirty="0">
                    <a:latin typeface="ＭＳ Ｐゴシック" panose="020B0600070205080204" pitchFamily="50" charset="-128"/>
                    <a:ea typeface="ＭＳ Ｐゴシック" panose="020B0600070205080204" pitchFamily="50" charset="-128"/>
                  </a:rPr>
                  <a:t>T1wGd</a:t>
                </a:r>
                <a:endParaRPr lang="ja-JP" altLang="en-US" sz="1600" dirty="0"/>
              </a:p>
            </p:txBody>
          </p:sp>
          <p:sp>
            <p:nvSpPr>
              <p:cNvPr id="20" name="テキスト ボックス 19">
                <a:extLst>
                  <a:ext uri="{FF2B5EF4-FFF2-40B4-BE49-F238E27FC236}">
                    <a16:creationId xmlns:a16="http://schemas.microsoft.com/office/drawing/2014/main" id="{FAECFCCB-06D1-D4C8-8455-E8A52D6E1BB7}"/>
                  </a:ext>
                </a:extLst>
              </p:cNvPr>
              <p:cNvSpPr txBox="1"/>
              <p:nvPr/>
            </p:nvSpPr>
            <p:spPr>
              <a:xfrm>
                <a:off x="8191481" y="2555868"/>
                <a:ext cx="863209" cy="338554"/>
              </a:xfrm>
              <a:prstGeom prst="rect">
                <a:avLst/>
              </a:prstGeom>
              <a:noFill/>
            </p:spPr>
            <p:txBody>
              <a:bodyPr wrap="square">
                <a:spAutoFit/>
              </a:bodyPr>
              <a:lstStyle/>
              <a:p>
                <a:pPr algn="ctr"/>
                <a:r>
                  <a:rPr lang="en-US" altLang="ja-JP" sz="1600" dirty="0">
                    <a:latin typeface="ＭＳ Ｐゴシック" panose="020B0600070205080204" pitchFamily="50" charset="-128"/>
                    <a:ea typeface="ＭＳ Ｐゴシック" panose="020B0600070205080204" pitchFamily="50" charset="-128"/>
                  </a:rPr>
                  <a:t>T2w</a:t>
                </a:r>
                <a:endParaRPr lang="ja-JP" altLang="en-US" sz="1600" dirty="0"/>
              </a:p>
            </p:txBody>
          </p:sp>
          <p:sp>
            <p:nvSpPr>
              <p:cNvPr id="21" name="テキスト ボックス 20">
                <a:extLst>
                  <a:ext uri="{FF2B5EF4-FFF2-40B4-BE49-F238E27FC236}">
                    <a16:creationId xmlns:a16="http://schemas.microsoft.com/office/drawing/2014/main" id="{E86EF12D-4354-AEF2-0CC3-BEF815A32D62}"/>
                  </a:ext>
                </a:extLst>
              </p:cNvPr>
              <p:cNvSpPr txBox="1"/>
              <p:nvPr/>
            </p:nvSpPr>
            <p:spPr>
              <a:xfrm>
                <a:off x="9242466" y="2575973"/>
                <a:ext cx="1009569" cy="338554"/>
              </a:xfrm>
              <a:prstGeom prst="rect">
                <a:avLst/>
              </a:prstGeom>
              <a:noFill/>
            </p:spPr>
            <p:txBody>
              <a:bodyPr wrap="square">
                <a:spAutoFit/>
              </a:bodyPr>
              <a:lstStyle/>
              <a:p>
                <a:pPr algn="ctr"/>
                <a:r>
                  <a:rPr lang="en-US" altLang="ja-JP" sz="1600" dirty="0">
                    <a:latin typeface="ＭＳ Ｐゴシック" panose="020B0600070205080204" pitchFamily="50" charset="-128"/>
                    <a:ea typeface="ＭＳ Ｐゴシック" panose="020B0600070205080204" pitchFamily="50" charset="-128"/>
                  </a:rPr>
                  <a:t>T2FLAIR</a:t>
                </a:r>
                <a:endParaRPr lang="ja-JP" altLang="en-US" sz="1600" dirty="0"/>
              </a:p>
            </p:txBody>
          </p:sp>
          <p:sp>
            <p:nvSpPr>
              <p:cNvPr id="22" name="テキスト ボックス 21">
                <a:extLst>
                  <a:ext uri="{FF2B5EF4-FFF2-40B4-BE49-F238E27FC236}">
                    <a16:creationId xmlns:a16="http://schemas.microsoft.com/office/drawing/2014/main" id="{24A5B125-EF9E-5093-5C2F-DCE38D615B46}"/>
                  </a:ext>
                </a:extLst>
              </p:cNvPr>
              <p:cNvSpPr txBox="1"/>
              <p:nvPr/>
            </p:nvSpPr>
            <p:spPr>
              <a:xfrm>
                <a:off x="10247441" y="2575973"/>
                <a:ext cx="1304574" cy="338554"/>
              </a:xfrm>
              <a:prstGeom prst="rect">
                <a:avLst/>
              </a:prstGeom>
              <a:noFill/>
            </p:spPr>
            <p:txBody>
              <a:bodyPr wrap="square">
                <a:spAutoFit/>
              </a:bodyPr>
              <a:lstStyle/>
              <a:p>
                <a:pPr algn="ctr"/>
                <a:r>
                  <a:rPr lang="en-US" altLang="ja-JP" sz="1600" dirty="0">
                    <a:latin typeface="ＭＳ Ｐゴシック" panose="020B0600070205080204" pitchFamily="50" charset="-128"/>
                    <a:ea typeface="ＭＳ Ｐゴシック" panose="020B0600070205080204" pitchFamily="50" charset="-128"/>
                  </a:rPr>
                  <a:t>SED Mask</a:t>
                </a:r>
                <a:endParaRPr lang="ja-JP" altLang="en-US" sz="1600" dirty="0"/>
              </a:p>
            </p:txBody>
          </p:sp>
        </p:grpSp>
        <p:sp>
          <p:nvSpPr>
            <p:cNvPr id="25" name="テキスト ボックス 24">
              <a:extLst>
                <a:ext uri="{FF2B5EF4-FFF2-40B4-BE49-F238E27FC236}">
                  <a16:creationId xmlns:a16="http://schemas.microsoft.com/office/drawing/2014/main" id="{337298C3-025C-7026-4E34-02529B73AA47}"/>
                </a:ext>
              </a:extLst>
            </p:cNvPr>
            <p:cNvSpPr txBox="1"/>
            <p:nvPr/>
          </p:nvSpPr>
          <p:spPr>
            <a:xfrm>
              <a:off x="6016517" y="1853592"/>
              <a:ext cx="2502949" cy="369332"/>
            </a:xfrm>
            <a:prstGeom prst="rect">
              <a:avLst/>
            </a:prstGeom>
            <a:noFill/>
          </p:spPr>
          <p:txBody>
            <a:bodyPr wrap="square">
              <a:spAutoFit/>
            </a:bodyPr>
            <a:lstStyle/>
            <a:p>
              <a:r>
                <a:rPr kumimoji="1" lang="en-US" altLang="ja-JP" sz="1800" dirty="0" err="1">
                  <a:latin typeface="ＭＳ Ｐゴシック" panose="020B0600070205080204" pitchFamily="50" charset="-128"/>
                  <a:ea typeface="ＭＳ Ｐゴシック" panose="020B0600070205080204" pitchFamily="50" charset="-128"/>
                </a:rPr>
                <a:t>BraTS</a:t>
              </a:r>
              <a:r>
                <a:rPr kumimoji="1" lang="en-US" altLang="ja-JP" sz="1800" dirty="0">
                  <a:latin typeface="ＭＳ Ｐゴシック" panose="020B0600070205080204" pitchFamily="50" charset="-128"/>
                  <a:ea typeface="ＭＳ Ｐゴシック" panose="020B0600070205080204" pitchFamily="50" charset="-128"/>
                </a:rPr>
                <a:t> 2021</a:t>
              </a:r>
              <a:r>
                <a:rPr lang="ja-JP" altLang="en-US" dirty="0">
                  <a:latin typeface="ＭＳ Ｐゴシック" panose="020B0600070205080204" pitchFamily="50" charset="-128"/>
                  <a:ea typeface="ＭＳ Ｐゴシック" panose="020B0600070205080204" pitchFamily="50" charset="-128"/>
                </a:rPr>
                <a:t>に症例の例</a:t>
              </a:r>
              <a:endParaRPr lang="ja-JP" altLang="en-US" dirty="0"/>
            </a:p>
          </p:txBody>
        </p:sp>
      </p:grpSp>
    </p:spTree>
    <p:extLst>
      <p:ext uri="{BB962C8B-B14F-4D97-AF65-F5344CB8AC3E}">
        <p14:creationId xmlns:p14="http://schemas.microsoft.com/office/powerpoint/2010/main" val="37149159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8FDCF-6E18-97D0-BA3A-B1F0AE15AC75}"/>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D2F8BD61-770A-DF5F-295E-1CEAF7F04B7F}"/>
              </a:ext>
            </a:extLst>
          </p:cNvPr>
          <p:cNvSpPr txBox="1">
            <a:spLocks noGrp="1" noRot="1" noMove="1" noResize="1" noEditPoints="1" noAdjustHandles="1" noChangeArrowheads="1" noChangeShapeType="1"/>
          </p:cNvSpPr>
          <p:nvPr/>
        </p:nvSpPr>
        <p:spPr>
          <a:xfrm>
            <a:off x="360000" y="216000"/>
            <a:ext cx="2911374"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方法　</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使用モデル</a:t>
            </a:r>
            <a:endParaRPr kumimoji="1"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8E03C1D1-B0AC-4737-2CA5-F6E64D608A21}"/>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2" name="TextBox 10">
            <a:extLst>
              <a:ext uri="{FF2B5EF4-FFF2-40B4-BE49-F238E27FC236}">
                <a16:creationId xmlns:a16="http://schemas.microsoft.com/office/drawing/2014/main" id="{ADEE4FC8-850A-B271-E619-5CEF2D567330}"/>
              </a:ext>
            </a:extLst>
          </p:cNvPr>
          <p:cNvSpPr txBox="1"/>
          <p:nvPr/>
        </p:nvSpPr>
        <p:spPr>
          <a:xfrm>
            <a:off x="359999" y="1100548"/>
            <a:ext cx="5021625"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en-US" altLang="ja-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GAN</a:t>
            </a: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（敵対的生成ネットワーク）</a:t>
            </a:r>
            <a:endParaRPr lang="en-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sp>
        <p:nvSpPr>
          <p:cNvPr id="6" name="TextBox 10">
            <a:extLst>
              <a:ext uri="{FF2B5EF4-FFF2-40B4-BE49-F238E27FC236}">
                <a16:creationId xmlns:a16="http://schemas.microsoft.com/office/drawing/2014/main" id="{922470FB-F3B0-073C-8746-2740C2FC21A0}"/>
              </a:ext>
            </a:extLst>
          </p:cNvPr>
          <p:cNvSpPr txBox="1"/>
          <p:nvPr/>
        </p:nvSpPr>
        <p:spPr>
          <a:xfrm>
            <a:off x="455249" y="4443741"/>
            <a:ext cx="5021625"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拡散モデル（</a:t>
            </a:r>
            <a:r>
              <a:rPr lang="en-US" altLang="ja-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Diffusion</a:t>
            </a: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　</a:t>
            </a:r>
            <a:r>
              <a:rPr lang="en-US" altLang="ja-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Model</a:t>
            </a: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a:t>
            </a:r>
            <a:endParaRPr lang="en-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sp>
        <p:nvSpPr>
          <p:cNvPr id="7" name="テキスト ボックス 6">
            <a:extLst>
              <a:ext uri="{FF2B5EF4-FFF2-40B4-BE49-F238E27FC236}">
                <a16:creationId xmlns:a16="http://schemas.microsoft.com/office/drawing/2014/main" id="{4D03ABE3-B85A-2D29-4279-A4DC94EDAAC4}"/>
              </a:ext>
            </a:extLst>
          </p:cNvPr>
          <p:cNvSpPr txBox="1"/>
          <p:nvPr/>
        </p:nvSpPr>
        <p:spPr>
          <a:xfrm>
            <a:off x="590548" y="3253592"/>
            <a:ext cx="5172077" cy="1015663"/>
          </a:xfrm>
          <a:prstGeom prst="rect">
            <a:avLst/>
          </a:prstGeom>
          <a:noFill/>
        </p:spPr>
        <p:txBody>
          <a:bodyPr wrap="square" rtlCol="0">
            <a:spAutoFit/>
          </a:bodyPr>
          <a:lstStyle/>
          <a:p>
            <a:pPr marL="285750" indent="-28575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本研究では、以下の</a:t>
            </a:r>
            <a:r>
              <a:rPr lang="en-US" altLang="ja-JP" sz="2000" dirty="0">
                <a:latin typeface="ＭＳ Ｐゴシック" panose="020B0600070205080204" pitchFamily="50" charset="-128"/>
                <a:ea typeface="ＭＳ Ｐゴシック" panose="020B0600070205080204" pitchFamily="50" charset="-128"/>
              </a:rPr>
              <a:t>4</a:t>
            </a:r>
            <a:r>
              <a:rPr lang="ja-JP" altLang="en-US" sz="2000" dirty="0">
                <a:latin typeface="ＭＳ Ｐゴシック" panose="020B0600070205080204" pitchFamily="50" charset="-128"/>
                <a:ea typeface="ＭＳ Ｐゴシック" panose="020B0600070205080204" pitchFamily="50" charset="-128"/>
              </a:rPr>
              <a:t>つの</a:t>
            </a:r>
            <a:r>
              <a:rPr lang="en-US" altLang="ja-JP" sz="2000" dirty="0">
                <a:latin typeface="ＭＳ Ｐゴシック" panose="020B0600070205080204" pitchFamily="50" charset="-128"/>
                <a:ea typeface="ＭＳ Ｐゴシック" panose="020B0600070205080204" pitchFamily="50" charset="-128"/>
              </a:rPr>
              <a:t>GAN</a:t>
            </a:r>
            <a:r>
              <a:rPr lang="ja-JP" altLang="en-US" sz="2000" dirty="0">
                <a:latin typeface="ＭＳ Ｐゴシック" panose="020B0600070205080204" pitchFamily="50" charset="-128"/>
                <a:ea typeface="ＭＳ Ｐゴシック" panose="020B0600070205080204" pitchFamily="50" charset="-128"/>
              </a:rPr>
              <a:t>を使用：</a:t>
            </a:r>
            <a:endParaRPr lang="en-US" altLang="ja-JP" sz="2000" dirty="0">
              <a:latin typeface="ＭＳ Ｐゴシック" panose="020B0600070205080204" pitchFamily="50" charset="-128"/>
              <a:ea typeface="ＭＳ Ｐゴシック" panose="020B0600070205080204" pitchFamily="50" charset="-128"/>
            </a:endParaRPr>
          </a:p>
          <a:p>
            <a:r>
              <a:rPr lang="ja-JP" altLang="en-US" sz="2000" dirty="0">
                <a:latin typeface="ＭＳ Ｐゴシック" panose="020B0600070205080204" pitchFamily="50" charset="-128"/>
                <a:ea typeface="ＭＳ Ｐゴシック" panose="020B0600070205080204" pitchFamily="50" charset="-128"/>
              </a:rPr>
              <a:t>　</a:t>
            </a:r>
            <a:endParaRPr lang="en-US" altLang="ja-JP" sz="2000" dirty="0">
              <a:latin typeface="ＭＳ Ｐゴシック" panose="020B0600070205080204" pitchFamily="50" charset="-128"/>
              <a:ea typeface="ＭＳ Ｐゴシック" panose="020B0600070205080204" pitchFamily="50" charset="-128"/>
            </a:endParaRPr>
          </a:p>
          <a:p>
            <a:pPr marL="742950" lvl="1" indent="-285750">
              <a:buFont typeface="Arial" panose="020B0604020202020204" pitchFamily="34" charset="0"/>
              <a:buChar char="•"/>
            </a:pPr>
            <a:r>
              <a:rPr lang="en-US" altLang="ja-JP" sz="2000" dirty="0">
                <a:latin typeface="ＭＳ Ｐゴシック" panose="020B0600070205080204" pitchFamily="50" charset="-128"/>
                <a:ea typeface="ＭＳ Ｐゴシック" panose="020B0600070205080204" pitchFamily="50" charset="-128"/>
              </a:rPr>
              <a:t>Progressive GAN</a:t>
            </a:r>
            <a:r>
              <a:rPr lang="ja-JP" altLang="en-US" sz="2000" dirty="0">
                <a:latin typeface="ＭＳ Ｐゴシック" panose="020B0600070205080204" pitchFamily="50" charset="-128"/>
                <a:ea typeface="ＭＳ Ｐゴシック" panose="020B0600070205080204" pitchFamily="50" charset="-128"/>
              </a:rPr>
              <a:t>、</a:t>
            </a:r>
            <a:r>
              <a:rPr lang="en-US" altLang="ja-JP" sz="2000" dirty="0">
                <a:latin typeface="ＭＳ Ｐゴシック" panose="020B0600070205080204" pitchFamily="50" charset="-128"/>
                <a:ea typeface="ＭＳ Ｐゴシック" panose="020B0600070205080204" pitchFamily="50" charset="-128"/>
              </a:rPr>
              <a:t>StyleGAN 1</a:t>
            </a:r>
            <a:r>
              <a:rPr lang="ja-JP" altLang="en-US" sz="2000" dirty="0">
                <a:latin typeface="ＭＳ Ｐゴシック" panose="020B0600070205080204" pitchFamily="50" charset="-128"/>
                <a:ea typeface="ＭＳ Ｐゴシック" panose="020B0600070205080204" pitchFamily="50" charset="-128"/>
              </a:rPr>
              <a:t>、</a:t>
            </a:r>
            <a:r>
              <a:rPr lang="en-US" altLang="ja-JP" sz="2000" dirty="0">
                <a:latin typeface="ＭＳ Ｐゴシック" panose="020B0600070205080204" pitchFamily="50" charset="-128"/>
                <a:ea typeface="ＭＳ Ｐゴシック" panose="020B0600070205080204" pitchFamily="50" charset="-128"/>
              </a:rPr>
              <a:t>2</a:t>
            </a:r>
            <a:r>
              <a:rPr lang="ja-JP" altLang="en-US" sz="2000" dirty="0">
                <a:latin typeface="ＭＳ Ｐゴシック" panose="020B0600070205080204" pitchFamily="50" charset="-128"/>
                <a:ea typeface="ＭＳ Ｐゴシック" panose="020B0600070205080204" pitchFamily="50" charset="-128"/>
              </a:rPr>
              <a:t>、</a:t>
            </a:r>
            <a:r>
              <a:rPr lang="en-US" altLang="ja-JP" sz="2000" dirty="0">
                <a:latin typeface="ＭＳ Ｐゴシック" panose="020B0600070205080204" pitchFamily="50" charset="-128"/>
                <a:ea typeface="ＭＳ Ｐゴシック" panose="020B0600070205080204" pitchFamily="50" charset="-128"/>
              </a:rPr>
              <a:t>3</a:t>
            </a:r>
          </a:p>
        </p:txBody>
      </p:sp>
      <p:sp>
        <p:nvSpPr>
          <p:cNvPr id="10" name="テキスト ボックス 9">
            <a:extLst>
              <a:ext uri="{FF2B5EF4-FFF2-40B4-BE49-F238E27FC236}">
                <a16:creationId xmlns:a16="http://schemas.microsoft.com/office/drawing/2014/main" id="{A8F51A79-1CFD-87FB-2CC2-6C53C9D1138F}"/>
              </a:ext>
            </a:extLst>
          </p:cNvPr>
          <p:cNvSpPr txBox="1"/>
          <p:nvPr/>
        </p:nvSpPr>
        <p:spPr>
          <a:xfrm>
            <a:off x="687746" y="5010784"/>
            <a:ext cx="10639427" cy="1631216"/>
          </a:xfrm>
          <a:prstGeom prst="rect">
            <a:avLst/>
          </a:prstGeom>
          <a:noFill/>
        </p:spPr>
        <p:txBody>
          <a:bodyPr wrap="square">
            <a:spAutoFit/>
          </a:bodyPr>
          <a:lstStyle/>
          <a:p>
            <a:pPr marL="285750" indent="-28575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画像にノイズを段階的に加える過程を学習し、それを逆再生して画像を生成するモデル</a:t>
            </a:r>
            <a:endParaRPr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学習や生成に非常に長い時間を要する</a:t>
            </a:r>
            <a:endParaRPr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非常に高品質な画像を生成可能</a:t>
            </a:r>
            <a:endParaRPr lang="en-US" altLang="ja-JP" sz="2000" dirty="0">
              <a:latin typeface="ＭＳ Ｐゴシック" panose="020B0600070205080204" pitchFamily="50" charset="-128"/>
              <a:ea typeface="ＭＳ Ｐゴシック" panose="020B0600070205080204" pitchFamily="50" charset="-128"/>
            </a:endParaRPr>
          </a:p>
        </p:txBody>
      </p:sp>
      <p:sp>
        <p:nvSpPr>
          <p:cNvPr id="12" name="テキスト ボックス 11">
            <a:extLst>
              <a:ext uri="{FF2B5EF4-FFF2-40B4-BE49-F238E27FC236}">
                <a16:creationId xmlns:a16="http://schemas.microsoft.com/office/drawing/2014/main" id="{E297A5D0-D39B-DB48-A883-7216A87B4F10}"/>
              </a:ext>
            </a:extLst>
          </p:cNvPr>
          <p:cNvSpPr txBox="1"/>
          <p:nvPr/>
        </p:nvSpPr>
        <p:spPr>
          <a:xfrm>
            <a:off x="590548" y="1695340"/>
            <a:ext cx="9582149" cy="1323439"/>
          </a:xfrm>
          <a:prstGeom prst="rect">
            <a:avLst/>
          </a:prstGeom>
          <a:noFill/>
        </p:spPr>
        <p:txBody>
          <a:bodyPr wrap="square">
            <a:spAutoFit/>
          </a:bodyPr>
          <a:lstStyle/>
          <a:p>
            <a:pPr marL="285750" indent="-285750">
              <a:buFont typeface="Arial" panose="020B0604020202020204" pitchFamily="34" charset="0"/>
              <a:buChar char="•"/>
            </a:pPr>
            <a:r>
              <a:rPr lang="en-US" altLang="ja-JP" sz="2000" dirty="0">
                <a:latin typeface="ＭＳ Ｐゴシック" panose="020B0600070205080204" pitchFamily="50" charset="-128"/>
                <a:ea typeface="ＭＳ Ｐゴシック" panose="020B0600070205080204" pitchFamily="50" charset="-128"/>
              </a:rPr>
              <a:t>Generator</a:t>
            </a:r>
            <a:r>
              <a:rPr lang="ja-JP" altLang="en-US" sz="2000" dirty="0">
                <a:latin typeface="ＭＳ Ｐゴシック" panose="020B0600070205080204" pitchFamily="50" charset="-128"/>
                <a:ea typeface="ＭＳ Ｐゴシック" panose="020B0600070205080204" pitchFamily="50" charset="-128"/>
              </a:rPr>
              <a:t>（生成器）と</a:t>
            </a:r>
            <a:r>
              <a:rPr lang="en-US" altLang="ja-JP" sz="2000" dirty="0">
                <a:latin typeface="ＭＳ Ｐゴシック" panose="020B0600070205080204" pitchFamily="50" charset="-128"/>
                <a:ea typeface="ＭＳ Ｐゴシック" panose="020B0600070205080204" pitchFamily="50" charset="-128"/>
              </a:rPr>
              <a:t>Discriminator</a:t>
            </a:r>
            <a:r>
              <a:rPr lang="ja-JP" altLang="en-US" sz="2000" dirty="0">
                <a:latin typeface="ＭＳ Ｐゴシック" panose="020B0600070205080204" pitchFamily="50" charset="-128"/>
                <a:ea typeface="ＭＳ Ｐゴシック" panose="020B0600070205080204" pitchFamily="50" charset="-128"/>
              </a:rPr>
              <a:t>（識別器）の</a:t>
            </a:r>
            <a:r>
              <a:rPr lang="en-US" altLang="ja-JP" sz="2000" dirty="0">
                <a:latin typeface="ＭＳ Ｐゴシック" panose="020B0600070205080204" pitchFamily="50" charset="-128"/>
                <a:ea typeface="ＭＳ Ｐゴシック" panose="020B0600070205080204" pitchFamily="50" charset="-128"/>
              </a:rPr>
              <a:t>2</a:t>
            </a:r>
            <a:r>
              <a:rPr lang="ja-JP" altLang="en-US" sz="2000" dirty="0">
                <a:latin typeface="ＭＳ Ｐゴシック" panose="020B0600070205080204" pitchFamily="50" charset="-128"/>
                <a:ea typeface="ＭＳ Ｐゴシック" panose="020B0600070205080204" pitchFamily="50" charset="-128"/>
              </a:rPr>
              <a:t>つのネットワークが対戦しながら学習</a:t>
            </a:r>
            <a:endParaRPr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sz="2000" dirty="0">
              <a:latin typeface="ＭＳ Ｐゴシック" panose="020B0600070205080204" pitchFamily="50" charset="-128"/>
              <a:ea typeface="ＭＳ Ｐゴシック" panose="020B0600070205080204" pitchFamily="50" charset="-128"/>
            </a:endParaRPr>
          </a:p>
          <a:p>
            <a:pPr marL="742950" lvl="1" indent="-285750">
              <a:buFont typeface="Arial" panose="020B0604020202020204" pitchFamily="34" charset="0"/>
              <a:buChar char="•"/>
            </a:pPr>
            <a:r>
              <a:rPr lang="en-US" altLang="ja-JP" sz="2000" dirty="0">
                <a:latin typeface="ＭＳ Ｐゴシック" panose="020B0600070205080204" pitchFamily="50" charset="-128"/>
                <a:ea typeface="ＭＳ Ｐゴシック" panose="020B0600070205080204" pitchFamily="50" charset="-128"/>
              </a:rPr>
              <a:t>Generator</a:t>
            </a:r>
            <a:r>
              <a:rPr lang="ja-JP" altLang="en-US" sz="2000" dirty="0">
                <a:latin typeface="ＭＳ Ｐゴシック" panose="020B0600070205080204" pitchFamily="50" charset="-128"/>
                <a:ea typeface="ＭＳ Ｐゴシック" panose="020B0600070205080204" pitchFamily="50" charset="-128"/>
              </a:rPr>
              <a:t>：本物のような画像を作る</a:t>
            </a:r>
            <a:endParaRPr lang="en-US" altLang="ja-JP" sz="2000" dirty="0">
              <a:latin typeface="ＭＳ Ｐゴシック" panose="020B0600070205080204" pitchFamily="50" charset="-128"/>
              <a:ea typeface="ＭＳ Ｐゴシック" panose="020B0600070205080204" pitchFamily="50" charset="-128"/>
            </a:endParaRPr>
          </a:p>
          <a:p>
            <a:pPr marL="742950" lvl="1" indent="-285750">
              <a:buFont typeface="Arial" panose="020B0604020202020204" pitchFamily="34" charset="0"/>
              <a:buChar char="•"/>
            </a:pPr>
            <a:r>
              <a:rPr lang="en-US" altLang="ja-JP" sz="2000" dirty="0">
                <a:latin typeface="ＭＳ Ｐゴシック" panose="020B0600070205080204" pitchFamily="50" charset="-128"/>
                <a:ea typeface="ＭＳ Ｐゴシック" panose="020B0600070205080204" pitchFamily="50" charset="-128"/>
              </a:rPr>
              <a:t>Discriminator</a:t>
            </a:r>
            <a:r>
              <a:rPr lang="ja-JP" altLang="en-US" sz="2000" dirty="0">
                <a:latin typeface="ＭＳ Ｐゴシック" panose="020B0600070205080204" pitchFamily="50" charset="-128"/>
                <a:ea typeface="ＭＳ Ｐゴシック" panose="020B0600070205080204" pitchFamily="50" charset="-128"/>
              </a:rPr>
              <a:t>：画像が本物か偽物かを判別する</a:t>
            </a:r>
            <a:endParaRPr lang="en-US" altLang="ja-JP" sz="2000" dirty="0">
              <a:latin typeface="ＭＳ Ｐゴシック" panose="020B0600070205080204" pitchFamily="50" charset="-128"/>
              <a:ea typeface="ＭＳ Ｐゴシック" panose="020B0600070205080204" pitchFamily="50" charset="-128"/>
            </a:endParaRPr>
          </a:p>
        </p:txBody>
      </p:sp>
    </p:spTree>
    <p:extLst>
      <p:ext uri="{BB962C8B-B14F-4D97-AF65-F5344CB8AC3E}">
        <p14:creationId xmlns:p14="http://schemas.microsoft.com/office/powerpoint/2010/main" val="20375502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5D50A-7839-E5F9-00FA-5C5C59D29C52}"/>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9E312233-A7C4-50FD-DF2C-63F9B743D318}"/>
              </a:ext>
            </a:extLst>
          </p:cNvPr>
          <p:cNvSpPr txBox="1">
            <a:spLocks noGrp="1" noRot="1" noMove="1" noResize="1" noEditPoints="1" noAdjustHandles="1" noChangeArrowheads="1" noChangeShapeType="1"/>
          </p:cNvSpPr>
          <p:nvPr/>
        </p:nvSpPr>
        <p:spPr>
          <a:xfrm>
            <a:off x="360000" y="216000"/>
            <a:ext cx="2645276"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方法　</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評価指標</a:t>
            </a:r>
            <a:endParaRPr kumimoji="1"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E0272503-F5B6-E232-162C-0C43E9FDD6E5}"/>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6" name="TextBox 10">
            <a:extLst>
              <a:ext uri="{FF2B5EF4-FFF2-40B4-BE49-F238E27FC236}">
                <a16:creationId xmlns:a16="http://schemas.microsoft.com/office/drawing/2014/main" id="{16E41448-24BC-9B06-1EB9-6A731738036E}"/>
              </a:ext>
            </a:extLst>
          </p:cNvPr>
          <p:cNvSpPr txBox="1"/>
          <p:nvPr/>
        </p:nvSpPr>
        <p:spPr>
          <a:xfrm>
            <a:off x="359996" y="2913606"/>
            <a:ext cx="5021625"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en-US" altLang="ja-JP" sz="2400" dirty="0">
                <a:latin typeface="ＭＳ Ｐゴシック" panose="020B0600070205080204" pitchFamily="50" charset="-128"/>
                <a:ea typeface="ＭＳ Ｐゴシック" panose="020B0600070205080204" pitchFamily="50" charset="-128"/>
              </a:rPr>
              <a:t>FID</a:t>
            </a:r>
            <a:r>
              <a:rPr lang="ja-JP" altLang="en-US" sz="2400" dirty="0">
                <a:latin typeface="ＭＳ Ｐゴシック" panose="020B0600070205080204" pitchFamily="50" charset="-128"/>
                <a:ea typeface="ＭＳ Ｐゴシック" panose="020B0600070205080204" pitchFamily="50" charset="-128"/>
              </a:rPr>
              <a:t>（</a:t>
            </a:r>
            <a:r>
              <a:rPr lang="en-US" altLang="ja-JP" sz="2400" dirty="0">
                <a:latin typeface="ＭＳ Ｐゴシック" panose="020B0600070205080204" pitchFamily="50" charset="-128"/>
                <a:ea typeface="ＭＳ Ｐゴシック" panose="020B0600070205080204" pitchFamily="50" charset="-128"/>
              </a:rPr>
              <a:t>Fréchet Inception Distance</a:t>
            </a:r>
            <a:r>
              <a:rPr lang="ja-JP" altLang="en-US" sz="2400" dirty="0">
                <a:latin typeface="ＭＳ Ｐゴシック" panose="020B0600070205080204" pitchFamily="50" charset="-128"/>
                <a:ea typeface="ＭＳ Ｐゴシック" panose="020B0600070205080204" pitchFamily="50" charset="-128"/>
              </a:rPr>
              <a:t>）</a:t>
            </a:r>
            <a:endParaRPr lang="en-US" altLang="ja-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sp>
        <p:nvSpPr>
          <p:cNvPr id="7" name="TextBox 10">
            <a:extLst>
              <a:ext uri="{FF2B5EF4-FFF2-40B4-BE49-F238E27FC236}">
                <a16:creationId xmlns:a16="http://schemas.microsoft.com/office/drawing/2014/main" id="{7470C17C-451F-5930-7789-1729642600A3}"/>
              </a:ext>
            </a:extLst>
          </p:cNvPr>
          <p:cNvSpPr txBox="1"/>
          <p:nvPr/>
        </p:nvSpPr>
        <p:spPr>
          <a:xfrm>
            <a:off x="359997" y="4700995"/>
            <a:ext cx="5021625"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en-US" altLang="ja-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IS</a:t>
            </a: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a:t>
            </a:r>
            <a:r>
              <a:rPr lang="en-US" altLang="ja-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Inception Score</a:t>
            </a: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a:t>
            </a:r>
            <a:endParaRPr lang="en-US" altLang="ja-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sp>
        <p:nvSpPr>
          <p:cNvPr id="8" name="テキスト ボックス 7">
            <a:extLst>
              <a:ext uri="{FF2B5EF4-FFF2-40B4-BE49-F238E27FC236}">
                <a16:creationId xmlns:a16="http://schemas.microsoft.com/office/drawing/2014/main" id="{C9CE145F-F66B-EF49-6887-C42A1F2885C7}"/>
              </a:ext>
            </a:extLst>
          </p:cNvPr>
          <p:cNvSpPr txBox="1"/>
          <p:nvPr/>
        </p:nvSpPr>
        <p:spPr>
          <a:xfrm>
            <a:off x="590548" y="3493281"/>
            <a:ext cx="9582149" cy="1015663"/>
          </a:xfrm>
          <a:prstGeom prst="rect">
            <a:avLst/>
          </a:prstGeom>
          <a:noFill/>
        </p:spPr>
        <p:txBody>
          <a:bodyPr wrap="square">
            <a:spAutoFit/>
          </a:bodyPr>
          <a:lstStyle/>
          <a:p>
            <a:pPr marL="285750" indent="-28575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合成画像の“リアルさ”を実画像と比較して定量的に評価するための指標</a:t>
            </a:r>
            <a:endParaRPr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値が</a:t>
            </a:r>
            <a:r>
              <a:rPr lang="ja-JP" altLang="en-US" sz="2000" dirty="0">
                <a:solidFill>
                  <a:srgbClr val="FF0000"/>
                </a:solidFill>
                <a:latin typeface="ＭＳ Ｐゴシック" panose="020B0600070205080204" pitchFamily="50" charset="-128"/>
                <a:ea typeface="ＭＳ Ｐゴシック" panose="020B0600070205080204" pitchFamily="50" charset="-128"/>
              </a:rPr>
              <a:t>小さい</a:t>
            </a:r>
            <a:r>
              <a:rPr lang="ja-JP" altLang="en-US" sz="2000" dirty="0">
                <a:latin typeface="ＭＳ Ｐゴシック" panose="020B0600070205080204" pitchFamily="50" charset="-128"/>
                <a:ea typeface="ＭＳ Ｐゴシック" panose="020B0600070205080204" pitchFamily="50" charset="-128"/>
              </a:rPr>
              <a:t>ほど実画像に近い</a:t>
            </a:r>
            <a:endParaRPr lang="en-US" altLang="ja-JP" sz="2000" dirty="0">
              <a:latin typeface="ＭＳ Ｐゴシック" panose="020B0600070205080204" pitchFamily="50" charset="-128"/>
              <a:ea typeface="ＭＳ Ｐゴシック" panose="020B0600070205080204" pitchFamily="50" charset="-128"/>
            </a:endParaRPr>
          </a:p>
        </p:txBody>
      </p:sp>
      <p:sp>
        <p:nvSpPr>
          <p:cNvPr id="22" name="テキスト ボックス 21">
            <a:extLst>
              <a:ext uri="{FF2B5EF4-FFF2-40B4-BE49-F238E27FC236}">
                <a16:creationId xmlns:a16="http://schemas.microsoft.com/office/drawing/2014/main" id="{40619BF9-0167-5457-3EE8-77280843F1B5}"/>
              </a:ext>
            </a:extLst>
          </p:cNvPr>
          <p:cNvSpPr txBox="1"/>
          <p:nvPr/>
        </p:nvSpPr>
        <p:spPr>
          <a:xfrm>
            <a:off x="590548" y="5249620"/>
            <a:ext cx="5505452" cy="1015663"/>
          </a:xfrm>
          <a:prstGeom prst="rect">
            <a:avLst/>
          </a:prstGeom>
          <a:noFill/>
        </p:spPr>
        <p:txBody>
          <a:bodyPr wrap="square">
            <a:spAutoFit/>
          </a:bodyPr>
          <a:lstStyle/>
          <a:p>
            <a:pPr marL="285750" indent="-28575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合成画像の多様性と認識しやすさを評価</a:t>
            </a:r>
            <a:endParaRPr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値が</a:t>
            </a:r>
            <a:r>
              <a:rPr lang="ja-JP" altLang="en-US" sz="2000" dirty="0">
                <a:solidFill>
                  <a:srgbClr val="FF0000"/>
                </a:solidFill>
                <a:latin typeface="ＭＳ Ｐゴシック" panose="020B0600070205080204" pitchFamily="50" charset="-128"/>
                <a:ea typeface="ＭＳ Ｐゴシック" panose="020B0600070205080204" pitchFamily="50" charset="-128"/>
              </a:rPr>
              <a:t>大きい</a:t>
            </a:r>
            <a:r>
              <a:rPr lang="ja-JP" altLang="en-US" sz="2000" dirty="0">
                <a:latin typeface="ＭＳ Ｐゴシック" panose="020B0600070205080204" pitchFamily="50" charset="-128"/>
                <a:ea typeface="ＭＳ Ｐゴシック" panose="020B0600070205080204" pitchFamily="50" charset="-128"/>
              </a:rPr>
              <a:t>ほど多様で識別しやすい画像</a:t>
            </a:r>
            <a:endParaRPr lang="en-US" altLang="ja-JP" sz="2000" dirty="0">
              <a:latin typeface="ＭＳ Ｐゴシック" panose="020B0600070205080204" pitchFamily="50" charset="-128"/>
              <a:ea typeface="ＭＳ Ｐゴシック" panose="020B0600070205080204" pitchFamily="50" charset="-128"/>
            </a:endParaRPr>
          </a:p>
        </p:txBody>
      </p:sp>
      <p:sp>
        <p:nvSpPr>
          <p:cNvPr id="24" name="TextBox 10">
            <a:extLst>
              <a:ext uri="{FF2B5EF4-FFF2-40B4-BE49-F238E27FC236}">
                <a16:creationId xmlns:a16="http://schemas.microsoft.com/office/drawing/2014/main" id="{74788351-DE70-062E-DEDB-82361E9C0772}"/>
              </a:ext>
            </a:extLst>
          </p:cNvPr>
          <p:cNvSpPr txBox="1"/>
          <p:nvPr/>
        </p:nvSpPr>
        <p:spPr>
          <a:xfrm>
            <a:off x="359995" y="1126217"/>
            <a:ext cx="7233501"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神経放射線専門医による主観的評価（視覚的判別）</a:t>
            </a:r>
            <a:endParaRPr lang="en-US" altLang="ja-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sp>
        <p:nvSpPr>
          <p:cNvPr id="25" name="テキスト ボックス 24">
            <a:extLst>
              <a:ext uri="{FF2B5EF4-FFF2-40B4-BE49-F238E27FC236}">
                <a16:creationId xmlns:a16="http://schemas.microsoft.com/office/drawing/2014/main" id="{329763C4-DF92-FD1A-2442-DDD1EE34C9CA}"/>
              </a:ext>
            </a:extLst>
          </p:cNvPr>
          <p:cNvSpPr txBox="1"/>
          <p:nvPr/>
        </p:nvSpPr>
        <p:spPr>
          <a:xfrm>
            <a:off x="590548" y="1731649"/>
            <a:ext cx="9582149" cy="1015663"/>
          </a:xfrm>
          <a:prstGeom prst="rect">
            <a:avLst/>
          </a:prstGeom>
          <a:noFill/>
        </p:spPr>
        <p:txBody>
          <a:bodyPr wrap="square">
            <a:spAutoFit/>
          </a:bodyPr>
          <a:lstStyle/>
          <a:p>
            <a:pPr marL="285750" indent="-28575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評価対象：合計</a:t>
            </a:r>
            <a:r>
              <a:rPr lang="en-US" altLang="ja-JP" sz="2000" dirty="0">
                <a:latin typeface="ＭＳ Ｐゴシック" panose="020B0600070205080204" pitchFamily="50" charset="-128"/>
                <a:ea typeface="ＭＳ Ｐゴシック" panose="020B0600070205080204" pitchFamily="50" charset="-128"/>
              </a:rPr>
              <a:t>600</a:t>
            </a:r>
            <a:r>
              <a:rPr lang="ja-JP" altLang="en-US" sz="2000" dirty="0">
                <a:latin typeface="ＭＳ Ｐゴシック" panose="020B0600070205080204" pitchFamily="50" charset="-128"/>
                <a:ea typeface="ＭＳ Ｐゴシック" panose="020B0600070205080204" pitchFamily="50" charset="-128"/>
              </a:rPr>
              <a:t>画像（実画像</a:t>
            </a:r>
            <a:r>
              <a:rPr lang="en-US" altLang="ja-JP" sz="2000" dirty="0">
                <a:latin typeface="ＭＳ Ｐゴシック" panose="020B0600070205080204" pitchFamily="50" charset="-128"/>
                <a:ea typeface="ＭＳ Ｐゴシック" panose="020B0600070205080204" pitchFamily="50" charset="-128"/>
              </a:rPr>
              <a:t>100</a:t>
            </a:r>
            <a:r>
              <a:rPr lang="ja-JP" altLang="en-US" sz="2000" dirty="0">
                <a:latin typeface="ＭＳ Ｐゴシック" panose="020B0600070205080204" pitchFamily="50" charset="-128"/>
                <a:ea typeface="ＭＳ Ｐゴシック" panose="020B0600070205080204" pitchFamily="50" charset="-128"/>
              </a:rPr>
              <a:t>枚、各生成モデルから</a:t>
            </a:r>
            <a:r>
              <a:rPr lang="en-US" altLang="ja-JP" sz="2000" dirty="0">
                <a:latin typeface="ＭＳ Ｐゴシック" panose="020B0600070205080204" pitchFamily="50" charset="-128"/>
                <a:ea typeface="ＭＳ Ｐゴシック" panose="020B0600070205080204" pitchFamily="50" charset="-128"/>
              </a:rPr>
              <a:t>100</a:t>
            </a:r>
            <a:r>
              <a:rPr lang="ja-JP" altLang="en-US" sz="2000" dirty="0">
                <a:latin typeface="ＭＳ Ｐゴシック" panose="020B0600070205080204" pitchFamily="50" charset="-128"/>
                <a:ea typeface="ＭＳ Ｐゴシック" panose="020B0600070205080204" pitchFamily="50" charset="-128"/>
              </a:rPr>
              <a:t>枚ずつ）</a:t>
            </a:r>
            <a:endParaRPr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タスク：各画像を「実画像」または「合成画像」と分類させる</a:t>
            </a:r>
            <a:endParaRPr lang="en-US" altLang="ja-JP" sz="2000" dirty="0">
              <a:latin typeface="ＭＳ Ｐゴシック" panose="020B0600070205080204" pitchFamily="50" charset="-128"/>
              <a:ea typeface="ＭＳ Ｐゴシック" panose="020B0600070205080204" pitchFamily="50" charset="-128"/>
            </a:endParaRPr>
          </a:p>
        </p:txBody>
      </p:sp>
    </p:spTree>
    <p:extLst>
      <p:ext uri="{BB962C8B-B14F-4D97-AF65-F5344CB8AC3E}">
        <p14:creationId xmlns:p14="http://schemas.microsoft.com/office/powerpoint/2010/main" val="3113475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BF778-ECCE-E07E-CF07-CC203DCFFCA3}"/>
            </a:ext>
          </a:extLst>
        </p:cNvPr>
        <p:cNvGrpSpPr/>
        <p:nvPr/>
      </p:nvGrpSpPr>
      <p:grpSpPr>
        <a:xfrm>
          <a:off x="0" y="0"/>
          <a:ext cx="0" cy="0"/>
          <a:chOff x="0" y="0"/>
          <a:chExt cx="0" cy="0"/>
        </a:xfrm>
      </p:grpSpPr>
      <p:sp>
        <p:nvSpPr>
          <p:cNvPr id="39" name="正方形/長方形 38">
            <a:extLst>
              <a:ext uri="{FF2B5EF4-FFF2-40B4-BE49-F238E27FC236}">
                <a16:creationId xmlns:a16="http://schemas.microsoft.com/office/drawing/2014/main" id="{71B7E46A-B020-743F-9BB5-4C89BCBF4882}"/>
              </a:ext>
            </a:extLst>
          </p:cNvPr>
          <p:cNvSpPr/>
          <p:nvPr/>
        </p:nvSpPr>
        <p:spPr>
          <a:xfrm>
            <a:off x="415315" y="1726760"/>
            <a:ext cx="5476865" cy="5011971"/>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 name="テキスト ボックス 3">
            <a:extLst>
              <a:ext uri="{FF2B5EF4-FFF2-40B4-BE49-F238E27FC236}">
                <a16:creationId xmlns:a16="http://schemas.microsoft.com/office/drawing/2014/main" id="{6CB11DF4-BE21-4DD1-B644-0FF706538392}"/>
              </a:ext>
            </a:extLst>
          </p:cNvPr>
          <p:cNvSpPr txBox="1">
            <a:spLocks noGrp="1" noRot="1" noMove="1" noResize="1" noEditPoints="1" noAdjustHandles="1" noChangeArrowheads="1" noChangeShapeType="1"/>
          </p:cNvSpPr>
          <p:nvPr/>
        </p:nvSpPr>
        <p:spPr>
          <a:xfrm>
            <a:off x="360000" y="216000"/>
            <a:ext cx="2480166"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結果 </a:t>
            </a:r>
            <a:r>
              <a:rPr lang="ja-JP" altLang="en-US" sz="2400" dirty="0">
                <a:solidFill>
                  <a:schemeClr val="tx1">
                    <a:lumMod val="75000"/>
                    <a:lumOff val="25000"/>
                  </a:schemeClr>
                </a:solidFill>
                <a:latin typeface="Arial" panose="020B0604020202020204" pitchFamily="34" charset="0"/>
                <a:ea typeface="MS PGothic" panose="020B0600070205080204" pitchFamily="34" charset="-128"/>
                <a:cs typeface="Arial" panose="020B0604020202020204" pitchFamily="34" charset="0"/>
              </a:rPr>
              <a:t>合成画像</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2F67790C-5761-D721-ED5D-45A922C55BD1}"/>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8" name="TextBox 10">
            <a:extLst>
              <a:ext uri="{FF2B5EF4-FFF2-40B4-BE49-F238E27FC236}">
                <a16:creationId xmlns:a16="http://schemas.microsoft.com/office/drawing/2014/main" id="{39FFF33C-5F45-F714-230B-19D614A91A21}"/>
              </a:ext>
            </a:extLst>
          </p:cNvPr>
          <p:cNvSpPr txBox="1"/>
          <p:nvPr/>
        </p:nvSpPr>
        <p:spPr>
          <a:xfrm>
            <a:off x="359999" y="1100548"/>
            <a:ext cx="6575245"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en-US" altLang="ja-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GAN</a:t>
            </a: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と拡散モデルによって生成された合成画像</a:t>
            </a:r>
            <a:endParaRPr lang="en-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grpSp>
        <p:nvGrpSpPr>
          <p:cNvPr id="26" name="グループ化 25">
            <a:extLst>
              <a:ext uri="{FF2B5EF4-FFF2-40B4-BE49-F238E27FC236}">
                <a16:creationId xmlns:a16="http://schemas.microsoft.com/office/drawing/2014/main" id="{B197C8CF-B7C7-F3DA-42B3-7C4F8CA257E6}"/>
              </a:ext>
            </a:extLst>
          </p:cNvPr>
          <p:cNvGrpSpPr/>
          <p:nvPr/>
        </p:nvGrpSpPr>
        <p:grpSpPr>
          <a:xfrm>
            <a:off x="1618680" y="1909676"/>
            <a:ext cx="4371092" cy="308914"/>
            <a:chOff x="1063957" y="2004531"/>
            <a:chExt cx="4371092" cy="308914"/>
          </a:xfrm>
        </p:grpSpPr>
        <p:sp>
          <p:nvSpPr>
            <p:cNvPr id="18" name="テキスト ボックス 17">
              <a:extLst>
                <a:ext uri="{FF2B5EF4-FFF2-40B4-BE49-F238E27FC236}">
                  <a16:creationId xmlns:a16="http://schemas.microsoft.com/office/drawing/2014/main" id="{E0CB0389-44F0-8EA9-8301-C89DA04C0750}"/>
                </a:ext>
              </a:extLst>
            </p:cNvPr>
            <p:cNvSpPr txBox="1"/>
            <p:nvPr/>
          </p:nvSpPr>
          <p:spPr>
            <a:xfrm>
              <a:off x="1063957" y="2004531"/>
              <a:ext cx="863209" cy="307777"/>
            </a:xfrm>
            <a:prstGeom prst="rect">
              <a:avLst/>
            </a:prstGeom>
            <a:noFill/>
          </p:spPr>
          <p:txBody>
            <a:bodyPr wrap="square">
              <a:spAutoFit/>
            </a:bodyPr>
            <a:lstStyle/>
            <a:p>
              <a:pPr algn="ctr"/>
              <a:r>
                <a:rPr lang="en-US" altLang="ja-JP" sz="1400" dirty="0">
                  <a:latin typeface="ＭＳ Ｐゴシック" panose="020B0600070205080204" pitchFamily="50" charset="-128"/>
                  <a:ea typeface="ＭＳ Ｐゴシック" panose="020B0600070205080204" pitchFamily="50" charset="-128"/>
                </a:rPr>
                <a:t>T1w</a:t>
              </a:r>
              <a:endParaRPr lang="ja-JP" altLang="en-US" sz="1400" dirty="0"/>
            </a:p>
          </p:txBody>
        </p:sp>
        <p:sp>
          <p:nvSpPr>
            <p:cNvPr id="19" name="テキスト ボックス 18">
              <a:extLst>
                <a:ext uri="{FF2B5EF4-FFF2-40B4-BE49-F238E27FC236}">
                  <a16:creationId xmlns:a16="http://schemas.microsoft.com/office/drawing/2014/main" id="{F4EEAF29-B070-0FE4-85CD-42FD4D1652C3}"/>
                </a:ext>
              </a:extLst>
            </p:cNvPr>
            <p:cNvSpPr txBox="1"/>
            <p:nvPr/>
          </p:nvSpPr>
          <p:spPr>
            <a:xfrm>
              <a:off x="1878019" y="2004531"/>
              <a:ext cx="863209" cy="307777"/>
            </a:xfrm>
            <a:prstGeom prst="rect">
              <a:avLst/>
            </a:prstGeom>
            <a:noFill/>
          </p:spPr>
          <p:txBody>
            <a:bodyPr wrap="square">
              <a:spAutoFit/>
            </a:bodyPr>
            <a:lstStyle/>
            <a:p>
              <a:pPr algn="ctr"/>
              <a:r>
                <a:rPr lang="en-US" altLang="ja-JP" sz="1400" dirty="0">
                  <a:latin typeface="ＭＳ Ｐゴシック" panose="020B0600070205080204" pitchFamily="50" charset="-128"/>
                  <a:ea typeface="ＭＳ Ｐゴシック" panose="020B0600070205080204" pitchFamily="50" charset="-128"/>
                </a:rPr>
                <a:t>T1wGd</a:t>
              </a:r>
              <a:endParaRPr lang="ja-JP" altLang="en-US" sz="1400" dirty="0"/>
            </a:p>
          </p:txBody>
        </p:sp>
        <p:sp>
          <p:nvSpPr>
            <p:cNvPr id="20" name="テキスト ボックス 19">
              <a:extLst>
                <a:ext uri="{FF2B5EF4-FFF2-40B4-BE49-F238E27FC236}">
                  <a16:creationId xmlns:a16="http://schemas.microsoft.com/office/drawing/2014/main" id="{AD1C581E-CA13-F1B8-0F1D-DC6A7EE49311}"/>
                </a:ext>
              </a:extLst>
            </p:cNvPr>
            <p:cNvSpPr txBox="1"/>
            <p:nvPr/>
          </p:nvSpPr>
          <p:spPr>
            <a:xfrm>
              <a:off x="2760806" y="2005668"/>
              <a:ext cx="863209" cy="307777"/>
            </a:xfrm>
            <a:prstGeom prst="rect">
              <a:avLst/>
            </a:prstGeom>
            <a:noFill/>
          </p:spPr>
          <p:txBody>
            <a:bodyPr wrap="square">
              <a:spAutoFit/>
            </a:bodyPr>
            <a:lstStyle/>
            <a:p>
              <a:pPr algn="ctr"/>
              <a:r>
                <a:rPr lang="en-US" altLang="ja-JP" sz="1400" dirty="0">
                  <a:latin typeface="ＭＳ Ｐゴシック" panose="020B0600070205080204" pitchFamily="50" charset="-128"/>
                  <a:ea typeface="ＭＳ Ｐゴシック" panose="020B0600070205080204" pitchFamily="50" charset="-128"/>
                </a:rPr>
                <a:t>T2w</a:t>
              </a:r>
              <a:endParaRPr lang="ja-JP" altLang="en-US" sz="1400" dirty="0"/>
            </a:p>
          </p:txBody>
        </p:sp>
        <p:sp>
          <p:nvSpPr>
            <p:cNvPr id="21" name="テキスト ボックス 20">
              <a:extLst>
                <a:ext uri="{FF2B5EF4-FFF2-40B4-BE49-F238E27FC236}">
                  <a16:creationId xmlns:a16="http://schemas.microsoft.com/office/drawing/2014/main" id="{EE017569-4727-B3FF-1689-69BBD1BD4744}"/>
                </a:ext>
              </a:extLst>
            </p:cNvPr>
            <p:cNvSpPr txBox="1"/>
            <p:nvPr/>
          </p:nvSpPr>
          <p:spPr>
            <a:xfrm>
              <a:off x="3445100" y="2005668"/>
              <a:ext cx="1009569" cy="307777"/>
            </a:xfrm>
            <a:prstGeom prst="rect">
              <a:avLst/>
            </a:prstGeom>
            <a:noFill/>
          </p:spPr>
          <p:txBody>
            <a:bodyPr wrap="square">
              <a:spAutoFit/>
            </a:bodyPr>
            <a:lstStyle/>
            <a:p>
              <a:pPr algn="ctr"/>
              <a:r>
                <a:rPr lang="en-US" altLang="ja-JP" sz="1400" dirty="0">
                  <a:latin typeface="ＭＳ Ｐゴシック" panose="020B0600070205080204" pitchFamily="50" charset="-128"/>
                  <a:ea typeface="ＭＳ Ｐゴシック" panose="020B0600070205080204" pitchFamily="50" charset="-128"/>
                </a:rPr>
                <a:t>T2FLAIR</a:t>
              </a:r>
              <a:endParaRPr lang="ja-JP" altLang="en-US" sz="1400" dirty="0"/>
            </a:p>
          </p:txBody>
        </p:sp>
        <p:sp>
          <p:nvSpPr>
            <p:cNvPr id="22" name="テキスト ボックス 21">
              <a:extLst>
                <a:ext uri="{FF2B5EF4-FFF2-40B4-BE49-F238E27FC236}">
                  <a16:creationId xmlns:a16="http://schemas.microsoft.com/office/drawing/2014/main" id="{EA2530DB-22E5-D0E7-7AEA-4B6AEC3A266B}"/>
                </a:ext>
              </a:extLst>
            </p:cNvPr>
            <p:cNvSpPr txBox="1"/>
            <p:nvPr/>
          </p:nvSpPr>
          <p:spPr>
            <a:xfrm>
              <a:off x="4130475" y="2004531"/>
              <a:ext cx="1304574" cy="307777"/>
            </a:xfrm>
            <a:prstGeom prst="rect">
              <a:avLst/>
            </a:prstGeom>
            <a:noFill/>
          </p:spPr>
          <p:txBody>
            <a:bodyPr wrap="square">
              <a:spAutoFit/>
            </a:bodyPr>
            <a:lstStyle/>
            <a:p>
              <a:pPr algn="ctr"/>
              <a:r>
                <a:rPr lang="en-US" altLang="ja-JP" sz="1400" dirty="0">
                  <a:latin typeface="ＭＳ Ｐゴシック" panose="020B0600070205080204" pitchFamily="50" charset="-128"/>
                  <a:ea typeface="ＭＳ Ｐゴシック" panose="020B0600070205080204" pitchFamily="50" charset="-128"/>
                </a:rPr>
                <a:t>SED Mask</a:t>
              </a:r>
              <a:endParaRPr lang="ja-JP" altLang="en-US" sz="1400" dirty="0"/>
            </a:p>
          </p:txBody>
        </p:sp>
      </p:grpSp>
      <p:pic>
        <p:nvPicPr>
          <p:cNvPr id="23" name="図 22">
            <a:extLst>
              <a:ext uri="{FF2B5EF4-FFF2-40B4-BE49-F238E27FC236}">
                <a16:creationId xmlns:a16="http://schemas.microsoft.com/office/drawing/2014/main" id="{2207F787-AD4E-7517-D247-388EF5527445}"/>
              </a:ext>
            </a:extLst>
          </p:cNvPr>
          <p:cNvPicPr>
            <a:picLocks noChangeAspect="1"/>
          </p:cNvPicPr>
          <p:nvPr/>
        </p:nvPicPr>
        <p:blipFill>
          <a:blip r:embed="rId3"/>
          <a:srcRect t="14995" r="373" b="-237"/>
          <a:stretch/>
        </p:blipFill>
        <p:spPr>
          <a:xfrm>
            <a:off x="1628741" y="2350276"/>
            <a:ext cx="4146616" cy="4226127"/>
          </a:xfrm>
          <a:prstGeom prst="rect">
            <a:avLst/>
          </a:prstGeom>
        </p:spPr>
      </p:pic>
      <p:sp>
        <p:nvSpPr>
          <p:cNvPr id="41" name="テキスト ボックス 40">
            <a:extLst>
              <a:ext uri="{FF2B5EF4-FFF2-40B4-BE49-F238E27FC236}">
                <a16:creationId xmlns:a16="http://schemas.microsoft.com/office/drawing/2014/main" id="{FCE2A25F-3474-EC09-7A1D-3820C30AF522}"/>
              </a:ext>
            </a:extLst>
          </p:cNvPr>
          <p:cNvSpPr txBox="1"/>
          <p:nvPr/>
        </p:nvSpPr>
        <p:spPr>
          <a:xfrm>
            <a:off x="474670" y="3470060"/>
            <a:ext cx="1126009" cy="307777"/>
          </a:xfrm>
          <a:prstGeom prst="rect">
            <a:avLst/>
          </a:prstGeom>
          <a:noFill/>
        </p:spPr>
        <p:txBody>
          <a:bodyPr wrap="square">
            <a:spAutoFit/>
          </a:bodyPr>
          <a:lstStyle/>
          <a:p>
            <a:pPr algn="ctr"/>
            <a:r>
              <a:rPr lang="en-US" altLang="ja-JP" sz="1400" dirty="0">
                <a:latin typeface="ＭＳ Ｐゴシック" panose="020B0600070205080204" pitchFamily="50" charset="-128"/>
                <a:ea typeface="ＭＳ Ｐゴシック" panose="020B0600070205080204" pitchFamily="50" charset="-128"/>
              </a:rPr>
              <a:t>StyeleGAN1</a:t>
            </a:r>
            <a:endParaRPr lang="ja-JP" altLang="en-US" sz="1400" dirty="0"/>
          </a:p>
        </p:txBody>
      </p:sp>
      <p:sp>
        <p:nvSpPr>
          <p:cNvPr id="42" name="テキスト ボックス 41">
            <a:extLst>
              <a:ext uri="{FF2B5EF4-FFF2-40B4-BE49-F238E27FC236}">
                <a16:creationId xmlns:a16="http://schemas.microsoft.com/office/drawing/2014/main" id="{B86014C0-BA5B-2B77-1096-D1138CFF9303}"/>
              </a:ext>
            </a:extLst>
          </p:cNvPr>
          <p:cNvSpPr txBox="1"/>
          <p:nvPr/>
        </p:nvSpPr>
        <p:spPr>
          <a:xfrm>
            <a:off x="578007" y="2611052"/>
            <a:ext cx="863209" cy="307777"/>
          </a:xfrm>
          <a:prstGeom prst="rect">
            <a:avLst/>
          </a:prstGeom>
          <a:noFill/>
        </p:spPr>
        <p:txBody>
          <a:bodyPr wrap="square">
            <a:spAutoFit/>
          </a:bodyPr>
          <a:lstStyle/>
          <a:p>
            <a:pPr algn="ctr"/>
            <a:r>
              <a:rPr lang="en-US" altLang="ja-JP" sz="1400" dirty="0" err="1">
                <a:latin typeface="ＭＳ Ｐゴシック" panose="020B0600070205080204" pitchFamily="50" charset="-128"/>
                <a:ea typeface="ＭＳ Ｐゴシック" panose="020B0600070205080204" pitchFamily="50" charset="-128"/>
              </a:rPr>
              <a:t>ProGAN</a:t>
            </a:r>
            <a:endParaRPr lang="ja-JP" altLang="en-US" sz="1400" dirty="0"/>
          </a:p>
        </p:txBody>
      </p:sp>
      <p:sp>
        <p:nvSpPr>
          <p:cNvPr id="43" name="テキスト ボックス 42">
            <a:extLst>
              <a:ext uri="{FF2B5EF4-FFF2-40B4-BE49-F238E27FC236}">
                <a16:creationId xmlns:a16="http://schemas.microsoft.com/office/drawing/2014/main" id="{71C14E0F-17E0-E747-476A-A232CB3CACF5}"/>
              </a:ext>
            </a:extLst>
          </p:cNvPr>
          <p:cNvSpPr txBox="1"/>
          <p:nvPr/>
        </p:nvSpPr>
        <p:spPr>
          <a:xfrm>
            <a:off x="467599" y="4348958"/>
            <a:ext cx="1126009" cy="307777"/>
          </a:xfrm>
          <a:prstGeom prst="rect">
            <a:avLst/>
          </a:prstGeom>
          <a:noFill/>
        </p:spPr>
        <p:txBody>
          <a:bodyPr wrap="square">
            <a:spAutoFit/>
          </a:bodyPr>
          <a:lstStyle/>
          <a:p>
            <a:pPr algn="ctr"/>
            <a:r>
              <a:rPr lang="en-US" altLang="ja-JP" sz="1400" dirty="0">
                <a:latin typeface="ＭＳ Ｐゴシック" panose="020B0600070205080204" pitchFamily="50" charset="-128"/>
                <a:ea typeface="ＭＳ Ｐゴシック" panose="020B0600070205080204" pitchFamily="50" charset="-128"/>
              </a:rPr>
              <a:t>StyeleGAN2</a:t>
            </a:r>
            <a:endParaRPr lang="ja-JP" altLang="en-US" sz="1400" dirty="0"/>
          </a:p>
        </p:txBody>
      </p:sp>
      <p:sp>
        <p:nvSpPr>
          <p:cNvPr id="44" name="テキスト ボックス 43">
            <a:extLst>
              <a:ext uri="{FF2B5EF4-FFF2-40B4-BE49-F238E27FC236}">
                <a16:creationId xmlns:a16="http://schemas.microsoft.com/office/drawing/2014/main" id="{3977143A-7995-404D-7956-C5C165B03B5D}"/>
              </a:ext>
            </a:extLst>
          </p:cNvPr>
          <p:cNvSpPr txBox="1"/>
          <p:nvPr/>
        </p:nvSpPr>
        <p:spPr>
          <a:xfrm>
            <a:off x="446608" y="5231137"/>
            <a:ext cx="1126009" cy="307777"/>
          </a:xfrm>
          <a:prstGeom prst="rect">
            <a:avLst/>
          </a:prstGeom>
          <a:noFill/>
        </p:spPr>
        <p:txBody>
          <a:bodyPr wrap="square">
            <a:spAutoFit/>
          </a:bodyPr>
          <a:lstStyle/>
          <a:p>
            <a:pPr algn="ctr"/>
            <a:r>
              <a:rPr lang="en-US" altLang="ja-JP" sz="1400" dirty="0">
                <a:latin typeface="ＭＳ Ｐゴシック" panose="020B0600070205080204" pitchFamily="50" charset="-128"/>
                <a:ea typeface="ＭＳ Ｐゴシック" panose="020B0600070205080204" pitchFamily="50" charset="-128"/>
              </a:rPr>
              <a:t>StyeleGAN3</a:t>
            </a:r>
            <a:endParaRPr lang="ja-JP" altLang="en-US" sz="1400" dirty="0"/>
          </a:p>
        </p:txBody>
      </p:sp>
      <p:sp>
        <p:nvSpPr>
          <p:cNvPr id="45" name="テキスト ボックス 44">
            <a:extLst>
              <a:ext uri="{FF2B5EF4-FFF2-40B4-BE49-F238E27FC236}">
                <a16:creationId xmlns:a16="http://schemas.microsoft.com/office/drawing/2014/main" id="{72634091-9E14-DBEA-B01D-C60213899652}"/>
              </a:ext>
            </a:extLst>
          </p:cNvPr>
          <p:cNvSpPr txBox="1"/>
          <p:nvPr/>
        </p:nvSpPr>
        <p:spPr>
          <a:xfrm>
            <a:off x="502732" y="6043599"/>
            <a:ext cx="1126009" cy="307777"/>
          </a:xfrm>
          <a:prstGeom prst="rect">
            <a:avLst/>
          </a:prstGeom>
          <a:noFill/>
        </p:spPr>
        <p:txBody>
          <a:bodyPr wrap="square">
            <a:spAutoFit/>
          </a:bodyPr>
          <a:lstStyle/>
          <a:p>
            <a:pPr algn="ctr"/>
            <a:r>
              <a:rPr lang="ja-JP" altLang="en-US" sz="1400" dirty="0">
                <a:latin typeface="ＭＳ Ｐゴシック" panose="020B0600070205080204" pitchFamily="50" charset="-128"/>
                <a:ea typeface="ＭＳ Ｐゴシック" panose="020B0600070205080204" pitchFamily="50" charset="-128"/>
              </a:rPr>
              <a:t>拡散モデル</a:t>
            </a:r>
            <a:endParaRPr lang="ja-JP" altLang="en-US" sz="1400" dirty="0"/>
          </a:p>
        </p:txBody>
      </p:sp>
      <p:grpSp>
        <p:nvGrpSpPr>
          <p:cNvPr id="46" name="グループ化 45">
            <a:extLst>
              <a:ext uri="{FF2B5EF4-FFF2-40B4-BE49-F238E27FC236}">
                <a16:creationId xmlns:a16="http://schemas.microsoft.com/office/drawing/2014/main" id="{108CF687-3DDD-7390-C16A-A060B1E97DE3}"/>
              </a:ext>
            </a:extLst>
          </p:cNvPr>
          <p:cNvGrpSpPr/>
          <p:nvPr/>
        </p:nvGrpSpPr>
        <p:grpSpPr>
          <a:xfrm>
            <a:off x="6156013" y="4848753"/>
            <a:ext cx="5723987" cy="1889978"/>
            <a:chOff x="6016517" y="1853592"/>
            <a:chExt cx="5863483" cy="1950083"/>
          </a:xfrm>
        </p:grpSpPr>
        <p:grpSp>
          <p:nvGrpSpPr>
            <p:cNvPr id="47" name="グループ化 46">
              <a:extLst>
                <a:ext uri="{FF2B5EF4-FFF2-40B4-BE49-F238E27FC236}">
                  <a16:creationId xmlns:a16="http://schemas.microsoft.com/office/drawing/2014/main" id="{13D12182-E3D5-D031-78F2-2868ECA340D3}"/>
                </a:ext>
              </a:extLst>
            </p:cNvPr>
            <p:cNvGrpSpPr/>
            <p:nvPr/>
          </p:nvGrpSpPr>
          <p:grpSpPr>
            <a:xfrm>
              <a:off x="6016517" y="2262929"/>
              <a:ext cx="5863483" cy="1540746"/>
              <a:chOff x="5688532" y="2500473"/>
              <a:chExt cx="5863483" cy="1540746"/>
            </a:xfrm>
          </p:grpSpPr>
          <p:sp>
            <p:nvSpPr>
              <p:cNvPr id="49" name="正方形/長方形 48">
                <a:extLst>
                  <a:ext uri="{FF2B5EF4-FFF2-40B4-BE49-F238E27FC236}">
                    <a16:creationId xmlns:a16="http://schemas.microsoft.com/office/drawing/2014/main" id="{18A3DBC8-6E56-C5D0-9524-B45C7E515EB4}"/>
                  </a:ext>
                </a:extLst>
              </p:cNvPr>
              <p:cNvSpPr/>
              <p:nvPr/>
            </p:nvSpPr>
            <p:spPr>
              <a:xfrm>
                <a:off x="5688532" y="2500473"/>
                <a:ext cx="5779568" cy="1540745"/>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50" name="グループ化 49">
                <a:extLst>
                  <a:ext uri="{FF2B5EF4-FFF2-40B4-BE49-F238E27FC236}">
                    <a16:creationId xmlns:a16="http://schemas.microsoft.com/office/drawing/2014/main" id="{CE8DAB8D-EB55-B7D4-B5FC-C2F54B37E716}"/>
                  </a:ext>
                </a:extLst>
              </p:cNvPr>
              <p:cNvGrpSpPr/>
              <p:nvPr/>
            </p:nvGrpSpPr>
            <p:grpSpPr>
              <a:xfrm>
                <a:off x="5757008" y="2920705"/>
                <a:ext cx="5629895" cy="1120514"/>
                <a:chOff x="5757008" y="2920705"/>
                <a:chExt cx="5629895" cy="1120514"/>
              </a:xfrm>
            </p:grpSpPr>
            <p:pic>
              <p:nvPicPr>
                <p:cNvPr id="56" name="図 55">
                  <a:extLst>
                    <a:ext uri="{FF2B5EF4-FFF2-40B4-BE49-F238E27FC236}">
                      <a16:creationId xmlns:a16="http://schemas.microsoft.com/office/drawing/2014/main" id="{640B48EA-9626-24EF-5159-C9E265711F13}"/>
                    </a:ext>
                  </a:extLst>
                </p:cNvPr>
                <p:cNvPicPr>
                  <a:picLocks noChangeAspect="1"/>
                </p:cNvPicPr>
                <p:nvPr/>
              </p:nvPicPr>
              <p:blipFill>
                <a:blip r:embed="rId4"/>
                <a:srcRect l="5870" t="18829" r="78349" b="-2954"/>
                <a:stretch/>
              </p:blipFill>
              <p:spPr>
                <a:xfrm>
                  <a:off x="5757008" y="2949816"/>
                  <a:ext cx="1080000" cy="1091403"/>
                </a:xfrm>
                <a:prstGeom prst="rect">
                  <a:avLst/>
                </a:prstGeom>
              </p:spPr>
            </p:pic>
            <p:pic>
              <p:nvPicPr>
                <p:cNvPr id="57" name="図 56">
                  <a:extLst>
                    <a:ext uri="{FF2B5EF4-FFF2-40B4-BE49-F238E27FC236}">
                      <a16:creationId xmlns:a16="http://schemas.microsoft.com/office/drawing/2014/main" id="{35CA426F-3B49-21F2-CCBB-196D52257B80}"/>
                    </a:ext>
                  </a:extLst>
                </p:cNvPr>
                <p:cNvPicPr>
                  <a:picLocks noChangeAspect="1"/>
                </p:cNvPicPr>
                <p:nvPr/>
              </p:nvPicPr>
              <p:blipFill>
                <a:blip r:embed="rId4"/>
                <a:srcRect l="24285" t="18014" r="60937"/>
                <a:stretch/>
              </p:blipFill>
              <p:spPr>
                <a:xfrm>
                  <a:off x="6987368" y="2945487"/>
                  <a:ext cx="999777" cy="1051389"/>
                </a:xfrm>
                <a:prstGeom prst="rect">
                  <a:avLst/>
                </a:prstGeom>
              </p:spPr>
            </p:pic>
            <p:pic>
              <p:nvPicPr>
                <p:cNvPr id="58" name="図 57">
                  <a:extLst>
                    <a:ext uri="{FF2B5EF4-FFF2-40B4-BE49-F238E27FC236}">
                      <a16:creationId xmlns:a16="http://schemas.microsoft.com/office/drawing/2014/main" id="{0B09A058-6962-479C-B9DD-FC98D1347BF6}"/>
                    </a:ext>
                  </a:extLst>
                </p:cNvPr>
                <p:cNvPicPr>
                  <a:picLocks noChangeAspect="1"/>
                </p:cNvPicPr>
                <p:nvPr/>
              </p:nvPicPr>
              <p:blipFill>
                <a:blip r:embed="rId4"/>
                <a:srcRect l="43530" t="15875" r="41942"/>
                <a:stretch/>
              </p:blipFill>
              <p:spPr>
                <a:xfrm>
                  <a:off x="8144200" y="2945487"/>
                  <a:ext cx="957833" cy="1051389"/>
                </a:xfrm>
                <a:prstGeom prst="rect">
                  <a:avLst/>
                </a:prstGeom>
              </p:spPr>
            </p:pic>
            <p:pic>
              <p:nvPicPr>
                <p:cNvPr id="59" name="図 58">
                  <a:extLst>
                    <a:ext uri="{FF2B5EF4-FFF2-40B4-BE49-F238E27FC236}">
                      <a16:creationId xmlns:a16="http://schemas.microsoft.com/office/drawing/2014/main" id="{26459332-F397-5BFF-575E-F8D5CE952484}"/>
                    </a:ext>
                  </a:extLst>
                </p:cNvPr>
                <p:cNvPicPr>
                  <a:picLocks noChangeAspect="1"/>
                </p:cNvPicPr>
                <p:nvPr/>
              </p:nvPicPr>
              <p:blipFill>
                <a:blip r:embed="rId4"/>
                <a:srcRect l="62839" t="15875" r="23384"/>
                <a:stretch/>
              </p:blipFill>
              <p:spPr>
                <a:xfrm>
                  <a:off x="9293106" y="2930409"/>
                  <a:ext cx="908291" cy="1051389"/>
                </a:xfrm>
                <a:prstGeom prst="rect">
                  <a:avLst/>
                </a:prstGeom>
              </p:spPr>
            </p:pic>
            <p:pic>
              <p:nvPicPr>
                <p:cNvPr id="60" name="図 59">
                  <a:extLst>
                    <a:ext uri="{FF2B5EF4-FFF2-40B4-BE49-F238E27FC236}">
                      <a16:creationId xmlns:a16="http://schemas.microsoft.com/office/drawing/2014/main" id="{25EAC83A-E819-494C-1105-35E6BD109474}"/>
                    </a:ext>
                  </a:extLst>
                </p:cNvPr>
                <p:cNvPicPr>
                  <a:picLocks noChangeAspect="1"/>
                </p:cNvPicPr>
                <p:nvPr/>
              </p:nvPicPr>
              <p:blipFill>
                <a:blip r:embed="rId4"/>
                <a:srcRect l="80649" t="15875" r="4573"/>
                <a:stretch/>
              </p:blipFill>
              <p:spPr>
                <a:xfrm>
                  <a:off x="10412554" y="2920705"/>
                  <a:ext cx="974349" cy="1051389"/>
                </a:xfrm>
                <a:prstGeom prst="rect">
                  <a:avLst/>
                </a:prstGeom>
              </p:spPr>
            </p:pic>
          </p:grpSp>
          <p:sp>
            <p:nvSpPr>
              <p:cNvPr id="51" name="テキスト ボックス 50">
                <a:extLst>
                  <a:ext uri="{FF2B5EF4-FFF2-40B4-BE49-F238E27FC236}">
                    <a16:creationId xmlns:a16="http://schemas.microsoft.com/office/drawing/2014/main" id="{FE087B58-3E7F-2A5A-3E61-0E193102E593}"/>
                  </a:ext>
                </a:extLst>
              </p:cNvPr>
              <p:cNvSpPr txBox="1"/>
              <p:nvPr/>
            </p:nvSpPr>
            <p:spPr>
              <a:xfrm>
                <a:off x="5835691" y="2555868"/>
                <a:ext cx="863209" cy="338554"/>
              </a:xfrm>
              <a:prstGeom prst="rect">
                <a:avLst/>
              </a:prstGeom>
              <a:noFill/>
            </p:spPr>
            <p:txBody>
              <a:bodyPr wrap="square">
                <a:spAutoFit/>
              </a:bodyPr>
              <a:lstStyle/>
              <a:p>
                <a:pPr algn="ctr"/>
                <a:r>
                  <a:rPr lang="en-US" altLang="ja-JP" sz="1600" dirty="0">
                    <a:latin typeface="ＭＳ Ｐゴシック" panose="020B0600070205080204" pitchFamily="50" charset="-128"/>
                    <a:ea typeface="ＭＳ Ｐゴシック" panose="020B0600070205080204" pitchFamily="50" charset="-128"/>
                  </a:rPr>
                  <a:t>T1w</a:t>
                </a:r>
                <a:endParaRPr lang="ja-JP" altLang="en-US" sz="1600" dirty="0"/>
              </a:p>
            </p:txBody>
          </p:sp>
          <p:sp>
            <p:nvSpPr>
              <p:cNvPr id="52" name="テキスト ボックス 51">
                <a:extLst>
                  <a:ext uri="{FF2B5EF4-FFF2-40B4-BE49-F238E27FC236}">
                    <a16:creationId xmlns:a16="http://schemas.microsoft.com/office/drawing/2014/main" id="{0436746A-F0D9-2F0E-9B91-F52604C03203}"/>
                  </a:ext>
                </a:extLst>
              </p:cNvPr>
              <p:cNvSpPr txBox="1"/>
              <p:nvPr/>
            </p:nvSpPr>
            <p:spPr>
              <a:xfrm>
                <a:off x="7028442" y="2555868"/>
                <a:ext cx="863209" cy="338554"/>
              </a:xfrm>
              <a:prstGeom prst="rect">
                <a:avLst/>
              </a:prstGeom>
              <a:noFill/>
            </p:spPr>
            <p:txBody>
              <a:bodyPr wrap="square">
                <a:spAutoFit/>
              </a:bodyPr>
              <a:lstStyle/>
              <a:p>
                <a:pPr algn="ctr"/>
                <a:r>
                  <a:rPr lang="en-US" altLang="ja-JP" sz="1600" dirty="0">
                    <a:latin typeface="ＭＳ Ｐゴシック" panose="020B0600070205080204" pitchFamily="50" charset="-128"/>
                    <a:ea typeface="ＭＳ Ｐゴシック" panose="020B0600070205080204" pitchFamily="50" charset="-128"/>
                  </a:rPr>
                  <a:t>T1wGd</a:t>
                </a:r>
                <a:endParaRPr lang="ja-JP" altLang="en-US" sz="1600" dirty="0"/>
              </a:p>
            </p:txBody>
          </p:sp>
          <p:sp>
            <p:nvSpPr>
              <p:cNvPr id="53" name="テキスト ボックス 52">
                <a:extLst>
                  <a:ext uri="{FF2B5EF4-FFF2-40B4-BE49-F238E27FC236}">
                    <a16:creationId xmlns:a16="http://schemas.microsoft.com/office/drawing/2014/main" id="{372B0BFB-D6E3-1515-317F-2592D4E8B271}"/>
                  </a:ext>
                </a:extLst>
              </p:cNvPr>
              <p:cNvSpPr txBox="1"/>
              <p:nvPr/>
            </p:nvSpPr>
            <p:spPr>
              <a:xfrm>
                <a:off x="8191481" y="2555868"/>
                <a:ext cx="863209" cy="338554"/>
              </a:xfrm>
              <a:prstGeom prst="rect">
                <a:avLst/>
              </a:prstGeom>
              <a:noFill/>
            </p:spPr>
            <p:txBody>
              <a:bodyPr wrap="square">
                <a:spAutoFit/>
              </a:bodyPr>
              <a:lstStyle/>
              <a:p>
                <a:pPr algn="ctr"/>
                <a:r>
                  <a:rPr lang="en-US" altLang="ja-JP" sz="1600" dirty="0">
                    <a:latin typeface="ＭＳ Ｐゴシック" panose="020B0600070205080204" pitchFamily="50" charset="-128"/>
                    <a:ea typeface="ＭＳ Ｐゴシック" panose="020B0600070205080204" pitchFamily="50" charset="-128"/>
                  </a:rPr>
                  <a:t>T2w</a:t>
                </a:r>
                <a:endParaRPr lang="ja-JP" altLang="en-US" sz="1600" dirty="0"/>
              </a:p>
            </p:txBody>
          </p:sp>
          <p:sp>
            <p:nvSpPr>
              <p:cNvPr id="54" name="テキスト ボックス 53">
                <a:extLst>
                  <a:ext uri="{FF2B5EF4-FFF2-40B4-BE49-F238E27FC236}">
                    <a16:creationId xmlns:a16="http://schemas.microsoft.com/office/drawing/2014/main" id="{30CED31C-8881-9FA6-21CD-1C3BF52D5026}"/>
                  </a:ext>
                </a:extLst>
              </p:cNvPr>
              <p:cNvSpPr txBox="1"/>
              <p:nvPr/>
            </p:nvSpPr>
            <p:spPr>
              <a:xfrm>
                <a:off x="9242466" y="2575973"/>
                <a:ext cx="1009569" cy="338554"/>
              </a:xfrm>
              <a:prstGeom prst="rect">
                <a:avLst/>
              </a:prstGeom>
              <a:noFill/>
            </p:spPr>
            <p:txBody>
              <a:bodyPr wrap="square">
                <a:spAutoFit/>
              </a:bodyPr>
              <a:lstStyle/>
              <a:p>
                <a:pPr algn="ctr"/>
                <a:r>
                  <a:rPr lang="en-US" altLang="ja-JP" sz="1600" dirty="0">
                    <a:latin typeface="ＭＳ Ｐゴシック" panose="020B0600070205080204" pitchFamily="50" charset="-128"/>
                    <a:ea typeface="ＭＳ Ｐゴシック" panose="020B0600070205080204" pitchFamily="50" charset="-128"/>
                  </a:rPr>
                  <a:t>T2FLAIR</a:t>
                </a:r>
                <a:endParaRPr lang="ja-JP" altLang="en-US" sz="1600" dirty="0"/>
              </a:p>
            </p:txBody>
          </p:sp>
          <p:sp>
            <p:nvSpPr>
              <p:cNvPr id="55" name="テキスト ボックス 54">
                <a:extLst>
                  <a:ext uri="{FF2B5EF4-FFF2-40B4-BE49-F238E27FC236}">
                    <a16:creationId xmlns:a16="http://schemas.microsoft.com/office/drawing/2014/main" id="{202DB9DA-9911-88A1-B0C9-45387AB0940B}"/>
                  </a:ext>
                </a:extLst>
              </p:cNvPr>
              <p:cNvSpPr txBox="1"/>
              <p:nvPr/>
            </p:nvSpPr>
            <p:spPr>
              <a:xfrm>
                <a:off x="10247441" y="2575973"/>
                <a:ext cx="1304574" cy="338554"/>
              </a:xfrm>
              <a:prstGeom prst="rect">
                <a:avLst/>
              </a:prstGeom>
              <a:noFill/>
            </p:spPr>
            <p:txBody>
              <a:bodyPr wrap="square">
                <a:spAutoFit/>
              </a:bodyPr>
              <a:lstStyle/>
              <a:p>
                <a:pPr algn="ctr"/>
                <a:r>
                  <a:rPr lang="en-US" altLang="ja-JP" sz="1600" dirty="0">
                    <a:latin typeface="ＭＳ Ｐゴシック" panose="020B0600070205080204" pitchFamily="50" charset="-128"/>
                    <a:ea typeface="ＭＳ Ｐゴシック" panose="020B0600070205080204" pitchFamily="50" charset="-128"/>
                  </a:rPr>
                  <a:t>SED Mask</a:t>
                </a:r>
                <a:endParaRPr lang="ja-JP" altLang="en-US" sz="1600" dirty="0"/>
              </a:p>
            </p:txBody>
          </p:sp>
        </p:grpSp>
        <p:sp>
          <p:nvSpPr>
            <p:cNvPr id="48" name="テキスト ボックス 47">
              <a:extLst>
                <a:ext uri="{FF2B5EF4-FFF2-40B4-BE49-F238E27FC236}">
                  <a16:creationId xmlns:a16="http://schemas.microsoft.com/office/drawing/2014/main" id="{9525A064-2846-F6B7-64FF-8DB1A79CA420}"/>
                </a:ext>
              </a:extLst>
            </p:cNvPr>
            <p:cNvSpPr txBox="1"/>
            <p:nvPr/>
          </p:nvSpPr>
          <p:spPr>
            <a:xfrm>
              <a:off x="6016517" y="1853592"/>
              <a:ext cx="2996380" cy="381077"/>
            </a:xfrm>
            <a:prstGeom prst="rect">
              <a:avLst/>
            </a:prstGeom>
            <a:noFill/>
          </p:spPr>
          <p:txBody>
            <a:bodyPr wrap="square">
              <a:spAutoFit/>
            </a:bodyPr>
            <a:lstStyle/>
            <a:p>
              <a:r>
                <a:rPr kumimoji="1" lang="en-US" altLang="ja-JP" sz="1800" dirty="0" err="1">
                  <a:latin typeface="ＭＳ Ｐゴシック" panose="020B0600070205080204" pitchFamily="50" charset="-128"/>
                  <a:ea typeface="ＭＳ Ｐゴシック" panose="020B0600070205080204" pitchFamily="50" charset="-128"/>
                </a:rPr>
                <a:t>BraTS</a:t>
              </a:r>
              <a:r>
                <a:rPr kumimoji="1" lang="en-US" altLang="ja-JP" sz="1800" dirty="0">
                  <a:latin typeface="ＭＳ Ｐゴシック" panose="020B0600070205080204" pitchFamily="50" charset="-128"/>
                  <a:ea typeface="ＭＳ Ｐゴシック" panose="020B0600070205080204" pitchFamily="50" charset="-128"/>
                </a:rPr>
                <a:t> 2021</a:t>
              </a:r>
              <a:r>
                <a:rPr kumimoji="1" lang="ja-JP" altLang="en-US" sz="1800" dirty="0">
                  <a:latin typeface="ＭＳ Ｐゴシック" panose="020B0600070205080204" pitchFamily="50" charset="-128"/>
                  <a:ea typeface="ＭＳ Ｐゴシック" panose="020B0600070205080204" pitchFamily="50" charset="-128"/>
                </a:rPr>
                <a:t>の実画像</a:t>
              </a:r>
              <a:endParaRPr lang="ja-JP" altLang="en-US" dirty="0"/>
            </a:p>
          </p:txBody>
        </p:sp>
      </p:grpSp>
    </p:spTree>
    <p:extLst>
      <p:ext uri="{BB962C8B-B14F-4D97-AF65-F5344CB8AC3E}">
        <p14:creationId xmlns:p14="http://schemas.microsoft.com/office/powerpoint/2010/main" val="4000819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6F44-E30F-1A57-D729-0642F581D121}"/>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22B7670-ED46-FCF7-7C42-25EC75A3E36E}"/>
              </a:ext>
            </a:extLst>
          </p:cNvPr>
          <p:cNvSpPr txBox="1">
            <a:spLocks noGrp="1" noRot="1" noMove="1" noResize="1" noEditPoints="1" noAdjustHandles="1" noChangeArrowheads="1" noChangeShapeType="1"/>
          </p:cNvSpPr>
          <p:nvPr/>
        </p:nvSpPr>
        <p:spPr>
          <a:xfrm>
            <a:off x="360000" y="216000"/>
            <a:ext cx="2787943"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結果 </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主観的評価</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DE144231-D66F-B7F3-E582-C57DE5525063}"/>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8" name="TextBox 10">
            <a:extLst>
              <a:ext uri="{FF2B5EF4-FFF2-40B4-BE49-F238E27FC236}">
                <a16:creationId xmlns:a16="http://schemas.microsoft.com/office/drawing/2014/main" id="{ABDB4006-44A9-4653-0717-00805F23B1CC}"/>
              </a:ext>
            </a:extLst>
          </p:cNvPr>
          <p:cNvSpPr txBox="1"/>
          <p:nvPr/>
        </p:nvSpPr>
        <p:spPr>
          <a:xfrm>
            <a:off x="360000" y="1100548"/>
            <a:ext cx="5616730"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神経放射線専門医による主観的評価</a:t>
            </a:r>
            <a:endParaRPr lang="en-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graphicFrame>
        <p:nvGraphicFramePr>
          <p:cNvPr id="2" name="表 6">
            <a:extLst>
              <a:ext uri="{FF2B5EF4-FFF2-40B4-BE49-F238E27FC236}">
                <a16:creationId xmlns:a16="http://schemas.microsoft.com/office/drawing/2014/main" id="{7AD756E4-51DB-139E-7789-4322D460531F}"/>
              </a:ext>
            </a:extLst>
          </p:cNvPr>
          <p:cNvGraphicFramePr>
            <a:graphicFrameLocks noGrp="1"/>
          </p:cNvGraphicFramePr>
          <p:nvPr>
            <p:extLst>
              <p:ext uri="{D42A27DB-BD31-4B8C-83A1-F6EECF244321}">
                <p14:modId xmlns:p14="http://schemas.microsoft.com/office/powerpoint/2010/main" val="3169165432"/>
              </p:ext>
            </p:extLst>
          </p:nvPr>
        </p:nvGraphicFramePr>
        <p:xfrm>
          <a:off x="1749489" y="2042160"/>
          <a:ext cx="8374967" cy="2773680"/>
        </p:xfrm>
        <a:graphic>
          <a:graphicData uri="http://schemas.openxmlformats.org/drawingml/2006/table">
            <a:tbl>
              <a:tblPr firstRow="1" bandRow="1">
                <a:tableStyleId>{5C22544A-7EE6-4342-B048-85BDC9FD1C3A}</a:tableStyleId>
              </a:tblPr>
              <a:tblGrid>
                <a:gridCol w="2279171">
                  <a:extLst>
                    <a:ext uri="{9D8B030D-6E8A-4147-A177-3AD203B41FA5}">
                      <a16:colId xmlns:a16="http://schemas.microsoft.com/office/drawing/2014/main" val="1773963629"/>
                    </a:ext>
                  </a:extLst>
                </a:gridCol>
                <a:gridCol w="3231659">
                  <a:extLst>
                    <a:ext uri="{9D8B030D-6E8A-4147-A177-3AD203B41FA5}">
                      <a16:colId xmlns:a16="http://schemas.microsoft.com/office/drawing/2014/main" val="1675578800"/>
                    </a:ext>
                  </a:extLst>
                </a:gridCol>
                <a:gridCol w="2864137">
                  <a:extLst>
                    <a:ext uri="{9D8B030D-6E8A-4147-A177-3AD203B41FA5}">
                      <a16:colId xmlns:a16="http://schemas.microsoft.com/office/drawing/2014/main" val="3904448718"/>
                    </a:ext>
                  </a:extLst>
                </a:gridCol>
              </a:tblGrid>
              <a:tr h="0">
                <a:tc>
                  <a:txBody>
                    <a:bodyPr/>
                    <a:lstStyle/>
                    <a:p>
                      <a:pPr algn="ctr"/>
                      <a:r>
                        <a:rPr kumimoji="1" lang="ja-JP" altLang="en-US" sz="20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画像のタイプ</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実画像と判定された数</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20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合成画像と判定された数</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2931568"/>
                  </a:ext>
                </a:extLst>
              </a:tr>
              <a:tr h="33582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2000" b="0" i="0" dirty="0">
                          <a:solidFill>
                            <a:srgbClr val="0D0D0D"/>
                          </a:solidFill>
                          <a:effectLst/>
                          <a:latin typeface="ＭＳ Ｐゴシック" panose="020B0600070205080204" pitchFamily="50" charset="-128"/>
                          <a:ea typeface="ＭＳ Ｐゴシック" panose="020B0600070205080204" pitchFamily="50" charset="-128"/>
                          <a:cs typeface="Arial" panose="020B0604020202020204" pitchFamily="34" charset="0"/>
                        </a:rPr>
                        <a:t>実画像</a:t>
                      </a:r>
                      <a:endParaRPr kumimoji="1" lang="ja-JP" altLang="en-US"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T w="12700" cap="flat" cmpd="sng" algn="ctr">
                      <a:solidFill>
                        <a:schemeClr val="tx1"/>
                      </a:solidFill>
                      <a:prstDash val="solid"/>
                      <a:round/>
                      <a:headEnd type="none" w="med" len="med"/>
                      <a:tailEnd type="none" w="med" len="med"/>
                    </a:lnT>
                    <a:noFill/>
                  </a:tcPr>
                </a:tc>
                <a:tc>
                  <a:txBody>
                    <a:bodyPr/>
                    <a:lstStyle/>
                    <a:p>
                      <a:pPr algn="ctr"/>
                      <a:r>
                        <a:rPr kumimoji="1" lang="en-US" altLang="ja-JP"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16</a:t>
                      </a:r>
                    </a:p>
                  </a:txBody>
                  <a:tcPr anchor="ctr">
                    <a:lnT w="12700" cap="flat" cmpd="sng" algn="ctr">
                      <a:solidFill>
                        <a:schemeClr val="tx1"/>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84</a:t>
                      </a:r>
                    </a:p>
                  </a:txBody>
                  <a:tcPr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959090370"/>
                  </a:ext>
                </a:extLst>
              </a:tr>
              <a:tr h="35030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2000" b="0" dirty="0">
                          <a:latin typeface="ＭＳ Ｐゴシック" panose="020B0600070205080204" pitchFamily="50" charset="-128"/>
                          <a:ea typeface="ＭＳ Ｐゴシック" panose="020B0600070205080204" pitchFamily="50" charset="-128"/>
                        </a:rPr>
                        <a:t>Progressive GAN</a:t>
                      </a:r>
                      <a:endParaRPr kumimoji="1" lang="ja-JP" altLang="en-US" sz="20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algn="ctr"/>
                      <a:r>
                        <a:rPr kumimoji="1" lang="en-US" altLang="ja-JP" sz="2000" dirty="0">
                          <a:solidFill>
                            <a:srgbClr val="FF0000"/>
                          </a:solidFill>
                          <a:latin typeface="ＭＳ Ｐゴシック" panose="020B0600070205080204" pitchFamily="50" charset="-128"/>
                          <a:ea typeface="ＭＳ Ｐゴシック" panose="020B0600070205080204" pitchFamily="50" charset="-128"/>
                          <a:cs typeface="Arial" panose="020B0604020202020204" pitchFamily="34" charset="0"/>
                        </a:rPr>
                        <a:t>23</a:t>
                      </a:r>
                      <a:endParaRPr kumimoji="1" lang="ja-JP" altLang="en-US" sz="2000" dirty="0">
                        <a:solidFill>
                          <a:srgbClr val="FF0000"/>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dirty="0">
                          <a:solidFill>
                            <a:srgbClr val="FF0000"/>
                          </a:solidFill>
                          <a:latin typeface="ＭＳ Ｐゴシック" panose="020B0600070205080204" pitchFamily="50" charset="-128"/>
                          <a:ea typeface="ＭＳ Ｐゴシック" panose="020B0600070205080204" pitchFamily="50" charset="-128"/>
                          <a:cs typeface="Arial" panose="020B0604020202020204" pitchFamily="34" charset="0"/>
                        </a:rPr>
                        <a:t>77</a:t>
                      </a:r>
                      <a:endParaRPr kumimoji="1" lang="ja-JP" altLang="en-US" sz="2000" dirty="0">
                        <a:solidFill>
                          <a:srgbClr val="FF0000"/>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extLst>
                  <a:ext uri="{0D108BD9-81ED-4DB2-BD59-A6C34878D82A}">
                    <a16:rowId xmlns:a16="http://schemas.microsoft.com/office/drawing/2014/main" val="2668172088"/>
                  </a:ext>
                </a:extLst>
              </a:tr>
              <a:tr h="33582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StyleGAN 1</a:t>
                      </a:r>
                      <a:endParaRPr kumimoji="1" lang="ja-JP" altLang="en-US"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algn="ctr"/>
                      <a:r>
                        <a:rPr kumimoji="1" lang="en-US" altLang="ja-JP"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14</a:t>
                      </a:r>
                      <a:endParaRPr kumimoji="1" lang="ja-JP" altLang="en-US"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86</a:t>
                      </a:r>
                      <a:endParaRPr kumimoji="1" lang="ja-JP" altLang="en-US"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extLst>
                  <a:ext uri="{0D108BD9-81ED-4DB2-BD59-A6C34878D82A}">
                    <a16:rowId xmlns:a16="http://schemas.microsoft.com/office/drawing/2014/main" val="2336395097"/>
                  </a:ext>
                </a:extLst>
              </a:tr>
              <a:tr h="33582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StyleGAN 2</a:t>
                      </a:r>
                      <a:endParaRPr kumimoji="1" lang="ja-JP" altLang="en-US"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algn="ctr"/>
                      <a:r>
                        <a:rPr kumimoji="1" lang="en-US" altLang="ja-JP"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13</a:t>
                      </a:r>
                      <a:endParaRPr kumimoji="1" lang="ja-JP" altLang="en-US"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87</a:t>
                      </a:r>
                      <a:endParaRPr kumimoji="1" lang="ja-JP" altLang="en-US"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extLst>
                  <a:ext uri="{0D108BD9-81ED-4DB2-BD59-A6C34878D82A}">
                    <a16:rowId xmlns:a16="http://schemas.microsoft.com/office/drawing/2014/main" val="510127910"/>
                  </a:ext>
                </a:extLst>
              </a:tr>
              <a:tr h="3358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StyleGAN 3</a:t>
                      </a:r>
                    </a:p>
                  </a:txBody>
                  <a:tcPr anchor="ctr">
                    <a:noFill/>
                  </a:tcPr>
                </a:tc>
                <a:tc>
                  <a:txBody>
                    <a:bodyPr/>
                    <a:lstStyle/>
                    <a:p>
                      <a:pPr algn="ctr"/>
                      <a:r>
                        <a:rPr kumimoji="1" lang="en-US" altLang="ja-JP"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18</a:t>
                      </a:r>
                      <a:endParaRPr kumimoji="1" lang="ja-JP" altLang="en-US"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82</a:t>
                      </a:r>
                      <a:endParaRPr kumimoji="1" lang="ja-JP" altLang="en-US"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extLst>
                  <a:ext uri="{0D108BD9-81ED-4DB2-BD59-A6C34878D82A}">
                    <a16:rowId xmlns:a16="http://schemas.microsoft.com/office/drawing/2014/main" val="2301732780"/>
                  </a:ext>
                </a:extLst>
              </a:tr>
              <a:tr h="3358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2000" dirty="0">
                          <a:latin typeface="ＭＳ Ｐゴシック" panose="020B0600070205080204" pitchFamily="50" charset="-128"/>
                          <a:ea typeface="ＭＳ Ｐゴシック" panose="020B0600070205080204" pitchFamily="50" charset="-128"/>
                        </a:rPr>
                        <a:t>Diffusion Model</a:t>
                      </a:r>
                    </a:p>
                  </a:txBody>
                  <a:tcPr anchor="ctr">
                    <a:noFill/>
                  </a:tcPr>
                </a:tc>
                <a:tc>
                  <a:txBody>
                    <a:bodyPr/>
                    <a:lstStyle/>
                    <a:p>
                      <a:pPr algn="ctr"/>
                      <a:r>
                        <a:rPr kumimoji="1" lang="en-US" altLang="ja-JP"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16</a:t>
                      </a:r>
                      <a:endParaRPr kumimoji="1" lang="ja-JP" altLang="en-US"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84</a:t>
                      </a:r>
                      <a:endParaRPr kumimoji="1" lang="ja-JP" altLang="en-US"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extLst>
                  <a:ext uri="{0D108BD9-81ED-4DB2-BD59-A6C34878D82A}">
                    <a16:rowId xmlns:a16="http://schemas.microsoft.com/office/drawing/2014/main" val="2340890535"/>
                  </a:ext>
                </a:extLst>
              </a:tr>
            </a:tbl>
          </a:graphicData>
        </a:graphic>
      </p:graphicFrame>
      <p:sp>
        <p:nvSpPr>
          <p:cNvPr id="7" name="テキスト ボックス 6">
            <a:extLst>
              <a:ext uri="{FF2B5EF4-FFF2-40B4-BE49-F238E27FC236}">
                <a16:creationId xmlns:a16="http://schemas.microsoft.com/office/drawing/2014/main" id="{CA04F651-EA9F-9500-C89F-B57BF3ECFBBE}"/>
              </a:ext>
            </a:extLst>
          </p:cNvPr>
          <p:cNvSpPr txBox="1"/>
          <p:nvPr/>
        </p:nvSpPr>
        <p:spPr>
          <a:xfrm>
            <a:off x="1934818" y="5628796"/>
            <a:ext cx="7805326" cy="707886"/>
          </a:xfrm>
          <a:prstGeom prst="rect">
            <a:avLst/>
          </a:prstGeom>
          <a:noFill/>
        </p:spPr>
        <p:txBody>
          <a:bodyPr wrap="square">
            <a:spAutoFit/>
          </a:bodyPr>
          <a:lstStyle/>
          <a:p>
            <a:pPr marL="342900" indent="-342900">
              <a:buFont typeface="Arial" panose="020B0604020202020204" pitchFamily="34" charset="0"/>
              <a:buChar char="•"/>
            </a:pPr>
            <a:r>
              <a:rPr lang="en-US" altLang="ja-JP" sz="2000" dirty="0">
                <a:latin typeface="ＭＳ Ｐゴシック" panose="020B0600070205080204" pitchFamily="50" charset="-128"/>
                <a:ea typeface="ＭＳ Ｐゴシック" panose="020B0600070205080204" pitchFamily="50" charset="-128"/>
              </a:rPr>
              <a:t>Progressive GAN </a:t>
            </a:r>
            <a:r>
              <a:rPr lang="ja-JP" altLang="en-US" sz="2000" dirty="0">
                <a:latin typeface="ＭＳ Ｐゴシック" panose="020B0600070205080204" pitchFamily="50" charset="-128"/>
                <a:ea typeface="ＭＳ Ｐゴシック" panose="020B0600070205080204" pitchFamily="50" charset="-128"/>
              </a:rPr>
              <a:t>や </a:t>
            </a:r>
            <a:r>
              <a:rPr lang="en-US" altLang="ja-JP" sz="2000" dirty="0">
                <a:latin typeface="ＭＳ Ｐゴシック" panose="020B0600070205080204" pitchFamily="50" charset="-128"/>
                <a:ea typeface="ＭＳ Ｐゴシック" panose="020B0600070205080204" pitchFamily="50" charset="-128"/>
              </a:rPr>
              <a:t>StyleGAN 3 </a:t>
            </a:r>
            <a:r>
              <a:rPr lang="ja-JP" altLang="en-US" sz="2000" dirty="0">
                <a:latin typeface="ＭＳ Ｐゴシック" panose="020B0600070205080204" pitchFamily="50" charset="-128"/>
                <a:ea typeface="ＭＳ Ｐゴシック" panose="020B0600070205080204" pitchFamily="50" charset="-128"/>
              </a:rPr>
              <a:t>は若干の本物らしさを示しているが、全体的にはまだ専門医の目には見抜かれている</a:t>
            </a:r>
          </a:p>
        </p:txBody>
      </p:sp>
    </p:spTree>
    <p:extLst>
      <p:ext uri="{BB962C8B-B14F-4D97-AF65-F5344CB8AC3E}">
        <p14:creationId xmlns:p14="http://schemas.microsoft.com/office/powerpoint/2010/main" val="36634743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C3DE5-559D-AB12-D98D-60F9D667E186}"/>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39326781-8E5F-8DAB-F17C-68AD44A6DF48}"/>
              </a:ext>
            </a:extLst>
          </p:cNvPr>
          <p:cNvSpPr txBox="1">
            <a:spLocks noGrp="1" noRot="1" noMove="1" noResize="1" noEditPoints="1" noAdjustHandles="1" noChangeArrowheads="1" noChangeShapeType="1"/>
          </p:cNvSpPr>
          <p:nvPr/>
        </p:nvSpPr>
        <p:spPr>
          <a:xfrm>
            <a:off x="360000" y="216000"/>
            <a:ext cx="2787943"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結果 </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定量的評価</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AEC021FA-0C10-8B77-A708-FCD0570B52FC}"/>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8" name="TextBox 10">
            <a:extLst>
              <a:ext uri="{FF2B5EF4-FFF2-40B4-BE49-F238E27FC236}">
                <a16:creationId xmlns:a16="http://schemas.microsoft.com/office/drawing/2014/main" id="{99AE93ED-7E8E-B838-D15B-DCE2EEDFC370}"/>
              </a:ext>
            </a:extLst>
          </p:cNvPr>
          <p:cNvSpPr txBox="1"/>
          <p:nvPr/>
        </p:nvSpPr>
        <p:spPr>
          <a:xfrm>
            <a:off x="360000" y="1100548"/>
            <a:ext cx="3880696"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en-US" altLang="ja-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FID</a:t>
            </a: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と</a:t>
            </a:r>
            <a:r>
              <a:rPr lang="en-US" altLang="ja-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IS</a:t>
            </a: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による定量的評価</a:t>
            </a:r>
            <a:endParaRPr lang="en-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graphicFrame>
        <p:nvGraphicFramePr>
          <p:cNvPr id="2" name="表 6">
            <a:extLst>
              <a:ext uri="{FF2B5EF4-FFF2-40B4-BE49-F238E27FC236}">
                <a16:creationId xmlns:a16="http://schemas.microsoft.com/office/drawing/2014/main" id="{8534E9D0-B7B7-E62D-F8E6-346AF029EA99}"/>
              </a:ext>
            </a:extLst>
          </p:cNvPr>
          <p:cNvGraphicFramePr>
            <a:graphicFrameLocks noGrp="1"/>
          </p:cNvGraphicFramePr>
          <p:nvPr>
            <p:extLst>
              <p:ext uri="{D42A27DB-BD31-4B8C-83A1-F6EECF244321}">
                <p14:modId xmlns:p14="http://schemas.microsoft.com/office/powerpoint/2010/main" val="2907186692"/>
              </p:ext>
            </p:extLst>
          </p:nvPr>
        </p:nvGraphicFramePr>
        <p:xfrm>
          <a:off x="1749489" y="2042160"/>
          <a:ext cx="8481190" cy="2776878"/>
        </p:xfrm>
        <a:graphic>
          <a:graphicData uri="http://schemas.openxmlformats.org/drawingml/2006/table">
            <a:tbl>
              <a:tblPr firstRow="1" bandRow="1">
                <a:tableStyleId>{5C22544A-7EE6-4342-B048-85BDC9FD1C3A}</a:tableStyleId>
              </a:tblPr>
              <a:tblGrid>
                <a:gridCol w="2308078">
                  <a:extLst>
                    <a:ext uri="{9D8B030D-6E8A-4147-A177-3AD203B41FA5}">
                      <a16:colId xmlns:a16="http://schemas.microsoft.com/office/drawing/2014/main" val="1773963629"/>
                    </a:ext>
                  </a:extLst>
                </a:gridCol>
                <a:gridCol w="1636324">
                  <a:extLst>
                    <a:ext uri="{9D8B030D-6E8A-4147-A177-3AD203B41FA5}">
                      <a16:colId xmlns:a16="http://schemas.microsoft.com/office/drawing/2014/main" val="1675578800"/>
                    </a:ext>
                  </a:extLst>
                </a:gridCol>
                <a:gridCol w="1636324">
                  <a:extLst>
                    <a:ext uri="{9D8B030D-6E8A-4147-A177-3AD203B41FA5}">
                      <a16:colId xmlns:a16="http://schemas.microsoft.com/office/drawing/2014/main" val="1148309450"/>
                    </a:ext>
                  </a:extLst>
                </a:gridCol>
                <a:gridCol w="1450232">
                  <a:extLst>
                    <a:ext uri="{9D8B030D-6E8A-4147-A177-3AD203B41FA5}">
                      <a16:colId xmlns:a16="http://schemas.microsoft.com/office/drawing/2014/main" val="3904448718"/>
                    </a:ext>
                  </a:extLst>
                </a:gridCol>
                <a:gridCol w="1450232">
                  <a:extLst>
                    <a:ext uri="{9D8B030D-6E8A-4147-A177-3AD203B41FA5}">
                      <a16:colId xmlns:a16="http://schemas.microsoft.com/office/drawing/2014/main" val="1225604767"/>
                    </a:ext>
                  </a:extLst>
                </a:gridCol>
              </a:tblGrid>
              <a:tr h="0">
                <a:tc rowSpan="2">
                  <a:txBody>
                    <a:bodyPr/>
                    <a:lstStyle/>
                    <a:p>
                      <a:pPr algn="ctr"/>
                      <a:r>
                        <a:rPr kumimoji="1" lang="ja-JP" altLang="en-US" sz="20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モデル</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BraTS2020</a:t>
                      </a:r>
                      <a:endParaRPr kumimoji="1" lang="ja-JP" altLang="en-US" sz="20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kumimoji="1" lang="ja-JP" altLang="en-US"/>
                    </a:p>
                  </a:txBody>
                  <a:tcPr/>
                </a:tc>
                <a:tc gridSpan="2">
                  <a:txBody>
                    <a:bodyPr/>
                    <a:lstStyle/>
                    <a:p>
                      <a:pPr algn="ctr"/>
                      <a:r>
                        <a:rPr kumimoji="1" lang="en-US" altLang="ja-JP" sz="20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BraTS2021</a:t>
                      </a:r>
                      <a:endParaRPr kumimoji="1" lang="ja-JP" altLang="en-US" sz="20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kumimoji="1" lang="ja-JP" altLang="en-US"/>
                    </a:p>
                  </a:txBody>
                  <a:tcPr/>
                </a:tc>
                <a:extLst>
                  <a:ext uri="{0D108BD9-81ED-4DB2-BD59-A6C34878D82A}">
                    <a16:rowId xmlns:a16="http://schemas.microsoft.com/office/drawing/2014/main" val="2372931568"/>
                  </a:ext>
                </a:extLst>
              </a:tr>
              <a:tr h="338479">
                <a:tc v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kumimoji="1" lang="en-US" altLang="ja-JP"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FID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FID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IS</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090370"/>
                  </a:ext>
                </a:extLst>
              </a:tr>
              <a:tr h="35030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2000" b="0" dirty="0">
                          <a:latin typeface="ＭＳ Ｐゴシック" panose="020B0600070205080204" pitchFamily="50" charset="-128"/>
                          <a:ea typeface="ＭＳ Ｐゴシック" panose="020B0600070205080204" pitchFamily="50" charset="-128"/>
                        </a:rPr>
                        <a:t>Progressive GAN</a:t>
                      </a:r>
                      <a:endParaRPr kumimoji="1" lang="ja-JP" altLang="en-US" sz="20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altLang="ja-JP" sz="1800" dirty="0">
                          <a:latin typeface="ＭＳ Ｐゴシック" panose="020B0600070205080204" pitchFamily="50" charset="-128"/>
                          <a:ea typeface="ＭＳ Ｐゴシック" panose="020B0600070205080204" pitchFamily="50" charset="-128"/>
                        </a:rPr>
                        <a:t>18.47098</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kumimoji="1" lang="en-US" altLang="ja-JP" sz="18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2.29209</a:t>
                      </a:r>
                      <a:endParaRPr kumimoji="1" lang="ja-JP" altLang="en-US" sz="18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altLang="ja-JP" dirty="0">
                          <a:latin typeface="ＭＳ Ｐゴシック" panose="020B0600070205080204" pitchFamily="50" charset="-128"/>
                          <a:ea typeface="ＭＳ Ｐゴシック" panose="020B0600070205080204" pitchFamily="50" charset="-128"/>
                        </a:rPr>
                        <a:t>24.58502</a:t>
                      </a:r>
                      <a:endParaRPr lang="ja-JP" altLang="en-US" dirty="0">
                        <a:latin typeface="ＭＳ Ｐゴシック" panose="020B0600070205080204" pitchFamily="50" charset="-128"/>
                        <a:ea typeface="ＭＳ Ｐゴシック" panose="020B0600070205080204" pitchFamily="50"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2.11348</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668172088"/>
                  </a:ext>
                </a:extLst>
              </a:tr>
              <a:tr h="39943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StyleGAN 1</a:t>
                      </a:r>
                      <a:endParaRPr kumimoji="1" lang="ja-JP" altLang="en-US"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kumimoji="1" lang="en-US" altLang="ja-JP" sz="18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44.85624</a:t>
                      </a:r>
                      <a:endParaRPr kumimoji="1" lang="ja-JP" altLang="en-US" sz="18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kumimoji="1" lang="en-US" altLang="ja-JP" sz="18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2.02602</a:t>
                      </a:r>
                      <a:endParaRPr kumimoji="1" lang="ja-JP" altLang="en-US" sz="18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25.30011</a:t>
                      </a:r>
                      <a:endParaRPr kumimoji="1" lang="ja-JP" altLang="en-US" sz="18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2.12756</a:t>
                      </a:r>
                      <a:endParaRPr kumimoji="1" lang="ja-JP" altLang="en-US" sz="18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336395097"/>
                  </a:ext>
                </a:extLst>
              </a:tr>
              <a:tr h="33582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StyleGAN 2</a:t>
                      </a:r>
                      <a:endParaRPr kumimoji="1" lang="ja-JP" altLang="en-US"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kumimoji="1" lang="en-US" altLang="ja-JP" sz="18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84.77283</a:t>
                      </a:r>
                      <a:endParaRPr kumimoji="1" lang="ja-JP" altLang="en-US" sz="18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kumimoji="1" lang="en-US" altLang="ja-JP" sz="18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2.20246</a:t>
                      </a:r>
                      <a:endParaRPr kumimoji="1" lang="ja-JP" altLang="en-US" sz="18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dirty="0">
                          <a:solidFill>
                            <a:srgbClr val="FF0000"/>
                          </a:solidFill>
                          <a:latin typeface="ＭＳ Ｐゴシック" panose="020B0600070205080204" pitchFamily="50" charset="-128"/>
                          <a:ea typeface="ＭＳ Ｐゴシック" panose="020B0600070205080204" pitchFamily="50" charset="-128"/>
                          <a:cs typeface="Arial" panose="020B0604020202020204" pitchFamily="34" charset="0"/>
                        </a:rPr>
                        <a:t>20.98637</a:t>
                      </a:r>
                      <a:endParaRPr kumimoji="1" lang="ja-JP" altLang="en-US" sz="1800" dirty="0">
                        <a:solidFill>
                          <a:srgbClr val="FF0000"/>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2.19667</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510127910"/>
                  </a:ext>
                </a:extLst>
              </a:tr>
              <a:tr h="3358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StyleGAN 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kumimoji="1" lang="en-US" altLang="ja-JP" sz="18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58.40920</a:t>
                      </a:r>
                      <a:endParaRPr kumimoji="1" lang="ja-JP" altLang="en-US" sz="18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kumimoji="1" lang="en-US" altLang="ja-JP" sz="18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2.29406</a:t>
                      </a:r>
                      <a:endParaRPr kumimoji="1" lang="ja-JP" altLang="en-US" sz="18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37.49911</a:t>
                      </a:r>
                      <a:endParaRPr kumimoji="1" lang="ja-JP" altLang="en-US" sz="18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2.22750</a:t>
                      </a:r>
                      <a:endParaRPr kumimoji="1" lang="ja-JP" altLang="en-US" sz="18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301732780"/>
                  </a:ext>
                </a:extLst>
              </a:tr>
              <a:tr h="3358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2000" dirty="0">
                          <a:latin typeface="ＭＳ Ｐゴシック" panose="020B0600070205080204" pitchFamily="50" charset="-128"/>
                          <a:ea typeface="ＭＳ Ｐゴシック" panose="020B0600070205080204" pitchFamily="50" charset="-128"/>
                        </a:rPr>
                        <a:t>拡散モデル</a:t>
                      </a:r>
                      <a:endParaRPr lang="en-US" altLang="ja-JP" sz="2000" dirty="0">
                        <a:latin typeface="ＭＳ Ｐゴシック" panose="020B0600070205080204" pitchFamily="50" charset="-128"/>
                        <a:ea typeface="ＭＳ Ｐゴシック" panose="020B0600070205080204" pitchFamily="50"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kumimoji="1" lang="en-US" altLang="ja-JP" sz="1800" dirty="0">
                          <a:solidFill>
                            <a:srgbClr val="FF0000"/>
                          </a:solidFill>
                          <a:latin typeface="ＭＳ Ｐゴシック" panose="020B0600070205080204" pitchFamily="50" charset="-128"/>
                          <a:ea typeface="ＭＳ Ｐゴシック" panose="020B0600070205080204" pitchFamily="50" charset="-128"/>
                          <a:cs typeface="Arial" panose="020B0604020202020204" pitchFamily="34" charset="0"/>
                        </a:rPr>
                        <a:t>15.85417</a:t>
                      </a:r>
                      <a:endParaRPr kumimoji="1" lang="ja-JP" altLang="en-US" sz="1800" dirty="0">
                        <a:solidFill>
                          <a:srgbClr val="FF0000"/>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kumimoji="1" lang="en-US" altLang="ja-JP" sz="18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2.25878</a:t>
                      </a:r>
                      <a:endParaRPr kumimoji="1" lang="ja-JP" altLang="en-US" sz="18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32.92651</a:t>
                      </a:r>
                      <a:endParaRPr kumimoji="1" lang="ja-JP" altLang="en-US" sz="18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altLang="ja-JP" dirty="0">
                          <a:solidFill>
                            <a:schemeClr val="tx1"/>
                          </a:solidFill>
                          <a:latin typeface="ＭＳ Ｐゴシック" panose="020B0600070205080204" pitchFamily="50" charset="-128"/>
                          <a:ea typeface="ＭＳ Ｐゴシック" panose="020B0600070205080204" pitchFamily="50" charset="-128"/>
                        </a:rPr>
                        <a:t>2.15857</a:t>
                      </a:r>
                      <a:endParaRPr lang="ja-JP" altLang="en-US" dirty="0">
                        <a:solidFill>
                          <a:schemeClr val="tx1"/>
                        </a:solidFill>
                        <a:latin typeface="ＭＳ Ｐゴシック" panose="020B0600070205080204" pitchFamily="50" charset="-128"/>
                        <a:ea typeface="ＭＳ Ｐゴシック" panose="020B0600070205080204" pitchFamily="50"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340890535"/>
                  </a:ext>
                </a:extLst>
              </a:tr>
            </a:tbl>
          </a:graphicData>
        </a:graphic>
      </p:graphicFrame>
      <p:sp>
        <p:nvSpPr>
          <p:cNvPr id="7" name="テキスト ボックス 6">
            <a:extLst>
              <a:ext uri="{FF2B5EF4-FFF2-40B4-BE49-F238E27FC236}">
                <a16:creationId xmlns:a16="http://schemas.microsoft.com/office/drawing/2014/main" id="{E0F78F6D-DD29-2E71-8B7F-6EA77183D054}"/>
              </a:ext>
            </a:extLst>
          </p:cNvPr>
          <p:cNvSpPr txBox="1"/>
          <p:nvPr/>
        </p:nvSpPr>
        <p:spPr>
          <a:xfrm>
            <a:off x="1467996" y="5468881"/>
            <a:ext cx="9772905" cy="707886"/>
          </a:xfrm>
          <a:prstGeom prst="rect">
            <a:avLst/>
          </a:prstGeom>
          <a:noFill/>
        </p:spPr>
        <p:txBody>
          <a:bodyPr wrap="square">
            <a:spAutoFit/>
          </a:bodyPr>
          <a:lstStyle/>
          <a:p>
            <a:pPr marL="342900" indent="-34290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最も低い</a:t>
            </a:r>
            <a:r>
              <a:rPr lang="en-US" altLang="ja-JP" sz="2000" dirty="0">
                <a:latin typeface="ＭＳ Ｐゴシック" panose="020B0600070205080204" pitchFamily="50" charset="-128"/>
                <a:ea typeface="ＭＳ Ｐゴシック" panose="020B0600070205080204" pitchFamily="50" charset="-128"/>
              </a:rPr>
              <a:t>FID</a:t>
            </a:r>
            <a:r>
              <a:rPr lang="ja-JP" altLang="en-US" sz="2000" dirty="0">
                <a:latin typeface="ＭＳ Ｐゴシック" panose="020B0600070205080204" pitchFamily="50" charset="-128"/>
                <a:ea typeface="ＭＳ Ｐゴシック" panose="020B0600070205080204" pitchFamily="50" charset="-128"/>
              </a:rPr>
              <a:t>（</a:t>
            </a:r>
            <a:r>
              <a:rPr lang="en-US" altLang="ja-JP" sz="2000" dirty="0">
                <a:latin typeface="ＭＳ Ｐゴシック" panose="020B0600070205080204" pitchFamily="50" charset="-128"/>
                <a:ea typeface="ＭＳ Ｐゴシック" panose="020B0600070205080204" pitchFamily="50" charset="-128"/>
              </a:rPr>
              <a:t>= </a:t>
            </a:r>
            <a:r>
              <a:rPr lang="ja-JP" altLang="en-US" sz="2000" dirty="0">
                <a:latin typeface="ＭＳ Ｐゴシック" panose="020B0600070205080204" pitchFamily="50" charset="-128"/>
                <a:ea typeface="ＭＳ Ｐゴシック" panose="020B0600070205080204" pitchFamily="50" charset="-128"/>
              </a:rPr>
              <a:t>高品質）は</a:t>
            </a:r>
            <a:r>
              <a:rPr lang="en-US" altLang="ja-JP" sz="2000" dirty="0">
                <a:latin typeface="ＭＳ Ｐゴシック" panose="020B0600070205080204" pitchFamily="50" charset="-128"/>
                <a:ea typeface="ＭＳ Ｐゴシック" panose="020B0600070205080204" pitchFamily="50" charset="-128"/>
              </a:rPr>
              <a:t>BraTS2020</a:t>
            </a:r>
            <a:r>
              <a:rPr lang="ja-JP" altLang="en-US" sz="2000" dirty="0">
                <a:latin typeface="ＭＳ Ｐゴシック" panose="020B0600070205080204" pitchFamily="50" charset="-128"/>
                <a:ea typeface="ＭＳ Ｐゴシック" panose="020B0600070205080204" pitchFamily="50" charset="-128"/>
              </a:rPr>
              <a:t>では拡散モデル、</a:t>
            </a:r>
            <a:r>
              <a:rPr lang="en-US" altLang="ja-JP" sz="2000" dirty="0">
                <a:latin typeface="ＭＳ Ｐゴシック" panose="020B0600070205080204" pitchFamily="50" charset="-128"/>
                <a:ea typeface="ＭＳ Ｐゴシック" panose="020B0600070205080204" pitchFamily="50" charset="-128"/>
              </a:rPr>
              <a:t> BraTS2021</a:t>
            </a:r>
            <a:r>
              <a:rPr lang="ja-JP" altLang="en-US" sz="2000" dirty="0">
                <a:latin typeface="ＭＳ Ｐゴシック" panose="020B0600070205080204" pitchFamily="50" charset="-128"/>
                <a:ea typeface="ＭＳ Ｐゴシック" panose="020B0600070205080204" pitchFamily="50" charset="-128"/>
              </a:rPr>
              <a:t>では</a:t>
            </a:r>
            <a:r>
              <a:rPr kumimoji="1" lang="en-US" altLang="ja-JP" sz="20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StyleGAN 2</a:t>
            </a:r>
          </a:p>
          <a:p>
            <a:pPr marL="342900" indent="-342900">
              <a:buFont typeface="Arial" panose="020B0604020202020204" pitchFamily="34" charset="0"/>
              <a:buChar char="•"/>
            </a:pPr>
            <a:r>
              <a:rPr lang="en-US" altLang="ja-JP" sz="2000" dirty="0">
                <a:latin typeface="ＭＳ Ｐゴシック" panose="020B0600070205080204" pitchFamily="50" charset="-128"/>
                <a:ea typeface="ＭＳ Ｐゴシック" panose="020B0600070205080204" pitchFamily="50" charset="-128"/>
              </a:rPr>
              <a:t>IS</a:t>
            </a:r>
            <a:r>
              <a:rPr lang="ja-JP" altLang="en-US" sz="2000" dirty="0">
                <a:latin typeface="ＭＳ Ｐゴシック" panose="020B0600070205080204" pitchFamily="50" charset="-128"/>
                <a:ea typeface="ＭＳ Ｐゴシック" panose="020B0600070205080204" pitchFamily="50" charset="-128"/>
              </a:rPr>
              <a:t>はいずれも</a:t>
            </a:r>
            <a:r>
              <a:rPr lang="en-US" altLang="ja-JP" sz="2000" dirty="0">
                <a:latin typeface="ＭＳ Ｐゴシック" panose="020B0600070205080204" pitchFamily="50" charset="-128"/>
                <a:ea typeface="ＭＳ Ｐゴシック" panose="020B0600070205080204" pitchFamily="50" charset="-128"/>
              </a:rPr>
              <a:t>2</a:t>
            </a:r>
            <a:r>
              <a:rPr lang="ja-JP" altLang="en-US" sz="2000" dirty="0">
                <a:latin typeface="ＭＳ Ｐゴシック" panose="020B0600070205080204" pitchFamily="50" charset="-128"/>
                <a:ea typeface="ＭＳ Ｐゴシック" panose="020B0600070205080204" pitchFamily="50" charset="-128"/>
              </a:rPr>
              <a:t>前後と小さく、明確な差は出なかった</a:t>
            </a:r>
            <a:endParaRPr lang="en-US" altLang="ja-JP" sz="2000" dirty="0">
              <a:latin typeface="ＭＳ Ｐゴシック" panose="020B0600070205080204" pitchFamily="50" charset="-128"/>
              <a:ea typeface="ＭＳ Ｐゴシック" panose="020B0600070205080204" pitchFamily="50" charset="-128"/>
            </a:endParaRPr>
          </a:p>
        </p:txBody>
      </p:sp>
    </p:spTree>
    <p:extLst>
      <p:ext uri="{BB962C8B-B14F-4D97-AF65-F5344CB8AC3E}">
        <p14:creationId xmlns:p14="http://schemas.microsoft.com/office/powerpoint/2010/main" val="28760417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3E13F-9BCF-266E-CECD-72D9504A4EB5}"/>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26229940-A29E-F064-BBAB-FD094D107F48}"/>
              </a:ext>
            </a:extLst>
          </p:cNvPr>
          <p:cNvSpPr txBox="1">
            <a:spLocks noGrp="1" noRot="1" noMove="1" noResize="1" noEditPoints="1" noAdjustHandles="1" noChangeArrowheads="1" noChangeShapeType="1"/>
          </p:cNvSpPr>
          <p:nvPr/>
        </p:nvSpPr>
        <p:spPr>
          <a:xfrm>
            <a:off x="360000" y="216000"/>
            <a:ext cx="1107996" cy="646331"/>
          </a:xfrm>
          <a:prstGeom prst="rect">
            <a:avLst/>
          </a:prstGeom>
          <a:noFill/>
        </p:spPr>
        <p:txBody>
          <a:bodyPr wrap="none" rtlCol="0">
            <a:spAutoFit/>
          </a:bodyPr>
          <a:lstStyle/>
          <a:p>
            <a:r>
              <a:rPr kumimoji="1"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目次</a:t>
            </a:r>
            <a:endParaRPr kumimoji="1" lang="en-US" altLang="ja-JP" sz="36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CFAFD64D-BAFC-DFD9-5461-674F11CAA321}"/>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E5821040-0427-752B-4DBF-4FF8712968D2}"/>
              </a:ext>
            </a:extLst>
          </p:cNvPr>
          <p:cNvSpPr txBox="1"/>
          <p:nvPr/>
        </p:nvSpPr>
        <p:spPr>
          <a:xfrm>
            <a:off x="556237" y="2592340"/>
            <a:ext cx="11079525" cy="1384995"/>
          </a:xfrm>
          <a:prstGeom prst="rect">
            <a:avLst/>
          </a:prstGeom>
          <a:noFill/>
        </p:spPr>
        <p:txBody>
          <a:bodyPr wrap="square" rtlCol="0">
            <a:spAutoFit/>
          </a:bodyPr>
          <a:lstStyle/>
          <a:p>
            <a:pPr marL="342900" indent="-342900">
              <a:buFont typeface="+mj-lt"/>
              <a:buAutoNum type="arabicPeriod"/>
            </a:pPr>
            <a:r>
              <a:rPr lang="en-US" altLang="ja-JP" sz="2800" dirty="0">
                <a:solidFill>
                  <a:schemeClr val="bg2">
                    <a:lumMod val="75000"/>
                  </a:schemeClr>
                </a:solidFill>
                <a:latin typeface="ＭＳ Ｐゴシック" panose="020B0600070205080204" pitchFamily="50" charset="-128"/>
                <a:ea typeface="ＭＳ Ｐゴシック" panose="020B0600070205080204" pitchFamily="50" charset="-128"/>
              </a:rPr>
              <a:t>GAN</a:t>
            </a:r>
            <a:r>
              <a:rPr lang="ja-JP" altLang="en-US" sz="2800" dirty="0">
                <a:solidFill>
                  <a:schemeClr val="bg2">
                    <a:lumMod val="75000"/>
                  </a:schemeClr>
                </a:solidFill>
                <a:latin typeface="ＭＳ Ｐゴシック" panose="020B0600070205080204" pitchFamily="50" charset="-128"/>
                <a:ea typeface="ＭＳ Ｐゴシック" panose="020B0600070205080204" pitchFamily="50" charset="-128"/>
              </a:rPr>
              <a:t>および拡散モデルによって生成された合成</a:t>
            </a:r>
            <a:r>
              <a:rPr lang="en-US" altLang="ja-JP" sz="2800" dirty="0">
                <a:solidFill>
                  <a:schemeClr val="bg2">
                    <a:lumMod val="75000"/>
                  </a:schemeClr>
                </a:solidFill>
                <a:latin typeface="ＭＳ Ｐゴシック" panose="020B0600070205080204" pitchFamily="50" charset="-128"/>
                <a:ea typeface="ＭＳ Ｐゴシック" panose="020B0600070205080204" pitchFamily="50" charset="-128"/>
              </a:rPr>
              <a:t>MRI</a:t>
            </a:r>
            <a:r>
              <a:rPr lang="ja-JP" altLang="en-US" sz="2800" dirty="0">
                <a:solidFill>
                  <a:schemeClr val="bg2">
                    <a:lumMod val="75000"/>
                  </a:schemeClr>
                </a:solidFill>
                <a:latin typeface="ＭＳ Ｐゴシック" panose="020B0600070205080204" pitchFamily="50" charset="-128"/>
                <a:ea typeface="ＭＳ Ｐゴシック" panose="020B0600070205080204" pitchFamily="50" charset="-128"/>
              </a:rPr>
              <a:t>の画像品質の評価</a:t>
            </a:r>
            <a:endParaRPr lang="en-US" altLang="ja-JP" sz="2800" dirty="0">
              <a:solidFill>
                <a:schemeClr val="bg2">
                  <a:lumMod val="75000"/>
                </a:schemeClr>
              </a:solidFill>
              <a:latin typeface="ＭＳ Ｐゴシック" panose="020B0600070205080204" pitchFamily="50" charset="-128"/>
              <a:ea typeface="ＭＳ Ｐゴシック" panose="020B0600070205080204" pitchFamily="50" charset="-128"/>
            </a:endParaRPr>
          </a:p>
          <a:p>
            <a:pPr marL="342900" indent="-342900">
              <a:buFont typeface="+mj-lt"/>
              <a:buAutoNum type="arabicPeriod"/>
            </a:pPr>
            <a:endParaRPr lang="en-US" altLang="ja-JP" sz="2800" dirty="0">
              <a:latin typeface="ＭＳ Ｐゴシック" panose="020B0600070205080204" pitchFamily="50" charset="-128"/>
              <a:ea typeface="ＭＳ Ｐゴシック" panose="020B0600070205080204" pitchFamily="50" charset="-128"/>
            </a:endParaRPr>
          </a:p>
          <a:p>
            <a:pPr marL="342900" indent="-342900">
              <a:buFont typeface="+mj-lt"/>
              <a:buAutoNum type="arabicPeriod"/>
            </a:pPr>
            <a:r>
              <a:rPr lang="ja-JP" altLang="en-US" sz="2800" dirty="0">
                <a:latin typeface="MS PGothic" panose="020B0600070205080204" pitchFamily="34" charset="-128"/>
                <a:ea typeface="MS PGothic" panose="020B0600070205080204" pitchFamily="34" charset="-128"/>
                <a:cs typeface="Arial" panose="020B0604020202020204" pitchFamily="34" charset="0"/>
              </a:rPr>
              <a:t>合成</a:t>
            </a:r>
            <a:r>
              <a:rPr lang="en-US" altLang="ja-JP" sz="2800" dirty="0">
                <a:latin typeface="MS PGothic" panose="020B0600070205080204" pitchFamily="34" charset="-128"/>
                <a:ea typeface="MS PGothic" panose="020B0600070205080204" pitchFamily="34" charset="-128"/>
                <a:cs typeface="Arial" panose="020B0604020202020204" pitchFamily="34" charset="0"/>
              </a:rPr>
              <a:t>MRI</a:t>
            </a:r>
            <a:r>
              <a:rPr lang="ja-JP" altLang="en-US" sz="2800" dirty="0">
                <a:latin typeface="MS PGothic" panose="020B0600070205080204" pitchFamily="34" charset="-128"/>
                <a:ea typeface="MS PGothic" panose="020B0600070205080204" pitchFamily="34" charset="-128"/>
                <a:cs typeface="Arial" panose="020B0604020202020204" pitchFamily="34" charset="0"/>
              </a:rPr>
              <a:t>を用いたセグメンテーションタスクの評価</a:t>
            </a:r>
            <a:endParaRPr lang="en-US" altLang="ja-JP" sz="2800" dirty="0">
              <a:latin typeface="MS PGothic" panose="020B0600070205080204" pitchFamily="34" charset="-128"/>
              <a:ea typeface="MS PGothic" panose="020B0600070205080204" pitchFamily="34" charset="-128"/>
              <a:cs typeface="Arial" panose="020B0604020202020204" pitchFamily="34" charset="0"/>
            </a:endParaRPr>
          </a:p>
        </p:txBody>
      </p:sp>
    </p:spTree>
    <p:extLst>
      <p:ext uri="{BB962C8B-B14F-4D97-AF65-F5344CB8AC3E}">
        <p14:creationId xmlns:p14="http://schemas.microsoft.com/office/powerpoint/2010/main" val="27375482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959F3-8E17-72EA-65A8-EAFC9D46F02C}"/>
            </a:ext>
          </a:extLst>
        </p:cNvPr>
        <p:cNvGrpSpPr/>
        <p:nvPr/>
      </p:nvGrpSpPr>
      <p:grpSpPr>
        <a:xfrm>
          <a:off x="0" y="0"/>
          <a:ext cx="0" cy="0"/>
          <a:chOff x="0" y="0"/>
          <a:chExt cx="0" cy="0"/>
        </a:xfrm>
      </p:grpSpPr>
      <p:sp>
        <p:nvSpPr>
          <p:cNvPr id="31" name="正方形/長方形 30">
            <a:extLst>
              <a:ext uri="{FF2B5EF4-FFF2-40B4-BE49-F238E27FC236}">
                <a16:creationId xmlns:a16="http://schemas.microsoft.com/office/drawing/2014/main" id="{5EC10F55-01E6-D5F3-DAE1-12F7C2325D90}"/>
              </a:ext>
            </a:extLst>
          </p:cNvPr>
          <p:cNvSpPr/>
          <p:nvPr/>
        </p:nvSpPr>
        <p:spPr>
          <a:xfrm>
            <a:off x="9279402" y="5177991"/>
            <a:ext cx="1455640" cy="1543112"/>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 name="テキスト ボックス 3">
            <a:extLst>
              <a:ext uri="{FF2B5EF4-FFF2-40B4-BE49-F238E27FC236}">
                <a16:creationId xmlns:a16="http://schemas.microsoft.com/office/drawing/2014/main" id="{DF4D5926-AE80-0611-8B95-F19FA7213E25}"/>
              </a:ext>
            </a:extLst>
          </p:cNvPr>
          <p:cNvSpPr txBox="1">
            <a:spLocks noGrp="1" noRot="1" noMove="1" noResize="1" noEditPoints="1" noAdjustHandles="1" noChangeArrowheads="1" noChangeShapeType="1"/>
          </p:cNvSpPr>
          <p:nvPr/>
        </p:nvSpPr>
        <p:spPr>
          <a:xfrm>
            <a:off x="360000" y="216000"/>
            <a:ext cx="4602542"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方法</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　セグメンテーションの方法</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EE2039C7-7B32-5B75-77B3-852912AFFB71}"/>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2" name="TextBox 10">
            <a:extLst>
              <a:ext uri="{FF2B5EF4-FFF2-40B4-BE49-F238E27FC236}">
                <a16:creationId xmlns:a16="http://schemas.microsoft.com/office/drawing/2014/main" id="{FAC71403-2764-4D4F-63B6-79A148B1C823}"/>
              </a:ext>
            </a:extLst>
          </p:cNvPr>
          <p:cNvSpPr txBox="1">
            <a:spLocks/>
          </p:cNvSpPr>
          <p:nvPr/>
        </p:nvSpPr>
        <p:spPr>
          <a:xfrm>
            <a:off x="360000" y="1080000"/>
            <a:ext cx="5059725"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セグメンテーションモデル</a:t>
            </a:r>
            <a:endParaRPr lang="en-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sp>
        <p:nvSpPr>
          <p:cNvPr id="3" name="TextBox 10">
            <a:extLst>
              <a:ext uri="{FF2B5EF4-FFF2-40B4-BE49-F238E27FC236}">
                <a16:creationId xmlns:a16="http://schemas.microsoft.com/office/drawing/2014/main" id="{C3CD6DCC-D9F4-2E1A-7218-79FE90BC7B73}"/>
              </a:ext>
            </a:extLst>
          </p:cNvPr>
          <p:cNvSpPr txBox="1">
            <a:spLocks/>
          </p:cNvSpPr>
          <p:nvPr/>
        </p:nvSpPr>
        <p:spPr>
          <a:xfrm>
            <a:off x="360000" y="5103427"/>
            <a:ext cx="5059725"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学習設定</a:t>
            </a:r>
            <a:endParaRPr lang="en-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sp>
        <p:nvSpPr>
          <p:cNvPr id="6" name="テキスト ボックス 5">
            <a:extLst>
              <a:ext uri="{FF2B5EF4-FFF2-40B4-BE49-F238E27FC236}">
                <a16:creationId xmlns:a16="http://schemas.microsoft.com/office/drawing/2014/main" id="{70DFEF9A-9002-B8E0-D1A6-BF59E80607A8}"/>
              </a:ext>
            </a:extLst>
          </p:cNvPr>
          <p:cNvSpPr txBox="1"/>
          <p:nvPr/>
        </p:nvSpPr>
        <p:spPr>
          <a:xfrm>
            <a:off x="675101" y="1617584"/>
            <a:ext cx="7514742" cy="1631216"/>
          </a:xfrm>
          <a:prstGeom prst="rect">
            <a:avLst/>
          </a:prstGeom>
          <a:noFill/>
        </p:spPr>
        <p:txBody>
          <a:bodyPr wrap="square" rtlCol="0">
            <a:spAutoFit/>
          </a:bodyPr>
          <a:lstStyle/>
          <a:p>
            <a:r>
              <a:rPr kumimoji="1" lang="en-US" altLang="ja-JP" sz="2000" dirty="0">
                <a:latin typeface="ＭＳ Ｐゴシック" panose="020B0600070205080204" pitchFamily="50" charset="-128"/>
                <a:ea typeface="ＭＳ Ｐゴシック" panose="020B0600070205080204" pitchFamily="50" charset="-128"/>
              </a:rPr>
              <a:t>U-Net</a:t>
            </a:r>
          </a:p>
          <a:p>
            <a:pPr marL="742950" lvl="1" indent="-28575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医療画像で標準的な</a:t>
            </a:r>
            <a:r>
              <a:rPr lang="en-US" altLang="ja-JP" sz="2000" dirty="0">
                <a:latin typeface="ＭＳ Ｐゴシック" panose="020B0600070205080204" pitchFamily="50" charset="-128"/>
                <a:ea typeface="ＭＳ Ｐゴシック" panose="020B0600070205080204" pitchFamily="50" charset="-128"/>
              </a:rPr>
              <a:t>CNN</a:t>
            </a:r>
            <a:r>
              <a:rPr lang="ja-JP" altLang="en-US" sz="2000" dirty="0">
                <a:latin typeface="ＭＳ Ｐゴシック" panose="020B0600070205080204" pitchFamily="50" charset="-128"/>
                <a:ea typeface="ＭＳ Ｐゴシック" panose="020B0600070205080204" pitchFamily="50" charset="-128"/>
              </a:rPr>
              <a:t>ベースの</a:t>
            </a:r>
            <a:endParaRPr lang="en-US" altLang="ja-JP" sz="2000" dirty="0">
              <a:latin typeface="ＭＳ Ｐゴシック" panose="020B0600070205080204" pitchFamily="50" charset="-128"/>
              <a:ea typeface="ＭＳ Ｐゴシック" panose="020B0600070205080204" pitchFamily="50" charset="-128"/>
            </a:endParaRPr>
          </a:p>
          <a:p>
            <a:pPr lvl="1"/>
            <a:r>
              <a:rPr lang="en-US" altLang="ja-JP" sz="2000" dirty="0">
                <a:latin typeface="ＭＳ Ｐゴシック" panose="020B0600070205080204" pitchFamily="50" charset="-128"/>
                <a:ea typeface="ＭＳ Ｐゴシック" panose="020B0600070205080204" pitchFamily="50" charset="-128"/>
              </a:rPr>
              <a:t>  </a:t>
            </a:r>
            <a:r>
              <a:rPr lang="ja-JP" altLang="en-US" sz="2000" dirty="0">
                <a:latin typeface="ＭＳ Ｐゴシック" panose="020B0600070205080204" pitchFamily="50" charset="-128"/>
                <a:ea typeface="ＭＳ Ｐゴシック" panose="020B0600070205080204" pitchFamily="50" charset="-128"/>
              </a:rPr>
              <a:t>　セグメンテーションモデル</a:t>
            </a:r>
            <a:endParaRPr lang="en-US" altLang="ja-JP" sz="2000" dirty="0">
              <a:latin typeface="ＭＳ Ｐゴシック" panose="020B0600070205080204" pitchFamily="50" charset="-128"/>
              <a:ea typeface="ＭＳ Ｐゴシック" panose="020B0600070205080204" pitchFamily="50" charset="-128"/>
            </a:endParaRPr>
          </a:p>
          <a:p>
            <a:pPr marL="742950" lvl="1" indent="-285750">
              <a:buFont typeface="Arial" panose="020B0604020202020204" pitchFamily="34" charset="0"/>
              <a:buChar char="•"/>
            </a:pPr>
            <a:endParaRPr lang="en-US" altLang="ja-JP" sz="2000" dirty="0">
              <a:latin typeface="ＭＳ Ｐゴシック" panose="020B0600070205080204" pitchFamily="50" charset="-128"/>
              <a:ea typeface="ＭＳ Ｐゴシック" panose="020B0600070205080204" pitchFamily="50" charset="-128"/>
            </a:endParaRPr>
          </a:p>
          <a:p>
            <a:pPr marL="742950" lvl="1" indent="-28575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小さな病変や輪郭の明確な領域に強い</a:t>
            </a:r>
            <a:endParaRPr lang="en-US" altLang="ja-JP" sz="2000" dirty="0">
              <a:latin typeface="ＭＳ Ｐゴシック" panose="020B0600070205080204" pitchFamily="50" charset="-128"/>
              <a:ea typeface="ＭＳ Ｐゴシック" panose="020B0600070205080204" pitchFamily="50" charset="-128"/>
            </a:endParaRPr>
          </a:p>
        </p:txBody>
      </p:sp>
      <p:sp>
        <p:nvSpPr>
          <p:cNvPr id="7" name="テキスト ボックス 6">
            <a:extLst>
              <a:ext uri="{FF2B5EF4-FFF2-40B4-BE49-F238E27FC236}">
                <a16:creationId xmlns:a16="http://schemas.microsoft.com/office/drawing/2014/main" id="{0F3DA394-196E-05BC-13AE-CC41DA501CE8}"/>
              </a:ext>
            </a:extLst>
          </p:cNvPr>
          <p:cNvSpPr txBox="1"/>
          <p:nvPr/>
        </p:nvSpPr>
        <p:spPr>
          <a:xfrm>
            <a:off x="675101" y="3399729"/>
            <a:ext cx="6868699" cy="1631216"/>
          </a:xfrm>
          <a:prstGeom prst="rect">
            <a:avLst/>
          </a:prstGeom>
          <a:noFill/>
        </p:spPr>
        <p:txBody>
          <a:bodyPr wrap="square" rtlCol="0">
            <a:spAutoFit/>
          </a:bodyPr>
          <a:lstStyle/>
          <a:p>
            <a:r>
              <a:rPr kumimoji="1" lang="en-US" altLang="ja-JP" sz="2000" dirty="0">
                <a:latin typeface="ＭＳ Ｐゴシック" panose="020B0600070205080204" pitchFamily="50" charset="-128"/>
                <a:ea typeface="ＭＳ Ｐゴシック" panose="020B0600070205080204" pitchFamily="50" charset="-128"/>
              </a:rPr>
              <a:t>Swin Transformer</a:t>
            </a:r>
          </a:p>
          <a:p>
            <a:pPr marL="742950" lvl="1" indent="-285750">
              <a:buFont typeface="Arial" panose="020B0604020202020204" pitchFamily="34" charset="0"/>
              <a:buChar char="•"/>
            </a:pPr>
            <a:r>
              <a:rPr lang="en-US" altLang="ja-JP" sz="2000" dirty="0" err="1">
                <a:latin typeface="ＭＳ Ｐゴシック" panose="020B0600070205080204" pitchFamily="50" charset="-128"/>
                <a:ea typeface="ＭＳ Ｐゴシック" panose="020B0600070205080204" pitchFamily="50" charset="-128"/>
              </a:rPr>
              <a:t>ViT</a:t>
            </a:r>
            <a:r>
              <a:rPr lang="ja-JP" altLang="en-US" sz="2000" dirty="0">
                <a:latin typeface="ＭＳ Ｐゴシック" panose="020B0600070205080204" pitchFamily="50" charset="-128"/>
                <a:ea typeface="ＭＳ Ｐゴシック" panose="020B0600070205080204" pitchFamily="50" charset="-128"/>
              </a:rPr>
              <a:t>（</a:t>
            </a:r>
            <a:r>
              <a:rPr lang="en-US" altLang="ja-JP" sz="2000" dirty="0">
                <a:latin typeface="ＭＳ Ｐゴシック" panose="020B0600070205080204" pitchFamily="50" charset="-128"/>
                <a:ea typeface="ＭＳ Ｐゴシック" panose="020B0600070205080204" pitchFamily="50" charset="-128"/>
              </a:rPr>
              <a:t>Vision Transformer</a:t>
            </a:r>
            <a:r>
              <a:rPr lang="ja-JP" altLang="en-US" sz="2000" dirty="0">
                <a:latin typeface="ＭＳ Ｐゴシック" panose="020B0600070205080204" pitchFamily="50" charset="-128"/>
                <a:ea typeface="ＭＳ Ｐゴシック" panose="020B0600070205080204" pitchFamily="50" charset="-128"/>
              </a:rPr>
              <a:t>）ベースの</a:t>
            </a:r>
            <a:endParaRPr lang="en-US" altLang="ja-JP" sz="2000" dirty="0">
              <a:latin typeface="ＭＳ Ｐゴシック" panose="020B0600070205080204" pitchFamily="50" charset="-128"/>
              <a:ea typeface="ＭＳ Ｐゴシック" panose="020B0600070205080204" pitchFamily="50" charset="-128"/>
            </a:endParaRPr>
          </a:p>
          <a:p>
            <a:pPr lvl="1"/>
            <a:r>
              <a:rPr lang="ja-JP" altLang="en-US" sz="2000" dirty="0">
                <a:latin typeface="ＭＳ Ｐゴシック" panose="020B0600070205080204" pitchFamily="50" charset="-128"/>
                <a:ea typeface="ＭＳ Ｐゴシック" panose="020B0600070205080204" pitchFamily="50" charset="-128"/>
              </a:rPr>
              <a:t>　 </a:t>
            </a:r>
            <a:r>
              <a:rPr lang="en-US" altLang="ja-JP" sz="2000" dirty="0">
                <a:latin typeface="ＭＳ Ｐゴシック" panose="020B0600070205080204" pitchFamily="50" charset="-128"/>
                <a:ea typeface="ＭＳ Ｐゴシック" panose="020B0600070205080204" pitchFamily="50" charset="-128"/>
              </a:rPr>
              <a:t>Attention</a:t>
            </a:r>
            <a:r>
              <a:rPr lang="ja-JP" altLang="en-US" sz="2000" dirty="0">
                <a:latin typeface="ＭＳ Ｐゴシック" panose="020B0600070205080204" pitchFamily="50" charset="-128"/>
                <a:ea typeface="ＭＳ Ｐゴシック" panose="020B0600070205080204" pitchFamily="50" charset="-128"/>
              </a:rPr>
              <a:t>機構を用いたモデル</a:t>
            </a:r>
            <a:endParaRPr lang="en-US" altLang="ja-JP" sz="2000" dirty="0">
              <a:latin typeface="ＭＳ Ｐゴシック" panose="020B0600070205080204" pitchFamily="50" charset="-128"/>
              <a:ea typeface="ＭＳ Ｐゴシック" panose="020B0600070205080204" pitchFamily="50" charset="-128"/>
            </a:endParaRPr>
          </a:p>
          <a:p>
            <a:pPr marL="742950" lvl="1" indent="-285750">
              <a:buFont typeface="Arial" panose="020B0604020202020204" pitchFamily="34" charset="0"/>
              <a:buChar char="•"/>
            </a:pPr>
            <a:endParaRPr lang="en-US" altLang="ja-JP" sz="2000" dirty="0">
              <a:latin typeface="ＭＳ Ｐゴシック" panose="020B0600070205080204" pitchFamily="50" charset="-128"/>
              <a:ea typeface="ＭＳ Ｐゴシック" panose="020B0600070205080204" pitchFamily="50" charset="-128"/>
            </a:endParaRPr>
          </a:p>
          <a:p>
            <a:pPr marL="742950" lvl="1" indent="-28575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構造が複雑な腫瘍や広がりのある病変に対応しやすい</a:t>
            </a:r>
            <a:endParaRPr lang="en-US" altLang="ja-JP" sz="2000" dirty="0">
              <a:latin typeface="ＭＳ Ｐゴシック" panose="020B0600070205080204" pitchFamily="50" charset="-128"/>
              <a:ea typeface="ＭＳ Ｐゴシック" panose="020B0600070205080204" pitchFamily="50" charset="-128"/>
            </a:endParaRPr>
          </a:p>
        </p:txBody>
      </p:sp>
      <p:sp>
        <p:nvSpPr>
          <p:cNvPr id="8" name="テキスト ボックス 7">
            <a:extLst>
              <a:ext uri="{FF2B5EF4-FFF2-40B4-BE49-F238E27FC236}">
                <a16:creationId xmlns:a16="http://schemas.microsoft.com/office/drawing/2014/main" id="{92171192-B2C2-B029-2048-D388605758B7}"/>
              </a:ext>
            </a:extLst>
          </p:cNvPr>
          <p:cNvSpPr txBox="1"/>
          <p:nvPr/>
        </p:nvSpPr>
        <p:spPr>
          <a:xfrm>
            <a:off x="1145536" y="5604660"/>
            <a:ext cx="7634012" cy="1015663"/>
          </a:xfrm>
          <a:prstGeom prst="rect">
            <a:avLst/>
          </a:prstGeom>
          <a:noFill/>
        </p:spPr>
        <p:txBody>
          <a:bodyPr wrap="square">
            <a:spAutoFit/>
          </a:bodyPr>
          <a:lstStyle/>
          <a:p>
            <a:pPr marL="285750" indent="-28575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入力：</a:t>
            </a:r>
            <a:r>
              <a:rPr lang="en-US" altLang="ja-JP" sz="2000" dirty="0">
                <a:latin typeface="ＭＳ Ｐゴシック" panose="020B0600070205080204" pitchFamily="50" charset="-128"/>
                <a:ea typeface="ＭＳ Ｐゴシック" panose="020B0600070205080204" pitchFamily="50" charset="-128"/>
              </a:rPr>
              <a:t>T1w</a:t>
            </a:r>
            <a:r>
              <a:rPr lang="ja-JP" altLang="en-US" sz="2000" dirty="0">
                <a:latin typeface="ＭＳ Ｐゴシック" panose="020B0600070205080204" pitchFamily="50" charset="-128"/>
                <a:ea typeface="ＭＳ Ｐゴシック" panose="020B0600070205080204" pitchFamily="50" charset="-128"/>
              </a:rPr>
              <a:t>、</a:t>
            </a:r>
            <a:r>
              <a:rPr lang="en-US" altLang="ja-JP" sz="2000" dirty="0">
                <a:latin typeface="ＭＳ Ｐゴシック" panose="020B0600070205080204" pitchFamily="50" charset="-128"/>
                <a:ea typeface="ＭＳ Ｐゴシック" panose="020B0600070205080204" pitchFamily="50" charset="-128"/>
              </a:rPr>
              <a:t>T1wGd</a:t>
            </a:r>
            <a:r>
              <a:rPr lang="ja-JP" altLang="en-US" sz="2000" dirty="0">
                <a:latin typeface="ＭＳ Ｐゴシック" panose="020B0600070205080204" pitchFamily="50" charset="-128"/>
                <a:ea typeface="ＭＳ Ｐゴシック" panose="020B0600070205080204" pitchFamily="50" charset="-128"/>
              </a:rPr>
              <a:t>、</a:t>
            </a:r>
            <a:r>
              <a:rPr lang="en-US" altLang="ja-JP" sz="2000" dirty="0">
                <a:latin typeface="ＭＳ Ｐゴシック" panose="020B0600070205080204" pitchFamily="50" charset="-128"/>
                <a:ea typeface="ＭＳ Ｐゴシック" panose="020B0600070205080204" pitchFamily="50" charset="-128"/>
              </a:rPr>
              <a:t>T2w</a:t>
            </a:r>
            <a:r>
              <a:rPr lang="ja-JP" altLang="en-US" sz="2000" dirty="0">
                <a:latin typeface="ＭＳ Ｐゴシック" panose="020B0600070205080204" pitchFamily="50" charset="-128"/>
                <a:ea typeface="ＭＳ Ｐゴシック" panose="020B0600070205080204" pitchFamily="50" charset="-128"/>
              </a:rPr>
              <a:t>、</a:t>
            </a:r>
            <a:r>
              <a:rPr lang="en-US" altLang="ja-JP" sz="2000" dirty="0">
                <a:latin typeface="ＭＳ Ｐゴシック" panose="020B0600070205080204" pitchFamily="50" charset="-128"/>
                <a:ea typeface="ＭＳ Ｐゴシック" panose="020B0600070205080204" pitchFamily="50" charset="-128"/>
              </a:rPr>
              <a:t>T2FLAIR </a:t>
            </a:r>
            <a:r>
              <a:rPr lang="ja-JP" altLang="en-US" sz="2000" dirty="0">
                <a:latin typeface="ＭＳ Ｐゴシック" panose="020B0600070205080204" pitchFamily="50" charset="-128"/>
                <a:ea typeface="ＭＳ Ｐゴシック" panose="020B0600070205080204" pitchFamily="50" charset="-128"/>
              </a:rPr>
              <a:t>の</a:t>
            </a:r>
            <a:r>
              <a:rPr lang="en-US" altLang="ja-JP" sz="2000" dirty="0">
                <a:latin typeface="ＭＳ Ｐゴシック" panose="020B0600070205080204" pitchFamily="50" charset="-128"/>
                <a:ea typeface="ＭＳ Ｐゴシック" panose="020B0600070205080204" pitchFamily="50" charset="-128"/>
              </a:rPr>
              <a:t>4</a:t>
            </a:r>
            <a:r>
              <a:rPr lang="ja-JP" altLang="en-US" sz="2000" dirty="0">
                <a:latin typeface="ＭＳ Ｐゴシック" panose="020B0600070205080204" pitchFamily="50" charset="-128"/>
                <a:ea typeface="ＭＳ Ｐゴシック" panose="020B0600070205080204" pitchFamily="50" charset="-128"/>
              </a:rPr>
              <a:t>チャネル画像</a:t>
            </a:r>
            <a:endParaRPr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出力：腫瘍領域のセグメンテーションマスク</a:t>
            </a:r>
            <a:endParaRPr lang="en-US" altLang="ja-JP" sz="2000" dirty="0">
              <a:latin typeface="ＭＳ Ｐゴシック" panose="020B0600070205080204" pitchFamily="50" charset="-128"/>
              <a:ea typeface="ＭＳ Ｐゴシック" panose="020B0600070205080204" pitchFamily="50" charset="-128"/>
            </a:endParaRPr>
          </a:p>
        </p:txBody>
      </p:sp>
      <p:grpSp>
        <p:nvGrpSpPr>
          <p:cNvPr id="10" name="グループ化 9">
            <a:extLst>
              <a:ext uri="{FF2B5EF4-FFF2-40B4-BE49-F238E27FC236}">
                <a16:creationId xmlns:a16="http://schemas.microsoft.com/office/drawing/2014/main" id="{F0AB099B-DE4E-9F1D-3987-6DF4C6C489AA}"/>
              </a:ext>
            </a:extLst>
          </p:cNvPr>
          <p:cNvGrpSpPr/>
          <p:nvPr/>
        </p:nvGrpSpPr>
        <p:grpSpPr>
          <a:xfrm>
            <a:off x="8005868" y="1080000"/>
            <a:ext cx="3874132" cy="1236103"/>
            <a:chOff x="5692000" y="2786619"/>
            <a:chExt cx="3874132" cy="1236103"/>
          </a:xfrm>
        </p:grpSpPr>
        <p:sp>
          <p:nvSpPr>
            <p:cNvPr id="12" name="正方形/長方形 11">
              <a:extLst>
                <a:ext uri="{FF2B5EF4-FFF2-40B4-BE49-F238E27FC236}">
                  <a16:creationId xmlns:a16="http://schemas.microsoft.com/office/drawing/2014/main" id="{C75932D5-484B-3DFF-6D9E-EC360374E7CC}"/>
                </a:ext>
              </a:extLst>
            </p:cNvPr>
            <p:cNvSpPr/>
            <p:nvPr/>
          </p:nvSpPr>
          <p:spPr>
            <a:xfrm>
              <a:off x="5692000" y="2813579"/>
              <a:ext cx="3874132" cy="1209143"/>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13" name="グループ化 12">
              <a:extLst>
                <a:ext uri="{FF2B5EF4-FFF2-40B4-BE49-F238E27FC236}">
                  <a16:creationId xmlns:a16="http://schemas.microsoft.com/office/drawing/2014/main" id="{A9EBED14-122E-2AAE-5407-8851B83412F9}"/>
                </a:ext>
              </a:extLst>
            </p:cNvPr>
            <p:cNvGrpSpPr/>
            <p:nvPr/>
          </p:nvGrpSpPr>
          <p:grpSpPr>
            <a:xfrm>
              <a:off x="5749833" y="3089107"/>
              <a:ext cx="3726655" cy="919304"/>
              <a:chOff x="5749833" y="3089107"/>
              <a:chExt cx="3726655" cy="919304"/>
            </a:xfrm>
          </p:grpSpPr>
          <p:pic>
            <p:nvPicPr>
              <p:cNvPr id="19" name="図 18">
                <a:extLst>
                  <a:ext uri="{FF2B5EF4-FFF2-40B4-BE49-F238E27FC236}">
                    <a16:creationId xmlns:a16="http://schemas.microsoft.com/office/drawing/2014/main" id="{1D30C418-7571-1423-F125-4CB61DEB1305}"/>
                  </a:ext>
                </a:extLst>
              </p:cNvPr>
              <p:cNvPicPr>
                <a:picLocks noChangeAspect="1"/>
              </p:cNvPicPr>
              <p:nvPr/>
            </p:nvPicPr>
            <p:blipFill>
              <a:blip r:embed="rId3"/>
              <a:srcRect l="5870" t="18829" r="78349" b="-2954"/>
              <a:stretch/>
            </p:blipFill>
            <p:spPr>
              <a:xfrm>
                <a:off x="5749833" y="3094113"/>
                <a:ext cx="904745" cy="914298"/>
              </a:xfrm>
              <a:prstGeom prst="rect">
                <a:avLst/>
              </a:prstGeom>
            </p:spPr>
          </p:pic>
          <p:pic>
            <p:nvPicPr>
              <p:cNvPr id="20" name="図 19">
                <a:extLst>
                  <a:ext uri="{FF2B5EF4-FFF2-40B4-BE49-F238E27FC236}">
                    <a16:creationId xmlns:a16="http://schemas.microsoft.com/office/drawing/2014/main" id="{149E4529-ED91-0199-5E85-1FDC498959B2}"/>
                  </a:ext>
                </a:extLst>
              </p:cNvPr>
              <p:cNvPicPr>
                <a:picLocks noChangeAspect="1"/>
              </p:cNvPicPr>
              <p:nvPr/>
            </p:nvPicPr>
            <p:blipFill>
              <a:blip r:embed="rId3"/>
              <a:srcRect l="24285" t="18014" r="60937"/>
              <a:stretch/>
            </p:blipFill>
            <p:spPr>
              <a:xfrm>
                <a:off x="6771021" y="3089107"/>
                <a:ext cx="863208" cy="907769"/>
              </a:xfrm>
              <a:prstGeom prst="rect">
                <a:avLst/>
              </a:prstGeom>
            </p:spPr>
          </p:pic>
          <p:pic>
            <p:nvPicPr>
              <p:cNvPr id="21" name="図 20">
                <a:extLst>
                  <a:ext uri="{FF2B5EF4-FFF2-40B4-BE49-F238E27FC236}">
                    <a16:creationId xmlns:a16="http://schemas.microsoft.com/office/drawing/2014/main" id="{7510CB20-F277-A177-4659-25573291631C}"/>
                  </a:ext>
                </a:extLst>
              </p:cNvPr>
              <p:cNvPicPr>
                <a:picLocks noChangeAspect="1"/>
              </p:cNvPicPr>
              <p:nvPr/>
            </p:nvPicPr>
            <p:blipFill>
              <a:blip r:embed="rId3"/>
              <a:srcRect l="43530" t="15875" r="41942"/>
              <a:stretch/>
            </p:blipFill>
            <p:spPr>
              <a:xfrm>
                <a:off x="7745864" y="3090979"/>
                <a:ext cx="834770" cy="916306"/>
              </a:xfrm>
              <a:prstGeom prst="rect">
                <a:avLst/>
              </a:prstGeom>
            </p:spPr>
          </p:pic>
          <p:pic>
            <p:nvPicPr>
              <p:cNvPr id="22" name="図 21">
                <a:extLst>
                  <a:ext uri="{FF2B5EF4-FFF2-40B4-BE49-F238E27FC236}">
                    <a16:creationId xmlns:a16="http://schemas.microsoft.com/office/drawing/2014/main" id="{74B412E6-C90A-D390-BCBF-AC087B0B47D3}"/>
                  </a:ext>
                </a:extLst>
              </p:cNvPr>
              <p:cNvPicPr>
                <a:picLocks noChangeAspect="1"/>
              </p:cNvPicPr>
              <p:nvPr/>
            </p:nvPicPr>
            <p:blipFill>
              <a:blip r:embed="rId3"/>
              <a:srcRect l="62839" t="15875" r="23384"/>
              <a:stretch/>
            </p:blipFill>
            <p:spPr>
              <a:xfrm>
                <a:off x="8692270" y="3089107"/>
                <a:ext cx="784218" cy="907769"/>
              </a:xfrm>
              <a:prstGeom prst="rect">
                <a:avLst/>
              </a:prstGeom>
            </p:spPr>
          </p:pic>
        </p:grpSp>
        <p:sp>
          <p:nvSpPr>
            <p:cNvPr id="14" name="テキスト ボックス 13">
              <a:extLst>
                <a:ext uri="{FF2B5EF4-FFF2-40B4-BE49-F238E27FC236}">
                  <a16:creationId xmlns:a16="http://schemas.microsoft.com/office/drawing/2014/main" id="{16474DF6-C768-4682-3670-B70F290BA0B8}"/>
                </a:ext>
              </a:extLst>
            </p:cNvPr>
            <p:cNvSpPr txBox="1"/>
            <p:nvPr/>
          </p:nvSpPr>
          <p:spPr>
            <a:xfrm>
              <a:off x="5770600" y="2786619"/>
              <a:ext cx="863209" cy="338554"/>
            </a:xfrm>
            <a:prstGeom prst="rect">
              <a:avLst/>
            </a:prstGeom>
            <a:noFill/>
          </p:spPr>
          <p:txBody>
            <a:bodyPr wrap="square">
              <a:spAutoFit/>
            </a:bodyPr>
            <a:lstStyle/>
            <a:p>
              <a:pPr algn="ctr"/>
              <a:r>
                <a:rPr lang="en-US" altLang="ja-JP" sz="1600" dirty="0">
                  <a:latin typeface="ＭＳ Ｐゴシック" panose="020B0600070205080204" pitchFamily="50" charset="-128"/>
                  <a:ea typeface="ＭＳ Ｐゴシック" panose="020B0600070205080204" pitchFamily="50" charset="-128"/>
                </a:rPr>
                <a:t>T1w</a:t>
              </a:r>
              <a:endParaRPr lang="ja-JP" altLang="en-US" sz="1600" dirty="0"/>
            </a:p>
          </p:txBody>
        </p:sp>
        <p:sp>
          <p:nvSpPr>
            <p:cNvPr id="15" name="テキスト ボックス 14">
              <a:extLst>
                <a:ext uri="{FF2B5EF4-FFF2-40B4-BE49-F238E27FC236}">
                  <a16:creationId xmlns:a16="http://schemas.microsoft.com/office/drawing/2014/main" id="{AFE0303B-117A-5456-E944-B3D7E667DBB1}"/>
                </a:ext>
              </a:extLst>
            </p:cNvPr>
            <p:cNvSpPr txBox="1"/>
            <p:nvPr/>
          </p:nvSpPr>
          <p:spPr>
            <a:xfrm>
              <a:off x="6780640" y="2786619"/>
              <a:ext cx="863209" cy="338554"/>
            </a:xfrm>
            <a:prstGeom prst="rect">
              <a:avLst/>
            </a:prstGeom>
            <a:noFill/>
          </p:spPr>
          <p:txBody>
            <a:bodyPr wrap="square">
              <a:spAutoFit/>
            </a:bodyPr>
            <a:lstStyle/>
            <a:p>
              <a:pPr algn="ctr"/>
              <a:r>
                <a:rPr lang="en-US" altLang="ja-JP" sz="1600" dirty="0">
                  <a:latin typeface="ＭＳ Ｐゴシック" panose="020B0600070205080204" pitchFamily="50" charset="-128"/>
                  <a:ea typeface="ＭＳ Ｐゴシック" panose="020B0600070205080204" pitchFamily="50" charset="-128"/>
                </a:rPr>
                <a:t>T1wGd</a:t>
              </a:r>
              <a:endParaRPr lang="ja-JP" altLang="en-US" sz="1600" dirty="0"/>
            </a:p>
          </p:txBody>
        </p:sp>
        <p:sp>
          <p:nvSpPr>
            <p:cNvPr id="16" name="テキスト ボックス 15">
              <a:extLst>
                <a:ext uri="{FF2B5EF4-FFF2-40B4-BE49-F238E27FC236}">
                  <a16:creationId xmlns:a16="http://schemas.microsoft.com/office/drawing/2014/main" id="{7DA03304-E2D7-6574-A248-8706DA152B99}"/>
                </a:ext>
              </a:extLst>
            </p:cNvPr>
            <p:cNvSpPr txBox="1"/>
            <p:nvPr/>
          </p:nvSpPr>
          <p:spPr>
            <a:xfrm>
              <a:off x="7693354" y="2786619"/>
              <a:ext cx="863209" cy="338554"/>
            </a:xfrm>
            <a:prstGeom prst="rect">
              <a:avLst/>
            </a:prstGeom>
            <a:noFill/>
          </p:spPr>
          <p:txBody>
            <a:bodyPr wrap="square">
              <a:spAutoFit/>
            </a:bodyPr>
            <a:lstStyle/>
            <a:p>
              <a:pPr algn="ctr"/>
              <a:r>
                <a:rPr lang="en-US" altLang="ja-JP" sz="1600" dirty="0">
                  <a:latin typeface="ＭＳ Ｐゴシック" panose="020B0600070205080204" pitchFamily="50" charset="-128"/>
                  <a:ea typeface="ＭＳ Ｐゴシック" panose="020B0600070205080204" pitchFamily="50" charset="-128"/>
                </a:rPr>
                <a:t>T2w</a:t>
              </a:r>
              <a:endParaRPr lang="ja-JP" altLang="en-US" sz="1600" dirty="0"/>
            </a:p>
          </p:txBody>
        </p:sp>
        <p:sp>
          <p:nvSpPr>
            <p:cNvPr id="17" name="テキスト ボックス 16">
              <a:extLst>
                <a:ext uri="{FF2B5EF4-FFF2-40B4-BE49-F238E27FC236}">
                  <a16:creationId xmlns:a16="http://schemas.microsoft.com/office/drawing/2014/main" id="{DC4DC2C6-1F9A-F8E8-D0E7-FA2B9D595DF7}"/>
                </a:ext>
              </a:extLst>
            </p:cNvPr>
            <p:cNvSpPr txBox="1"/>
            <p:nvPr/>
          </p:nvSpPr>
          <p:spPr>
            <a:xfrm>
              <a:off x="8556563" y="2786619"/>
              <a:ext cx="1009569" cy="338554"/>
            </a:xfrm>
            <a:prstGeom prst="rect">
              <a:avLst/>
            </a:prstGeom>
            <a:noFill/>
          </p:spPr>
          <p:txBody>
            <a:bodyPr wrap="square">
              <a:spAutoFit/>
            </a:bodyPr>
            <a:lstStyle/>
            <a:p>
              <a:pPr algn="ctr"/>
              <a:r>
                <a:rPr lang="en-US" altLang="ja-JP" sz="1600" dirty="0">
                  <a:latin typeface="ＭＳ Ｐゴシック" panose="020B0600070205080204" pitchFamily="50" charset="-128"/>
                  <a:ea typeface="ＭＳ Ｐゴシック" panose="020B0600070205080204" pitchFamily="50" charset="-128"/>
                </a:rPr>
                <a:t>T2FLAIR</a:t>
              </a:r>
              <a:endParaRPr lang="ja-JP" altLang="en-US" sz="1600" dirty="0"/>
            </a:p>
          </p:txBody>
        </p:sp>
      </p:grpSp>
      <p:sp>
        <p:nvSpPr>
          <p:cNvPr id="24" name="矢印: 下 23">
            <a:extLst>
              <a:ext uri="{FF2B5EF4-FFF2-40B4-BE49-F238E27FC236}">
                <a16:creationId xmlns:a16="http://schemas.microsoft.com/office/drawing/2014/main" id="{DD4AE64B-458D-2739-81E2-9C19C2222C95}"/>
              </a:ext>
            </a:extLst>
          </p:cNvPr>
          <p:cNvSpPr/>
          <p:nvPr/>
        </p:nvSpPr>
        <p:spPr>
          <a:xfrm>
            <a:off x="9165358" y="2448278"/>
            <a:ext cx="1584717" cy="747185"/>
          </a:xfrm>
          <a:prstGeom prst="downArrow">
            <a:avLst>
              <a:gd name="adj1" fmla="val 50000"/>
              <a:gd name="adj2" fmla="val 4803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ＭＳ Ｐゴシック" panose="020B0600070205080204" pitchFamily="50" charset="-128"/>
                <a:ea typeface="ＭＳ Ｐゴシック" panose="020B0600070205080204" pitchFamily="50" charset="-128"/>
              </a:rPr>
              <a:t>入力</a:t>
            </a:r>
            <a:endParaRPr kumimoji="1" lang="ja-JP" altLang="en-US" dirty="0">
              <a:solidFill>
                <a:schemeClr val="tx1"/>
              </a:solidFill>
              <a:latin typeface="ＭＳ Ｐゴシック" panose="020B0600070205080204" pitchFamily="50" charset="-128"/>
              <a:ea typeface="ＭＳ Ｐゴシック" panose="020B0600070205080204" pitchFamily="50" charset="-128"/>
            </a:endParaRPr>
          </a:p>
        </p:txBody>
      </p:sp>
      <p:pic>
        <p:nvPicPr>
          <p:cNvPr id="26" name="グラフィックス 25" descr="人工知能 枠線">
            <a:extLst>
              <a:ext uri="{FF2B5EF4-FFF2-40B4-BE49-F238E27FC236}">
                <a16:creationId xmlns:a16="http://schemas.microsoft.com/office/drawing/2014/main" id="{28451C3B-AB1D-B6E3-3EB5-6EA4E8D1D4D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562717" y="3248800"/>
            <a:ext cx="914400" cy="914400"/>
          </a:xfrm>
          <a:prstGeom prst="rect">
            <a:avLst/>
          </a:prstGeom>
        </p:spPr>
      </p:pic>
      <p:sp>
        <p:nvSpPr>
          <p:cNvPr id="27" name="矢印: 下 26">
            <a:extLst>
              <a:ext uri="{FF2B5EF4-FFF2-40B4-BE49-F238E27FC236}">
                <a16:creationId xmlns:a16="http://schemas.microsoft.com/office/drawing/2014/main" id="{79F26C52-0CFE-584B-CC62-6D78779F93EA}"/>
              </a:ext>
            </a:extLst>
          </p:cNvPr>
          <p:cNvSpPr/>
          <p:nvPr/>
        </p:nvSpPr>
        <p:spPr>
          <a:xfrm>
            <a:off x="9229895" y="4274808"/>
            <a:ext cx="1455641" cy="747185"/>
          </a:xfrm>
          <a:prstGeom prst="downArrow">
            <a:avLst>
              <a:gd name="adj1" fmla="val 50000"/>
              <a:gd name="adj2" fmla="val 4803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latin typeface="ＭＳ Ｐゴシック" panose="020B0600070205080204" pitchFamily="50" charset="-128"/>
                <a:ea typeface="ＭＳ Ｐゴシック" panose="020B0600070205080204" pitchFamily="50" charset="-128"/>
              </a:rPr>
              <a:t>出力</a:t>
            </a:r>
          </a:p>
        </p:txBody>
      </p:sp>
      <p:pic>
        <p:nvPicPr>
          <p:cNvPr id="30" name="図 29">
            <a:extLst>
              <a:ext uri="{FF2B5EF4-FFF2-40B4-BE49-F238E27FC236}">
                <a16:creationId xmlns:a16="http://schemas.microsoft.com/office/drawing/2014/main" id="{F21A26AE-1AE2-F236-41B7-B8091D7678A3}"/>
              </a:ext>
            </a:extLst>
          </p:cNvPr>
          <p:cNvPicPr>
            <a:picLocks noChangeAspect="1"/>
          </p:cNvPicPr>
          <p:nvPr/>
        </p:nvPicPr>
        <p:blipFill>
          <a:blip r:embed="rId3"/>
          <a:srcRect l="80649" t="15875" r="4573"/>
          <a:stretch/>
        </p:blipFill>
        <p:spPr>
          <a:xfrm>
            <a:off x="9527766" y="5568934"/>
            <a:ext cx="974349" cy="1051389"/>
          </a:xfrm>
          <a:prstGeom prst="rect">
            <a:avLst/>
          </a:prstGeom>
        </p:spPr>
      </p:pic>
      <p:sp>
        <p:nvSpPr>
          <p:cNvPr id="32" name="テキスト ボックス 31">
            <a:extLst>
              <a:ext uri="{FF2B5EF4-FFF2-40B4-BE49-F238E27FC236}">
                <a16:creationId xmlns:a16="http://schemas.microsoft.com/office/drawing/2014/main" id="{FAF94340-526F-0383-35D1-3607ABA97BBA}"/>
              </a:ext>
            </a:extLst>
          </p:cNvPr>
          <p:cNvSpPr txBox="1"/>
          <p:nvPr/>
        </p:nvSpPr>
        <p:spPr>
          <a:xfrm>
            <a:off x="9446428" y="5211890"/>
            <a:ext cx="1045730" cy="338554"/>
          </a:xfrm>
          <a:prstGeom prst="rect">
            <a:avLst/>
          </a:prstGeom>
          <a:noFill/>
        </p:spPr>
        <p:txBody>
          <a:bodyPr wrap="square">
            <a:spAutoFit/>
          </a:bodyPr>
          <a:lstStyle/>
          <a:p>
            <a:pPr algn="ctr"/>
            <a:r>
              <a:rPr lang="en-US" altLang="ja-JP" sz="1600" dirty="0" err="1">
                <a:latin typeface="ＭＳ Ｐゴシック" panose="020B0600070205080204" pitchFamily="50" charset="-128"/>
                <a:ea typeface="ＭＳ Ｐゴシック" panose="020B0600070205080204" pitchFamily="50" charset="-128"/>
              </a:rPr>
              <a:t>SEGMask</a:t>
            </a:r>
            <a:endParaRPr lang="en-US" altLang="ja-JP" sz="1600" dirty="0">
              <a:latin typeface="ＭＳ Ｐゴシック" panose="020B0600070205080204" pitchFamily="50" charset="-128"/>
              <a:ea typeface="ＭＳ Ｐゴシック" panose="020B0600070205080204" pitchFamily="50" charset="-128"/>
            </a:endParaRPr>
          </a:p>
        </p:txBody>
      </p:sp>
      <p:sp>
        <p:nvSpPr>
          <p:cNvPr id="33" name="テキスト ボックス 32">
            <a:extLst>
              <a:ext uri="{FF2B5EF4-FFF2-40B4-BE49-F238E27FC236}">
                <a16:creationId xmlns:a16="http://schemas.microsoft.com/office/drawing/2014/main" id="{3D34E7CD-CEF4-A5D0-EBB8-BB931574A052}"/>
              </a:ext>
            </a:extLst>
          </p:cNvPr>
          <p:cNvSpPr txBox="1"/>
          <p:nvPr/>
        </p:nvSpPr>
        <p:spPr>
          <a:xfrm>
            <a:off x="7659952" y="3394900"/>
            <a:ext cx="1987006" cy="646331"/>
          </a:xfrm>
          <a:prstGeom prst="rect">
            <a:avLst/>
          </a:prstGeom>
          <a:noFill/>
        </p:spPr>
        <p:txBody>
          <a:bodyPr wrap="square">
            <a:spAutoFit/>
          </a:bodyPr>
          <a:lstStyle/>
          <a:p>
            <a:pPr algn="ctr"/>
            <a:r>
              <a:rPr kumimoji="1" lang="en-US" altLang="ja-JP" sz="1800" dirty="0">
                <a:latin typeface="ＭＳ Ｐゴシック" panose="020B0600070205080204" pitchFamily="50" charset="-128"/>
                <a:ea typeface="ＭＳ Ｐゴシック" panose="020B0600070205080204" pitchFamily="50" charset="-128"/>
              </a:rPr>
              <a:t>U-Net</a:t>
            </a:r>
          </a:p>
          <a:p>
            <a:pPr algn="ctr"/>
            <a:r>
              <a:rPr kumimoji="1" lang="en-US" altLang="ja-JP" sz="1800" dirty="0">
                <a:latin typeface="ＭＳ Ｐゴシック" panose="020B0600070205080204" pitchFamily="50" charset="-128"/>
                <a:ea typeface="ＭＳ Ｐゴシック" panose="020B0600070205080204" pitchFamily="50" charset="-128"/>
              </a:rPr>
              <a:t>Swin Transformer</a:t>
            </a:r>
          </a:p>
        </p:txBody>
      </p:sp>
    </p:spTree>
    <p:extLst>
      <p:ext uri="{BB962C8B-B14F-4D97-AF65-F5344CB8AC3E}">
        <p14:creationId xmlns:p14="http://schemas.microsoft.com/office/powerpoint/2010/main" val="39778680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B2FE2-1EC7-A653-1802-58EDC406015A}"/>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EA143EAA-2A76-BAD8-1E03-3D8935F3847C}"/>
              </a:ext>
            </a:extLst>
          </p:cNvPr>
          <p:cNvSpPr txBox="1">
            <a:spLocks noGrp="1" noRot="1" noMove="1" noResize="1" noEditPoints="1" noAdjustHandles="1" noChangeArrowheads="1" noChangeShapeType="1"/>
          </p:cNvSpPr>
          <p:nvPr/>
        </p:nvSpPr>
        <p:spPr>
          <a:xfrm>
            <a:off x="360000" y="216000"/>
            <a:ext cx="2544286"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方法</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　評価指標</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C0FBC04C-DDB3-9A24-7DB4-D1EA17BEC34D}"/>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2" name="TextBox 10">
            <a:extLst>
              <a:ext uri="{FF2B5EF4-FFF2-40B4-BE49-F238E27FC236}">
                <a16:creationId xmlns:a16="http://schemas.microsoft.com/office/drawing/2014/main" id="{1CB27577-6A7F-5483-7156-917B6DB73922}"/>
              </a:ext>
            </a:extLst>
          </p:cNvPr>
          <p:cNvSpPr txBox="1">
            <a:spLocks/>
          </p:cNvSpPr>
          <p:nvPr/>
        </p:nvSpPr>
        <p:spPr>
          <a:xfrm>
            <a:off x="360000" y="1080000"/>
            <a:ext cx="4609949"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en-US" altLang="ja-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Dice</a:t>
            </a: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スコア</a:t>
            </a:r>
            <a:endParaRPr lang="en-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sp>
        <p:nvSpPr>
          <p:cNvPr id="3" name="テキスト ボックス 2">
            <a:extLst>
              <a:ext uri="{FF2B5EF4-FFF2-40B4-BE49-F238E27FC236}">
                <a16:creationId xmlns:a16="http://schemas.microsoft.com/office/drawing/2014/main" id="{EA80AF11-4117-27E3-E00A-A5A58F713193}"/>
              </a:ext>
            </a:extLst>
          </p:cNvPr>
          <p:cNvSpPr txBox="1"/>
          <p:nvPr/>
        </p:nvSpPr>
        <p:spPr>
          <a:xfrm>
            <a:off x="590548" y="1693549"/>
            <a:ext cx="9582149" cy="400110"/>
          </a:xfrm>
          <a:prstGeom prst="rect">
            <a:avLst/>
          </a:prstGeom>
          <a:noFill/>
        </p:spPr>
        <p:txBody>
          <a:bodyPr wrap="square">
            <a:spAutoFit/>
          </a:bodyPr>
          <a:lstStyle/>
          <a:p>
            <a:pPr marL="342900" indent="-34290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セグメンテーション結果の正解マスクと予測マスクの重なり具合を評価する指標</a:t>
            </a:r>
            <a:endParaRPr lang="en-US" altLang="ja-JP" sz="2000" dirty="0">
              <a:latin typeface="ＭＳ Ｐゴシック" panose="020B0600070205080204" pitchFamily="50" charset="-128"/>
              <a:ea typeface="ＭＳ Ｐゴシック" panose="020B0600070205080204" pitchFamily="50" charset="-128"/>
            </a:endParaRPr>
          </a:p>
        </p:txBody>
      </p: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EDA459B4-C35E-FB1D-101C-0D34301B29D7}"/>
                  </a:ext>
                </a:extLst>
              </p:cNvPr>
              <p:cNvSpPr txBox="1"/>
              <p:nvPr/>
            </p:nvSpPr>
            <p:spPr>
              <a:xfrm>
                <a:off x="528635" y="2990240"/>
                <a:ext cx="4671633" cy="7286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altLang="ja-JP" sz="2000" i="1" smtClean="0">
                          <a:latin typeface="Cambria Math" panose="02040503050406030204" pitchFamily="18" charset="0"/>
                        </a:rPr>
                        <m:t>Dice</m:t>
                      </m:r>
                      <m:r>
                        <a:rPr lang="ja-JP" altLang="en-US" sz="2000" i="1">
                          <a:latin typeface="Cambria Math" panose="02040503050406030204" pitchFamily="18" charset="0"/>
                        </a:rPr>
                        <m:t>=</m:t>
                      </m:r>
                      <m:f>
                        <m:fPr>
                          <m:ctrlPr>
                            <a:rPr lang="en-US" altLang="ja-JP" sz="2000" i="1" smtClean="0">
                              <a:latin typeface="Cambria Math" panose="02040503050406030204" pitchFamily="18" charset="0"/>
                            </a:rPr>
                          </m:ctrlPr>
                        </m:fPr>
                        <m:num>
                          <m:r>
                            <a:rPr lang="en-US" altLang="ja-JP" sz="2000" b="0" i="1" smtClean="0">
                              <a:latin typeface="Cambria Math" panose="02040503050406030204" pitchFamily="18" charset="0"/>
                            </a:rPr>
                            <m:t>2</m:t>
                          </m:r>
                          <m:r>
                            <a:rPr lang="en-US" altLang="ja-JP" sz="2000" i="1">
                              <a:latin typeface="Cambria Math" panose="02040503050406030204" pitchFamily="18" charset="0"/>
                            </a:rPr>
                            <m:t>×</m:t>
                          </m:r>
                          <m:d>
                            <m:dPr>
                              <m:begChr m:val="|"/>
                              <m:endChr m:val="|"/>
                              <m:ctrlPr>
                                <a:rPr lang="en-US" altLang="ja-JP" sz="2000" i="1" smtClean="0">
                                  <a:latin typeface="Cambria Math" panose="02040503050406030204" pitchFamily="18" charset="0"/>
                                </a:rPr>
                              </m:ctrlPr>
                            </m:dPr>
                            <m:e>
                              <m:r>
                                <m:rPr>
                                  <m:sty m:val="p"/>
                                </m:rPr>
                                <a:rPr lang="en-US" altLang="ja-JP" sz="2000" i="1">
                                  <a:latin typeface="Cambria Math" panose="02040503050406030204" pitchFamily="18" charset="0"/>
                                </a:rPr>
                                <m:t>A</m:t>
                              </m:r>
                              <m:r>
                                <a:rPr lang="en-US" altLang="ja-JP" sz="2000" i="1" smtClean="0">
                                  <a:latin typeface="Cambria Math" panose="02040503050406030204" pitchFamily="18" charset="0"/>
                                  <a:ea typeface="Cambria Math" panose="02040503050406030204" pitchFamily="18" charset="0"/>
                                </a:rPr>
                                <m:t>∩</m:t>
                              </m:r>
                              <m:r>
                                <m:rPr>
                                  <m:sty m:val="p"/>
                                </m:rPr>
                                <a:rPr lang="en-US" altLang="ja-JP" sz="2000" i="1">
                                  <a:latin typeface="Cambria Math" panose="02040503050406030204" pitchFamily="18" charset="0"/>
                                  <a:ea typeface="Cambria Math" panose="02040503050406030204" pitchFamily="18" charset="0"/>
                                </a:rPr>
                                <m:t>B</m:t>
                              </m:r>
                            </m:e>
                          </m:d>
                        </m:num>
                        <m:den>
                          <m:d>
                            <m:dPr>
                              <m:begChr m:val="|"/>
                              <m:endChr m:val="|"/>
                              <m:ctrlPr>
                                <a:rPr lang="en-US" altLang="ja-JP" sz="2000" i="1" smtClean="0">
                                  <a:latin typeface="Cambria Math" panose="02040503050406030204" pitchFamily="18" charset="0"/>
                                </a:rPr>
                              </m:ctrlPr>
                            </m:dPr>
                            <m:e>
                              <m:r>
                                <m:rPr>
                                  <m:sty m:val="p"/>
                                </m:rPr>
                                <a:rPr lang="en-US" altLang="ja-JP" sz="2000" i="1">
                                  <a:latin typeface="Cambria Math" panose="02040503050406030204" pitchFamily="18" charset="0"/>
                                </a:rPr>
                                <m:t>A</m:t>
                              </m:r>
                            </m:e>
                          </m:d>
                          <m:r>
                            <a:rPr lang="en-US" altLang="ja-JP" sz="2000" i="1" smtClean="0">
                              <a:latin typeface="Cambria Math" panose="02040503050406030204" pitchFamily="18" charset="0"/>
                              <a:ea typeface="Cambria Math" panose="02040503050406030204" pitchFamily="18" charset="0"/>
                            </a:rPr>
                            <m:t>+</m:t>
                          </m:r>
                          <m:d>
                            <m:dPr>
                              <m:begChr m:val="|"/>
                              <m:endChr m:val="|"/>
                              <m:ctrlPr>
                                <a:rPr lang="en-US" altLang="ja-JP" sz="2000" i="1" smtClean="0">
                                  <a:latin typeface="Cambria Math" panose="02040503050406030204" pitchFamily="18" charset="0"/>
                                  <a:ea typeface="Cambria Math" panose="02040503050406030204" pitchFamily="18" charset="0"/>
                                </a:rPr>
                              </m:ctrlPr>
                            </m:dPr>
                            <m:e>
                              <m:r>
                                <m:rPr>
                                  <m:sty m:val="p"/>
                                </m:rPr>
                                <a:rPr lang="en-US" altLang="ja-JP" sz="2000" i="1">
                                  <a:latin typeface="Cambria Math" panose="02040503050406030204" pitchFamily="18" charset="0"/>
                                  <a:ea typeface="Cambria Math" panose="02040503050406030204" pitchFamily="18" charset="0"/>
                                </a:rPr>
                                <m:t>B</m:t>
                              </m:r>
                            </m:e>
                          </m:d>
                        </m:den>
                      </m:f>
                      <m:r>
                        <a:rPr lang="en-US" altLang="ja-JP" sz="2000" i="1">
                          <a:latin typeface="Cambria Math" panose="02040503050406030204" pitchFamily="18" charset="0"/>
                        </a:rPr>
                        <m:t> </m:t>
                      </m:r>
                    </m:oMath>
                  </m:oMathPara>
                </a14:m>
                <a:endParaRPr kumimoji="1" lang="ja-JP" altLang="en-US" sz="2000" dirty="0"/>
              </a:p>
            </p:txBody>
          </p:sp>
        </mc:Choice>
        <mc:Fallback xmlns="">
          <p:sp>
            <p:nvSpPr>
              <p:cNvPr id="8" name="テキスト ボックス 7">
                <a:extLst>
                  <a:ext uri="{FF2B5EF4-FFF2-40B4-BE49-F238E27FC236}">
                    <a16:creationId xmlns:a16="http://schemas.microsoft.com/office/drawing/2014/main" id="{EDA459B4-C35E-FB1D-101C-0D34301B29D7}"/>
                  </a:ext>
                </a:extLst>
              </p:cNvPr>
              <p:cNvSpPr txBox="1">
                <a:spLocks noRot="1" noChangeAspect="1" noMove="1" noResize="1" noEditPoints="1" noAdjustHandles="1" noChangeArrowheads="1" noChangeShapeType="1" noTextEdit="1"/>
              </p:cNvSpPr>
              <p:nvPr/>
            </p:nvSpPr>
            <p:spPr>
              <a:xfrm>
                <a:off x="528635" y="2990240"/>
                <a:ext cx="4671633" cy="728661"/>
              </a:xfrm>
              <a:prstGeom prst="rect">
                <a:avLst/>
              </a:prstGeom>
              <a:blipFill>
                <a:blip r:embed="rId3"/>
                <a:stretch>
                  <a:fillRect/>
                </a:stretch>
              </a:blipFill>
            </p:spPr>
            <p:txBody>
              <a:bodyPr/>
              <a:lstStyle/>
              <a:p>
                <a:r>
                  <a:rPr lang="ja-JP" altLang="en-US">
                    <a:noFill/>
                  </a:rPr>
                  <a:t> </a:t>
                </a:r>
              </a:p>
            </p:txBody>
          </p:sp>
        </mc:Fallback>
      </mc:AlternateContent>
      <p:sp>
        <p:nvSpPr>
          <p:cNvPr id="10" name="テキスト ボックス 9">
            <a:extLst>
              <a:ext uri="{FF2B5EF4-FFF2-40B4-BE49-F238E27FC236}">
                <a16:creationId xmlns:a16="http://schemas.microsoft.com/office/drawing/2014/main" id="{7478C88A-B1EE-5149-8F18-2114887BD6CF}"/>
              </a:ext>
            </a:extLst>
          </p:cNvPr>
          <p:cNvSpPr txBox="1"/>
          <p:nvPr/>
        </p:nvSpPr>
        <p:spPr>
          <a:xfrm>
            <a:off x="590548" y="2258588"/>
            <a:ext cx="8338748" cy="400110"/>
          </a:xfrm>
          <a:prstGeom prst="rect">
            <a:avLst/>
          </a:prstGeom>
          <a:noFill/>
        </p:spPr>
        <p:txBody>
          <a:bodyPr wrap="square">
            <a:spAutoFit/>
          </a:bodyPr>
          <a:lstStyle/>
          <a:p>
            <a:pPr marL="285750" indent="-28575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値の範囲は </a:t>
            </a:r>
            <a:r>
              <a:rPr lang="en-US" altLang="ja-JP" sz="2000" dirty="0">
                <a:latin typeface="ＭＳ Ｐゴシック" panose="020B0600070205080204" pitchFamily="50" charset="-128"/>
                <a:ea typeface="ＭＳ Ｐゴシック" panose="020B0600070205080204" pitchFamily="50" charset="-128"/>
              </a:rPr>
              <a:t>0〜1</a:t>
            </a:r>
            <a:r>
              <a:rPr lang="ja-JP" altLang="en-US" sz="2000" dirty="0">
                <a:latin typeface="ＭＳ Ｐゴシック" panose="020B0600070205080204" pitchFamily="50" charset="-128"/>
                <a:ea typeface="ＭＳ Ｐゴシック" panose="020B0600070205080204" pitchFamily="50" charset="-128"/>
              </a:rPr>
              <a:t>であり</a:t>
            </a:r>
            <a:r>
              <a:rPr lang="en-US" altLang="ja-JP" sz="2000" dirty="0">
                <a:latin typeface="ＭＳ Ｐゴシック" panose="020B0600070205080204" pitchFamily="50" charset="-128"/>
                <a:ea typeface="ＭＳ Ｐゴシック" panose="020B0600070205080204" pitchFamily="50" charset="-128"/>
              </a:rPr>
              <a:t>1</a:t>
            </a:r>
            <a:r>
              <a:rPr lang="ja-JP" altLang="en-US" sz="2000" dirty="0">
                <a:latin typeface="ＭＳ Ｐゴシック" panose="020B0600070205080204" pitchFamily="50" charset="-128"/>
                <a:ea typeface="ＭＳ Ｐゴシック" panose="020B0600070205080204" pitchFamily="50" charset="-128"/>
              </a:rPr>
              <a:t>に近いほどマスクが一致しており、精度が高い</a:t>
            </a:r>
            <a:endParaRPr lang="en-US" altLang="ja-JP" sz="2000" dirty="0">
              <a:latin typeface="ＭＳ Ｐゴシック" panose="020B0600070205080204" pitchFamily="50" charset="-128"/>
              <a:ea typeface="ＭＳ Ｐゴシック" panose="020B0600070205080204" pitchFamily="50" charset="-128"/>
            </a:endParaRPr>
          </a:p>
        </p:txBody>
      </p:sp>
      <p:grpSp>
        <p:nvGrpSpPr>
          <p:cNvPr id="17" name="グループ化 16">
            <a:extLst>
              <a:ext uri="{FF2B5EF4-FFF2-40B4-BE49-F238E27FC236}">
                <a16:creationId xmlns:a16="http://schemas.microsoft.com/office/drawing/2014/main" id="{A1663EAC-7720-56AB-4712-29D0E490CFAC}"/>
              </a:ext>
            </a:extLst>
          </p:cNvPr>
          <p:cNvGrpSpPr/>
          <p:nvPr/>
        </p:nvGrpSpPr>
        <p:grpSpPr>
          <a:xfrm>
            <a:off x="6805226" y="3484323"/>
            <a:ext cx="5074774" cy="2891100"/>
            <a:chOff x="6772275" y="3242592"/>
            <a:chExt cx="5074774" cy="2891100"/>
          </a:xfrm>
        </p:grpSpPr>
        <p:sp>
          <p:nvSpPr>
            <p:cNvPr id="15" name="正方形/長方形 14">
              <a:extLst>
                <a:ext uri="{FF2B5EF4-FFF2-40B4-BE49-F238E27FC236}">
                  <a16:creationId xmlns:a16="http://schemas.microsoft.com/office/drawing/2014/main" id="{78AE1B25-A263-AE69-D005-A4DD62D0CD3E}"/>
                </a:ext>
              </a:extLst>
            </p:cNvPr>
            <p:cNvSpPr/>
            <p:nvPr/>
          </p:nvSpPr>
          <p:spPr>
            <a:xfrm>
              <a:off x="6772275" y="3242592"/>
              <a:ext cx="5074774" cy="28911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16" name="グループ化 15">
              <a:extLst>
                <a:ext uri="{FF2B5EF4-FFF2-40B4-BE49-F238E27FC236}">
                  <a16:creationId xmlns:a16="http://schemas.microsoft.com/office/drawing/2014/main" id="{FE1B2A9D-39C3-476F-CF7E-D72A5BBE071B}"/>
                </a:ext>
              </a:extLst>
            </p:cNvPr>
            <p:cNvGrpSpPr/>
            <p:nvPr/>
          </p:nvGrpSpPr>
          <p:grpSpPr>
            <a:xfrm>
              <a:off x="7400925" y="3625151"/>
              <a:ext cx="3590922" cy="2296849"/>
              <a:chOff x="7400925" y="3625151"/>
              <a:chExt cx="3590922" cy="2296849"/>
            </a:xfrm>
          </p:grpSpPr>
          <p:sp>
            <p:nvSpPr>
              <p:cNvPr id="11" name="楕円 10">
                <a:extLst>
                  <a:ext uri="{FF2B5EF4-FFF2-40B4-BE49-F238E27FC236}">
                    <a16:creationId xmlns:a16="http://schemas.microsoft.com/office/drawing/2014/main" id="{669C44BC-0EDB-D587-3C9D-B720F4DF9B63}"/>
                  </a:ext>
                </a:extLst>
              </p:cNvPr>
              <p:cNvSpPr/>
              <p:nvPr/>
            </p:nvSpPr>
            <p:spPr>
              <a:xfrm>
                <a:off x="7610475" y="4055100"/>
                <a:ext cx="1905000" cy="18669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6A409CA1-237A-CBBC-9ABB-8496075B2D40}"/>
                  </a:ext>
                </a:extLst>
              </p:cNvPr>
              <p:cNvSpPr/>
              <p:nvPr/>
            </p:nvSpPr>
            <p:spPr>
              <a:xfrm>
                <a:off x="9029697" y="4055100"/>
                <a:ext cx="1905000" cy="1866900"/>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861CDEA4-079E-D1E4-8588-83ABBA86A5AE}"/>
                  </a:ext>
                </a:extLst>
              </p:cNvPr>
              <p:cNvSpPr txBox="1"/>
              <p:nvPr/>
            </p:nvSpPr>
            <p:spPr>
              <a:xfrm>
                <a:off x="7400925" y="3625151"/>
                <a:ext cx="2019300" cy="369332"/>
              </a:xfrm>
              <a:prstGeom prst="rect">
                <a:avLst/>
              </a:prstGeom>
              <a:noFill/>
            </p:spPr>
            <p:txBody>
              <a:bodyPr wrap="square" rtlCol="0">
                <a:spAutoFit/>
              </a:bodyPr>
              <a:lstStyle/>
              <a:p>
                <a:pPr algn="ctr"/>
                <a:r>
                  <a:rPr lang="en-US" altLang="ja-JP" dirty="0">
                    <a:latin typeface="ＭＳ Ｐゴシック" panose="020B0600070205080204" pitchFamily="50" charset="-128"/>
                    <a:ea typeface="ＭＳ Ｐゴシック" panose="020B0600070205080204" pitchFamily="50" charset="-128"/>
                  </a:rPr>
                  <a:t>A</a:t>
                </a:r>
                <a:r>
                  <a:rPr lang="ja-JP" altLang="en-US" dirty="0">
                    <a:latin typeface="ＭＳ Ｐゴシック" panose="020B0600070205080204" pitchFamily="50" charset="-128"/>
                    <a:ea typeface="ＭＳ Ｐゴシック" panose="020B0600070205080204" pitchFamily="50" charset="-128"/>
                  </a:rPr>
                  <a:t>：正解マスク</a:t>
                </a:r>
                <a:endParaRPr kumimoji="1" lang="ja-JP" altLang="en-US" dirty="0">
                  <a:latin typeface="ＭＳ Ｐゴシック" panose="020B0600070205080204" pitchFamily="50" charset="-128"/>
                  <a:ea typeface="ＭＳ Ｐゴシック" panose="020B0600070205080204" pitchFamily="50" charset="-128"/>
                </a:endParaRPr>
              </a:p>
            </p:txBody>
          </p:sp>
          <p:sp>
            <p:nvSpPr>
              <p:cNvPr id="14" name="テキスト ボックス 13">
                <a:extLst>
                  <a:ext uri="{FF2B5EF4-FFF2-40B4-BE49-F238E27FC236}">
                    <a16:creationId xmlns:a16="http://schemas.microsoft.com/office/drawing/2014/main" id="{6C9D84CD-30A5-165B-3211-48D145318952}"/>
                  </a:ext>
                </a:extLst>
              </p:cNvPr>
              <p:cNvSpPr txBox="1"/>
              <p:nvPr/>
            </p:nvSpPr>
            <p:spPr>
              <a:xfrm>
                <a:off x="8972547" y="3625151"/>
                <a:ext cx="2019300" cy="369332"/>
              </a:xfrm>
              <a:prstGeom prst="rect">
                <a:avLst/>
              </a:prstGeom>
              <a:noFill/>
            </p:spPr>
            <p:txBody>
              <a:bodyPr wrap="square" rtlCol="0">
                <a:spAutoFit/>
              </a:bodyPr>
              <a:lstStyle/>
              <a:p>
                <a:pPr algn="ctr"/>
                <a:r>
                  <a:rPr lang="en-US" altLang="ja-JP" dirty="0">
                    <a:latin typeface="ＭＳ Ｐゴシック" panose="020B0600070205080204" pitchFamily="50" charset="-128"/>
                    <a:ea typeface="ＭＳ Ｐゴシック" panose="020B0600070205080204" pitchFamily="50" charset="-128"/>
                  </a:rPr>
                  <a:t>B</a:t>
                </a:r>
                <a:r>
                  <a:rPr lang="ja-JP" altLang="en-US" dirty="0">
                    <a:latin typeface="ＭＳ Ｐゴシック" panose="020B0600070205080204" pitchFamily="50" charset="-128"/>
                    <a:ea typeface="ＭＳ Ｐゴシック" panose="020B0600070205080204" pitchFamily="50" charset="-128"/>
                  </a:rPr>
                  <a:t>：予測マスク</a:t>
                </a:r>
                <a:endParaRPr kumimoji="1" lang="ja-JP" altLang="en-US" dirty="0">
                  <a:latin typeface="ＭＳ Ｐゴシック" panose="020B0600070205080204" pitchFamily="50" charset="-128"/>
                  <a:ea typeface="ＭＳ Ｐゴシック" panose="020B0600070205080204" pitchFamily="50" charset="-128"/>
                </a:endParaRPr>
              </a:p>
            </p:txBody>
          </p:sp>
        </p:grpSp>
      </p:grpSp>
      <p:sp>
        <p:nvSpPr>
          <p:cNvPr id="18" name="テキスト ボックス 17">
            <a:extLst>
              <a:ext uri="{FF2B5EF4-FFF2-40B4-BE49-F238E27FC236}">
                <a16:creationId xmlns:a16="http://schemas.microsoft.com/office/drawing/2014/main" id="{83BEB252-3255-A0A5-2FBD-239D37CA9B93}"/>
              </a:ext>
            </a:extLst>
          </p:cNvPr>
          <p:cNvSpPr txBox="1"/>
          <p:nvPr/>
        </p:nvSpPr>
        <p:spPr>
          <a:xfrm>
            <a:off x="6614725" y="2954433"/>
            <a:ext cx="1128323" cy="369332"/>
          </a:xfrm>
          <a:prstGeom prst="rect">
            <a:avLst/>
          </a:prstGeom>
          <a:noFill/>
        </p:spPr>
        <p:txBody>
          <a:bodyPr wrap="square" rtlCol="0">
            <a:spAutoFit/>
          </a:bodyPr>
          <a:lstStyle/>
          <a:p>
            <a:pPr algn="ctr"/>
            <a:r>
              <a:rPr kumimoji="1" lang="ja-JP" altLang="en-US" dirty="0">
                <a:latin typeface="ＭＳ Ｐゴシック" panose="020B0600070205080204" pitchFamily="50" charset="-128"/>
                <a:ea typeface="ＭＳ Ｐゴシック" panose="020B0600070205080204" pitchFamily="50" charset="-128"/>
              </a:rPr>
              <a:t>イメージ</a:t>
            </a:r>
          </a:p>
        </p:txBody>
      </p:sp>
      <p:sp>
        <p:nvSpPr>
          <p:cNvPr id="20" name="テキスト ボックス 19">
            <a:extLst>
              <a:ext uri="{FF2B5EF4-FFF2-40B4-BE49-F238E27FC236}">
                <a16:creationId xmlns:a16="http://schemas.microsoft.com/office/drawing/2014/main" id="{EAF12722-5688-077B-95F6-4EDB0DE8B998}"/>
              </a:ext>
            </a:extLst>
          </p:cNvPr>
          <p:cNvSpPr txBox="1"/>
          <p:nvPr/>
        </p:nvSpPr>
        <p:spPr>
          <a:xfrm>
            <a:off x="590548" y="2802999"/>
            <a:ext cx="3648075" cy="369332"/>
          </a:xfrm>
          <a:prstGeom prst="rect">
            <a:avLst/>
          </a:prstGeom>
          <a:noFill/>
        </p:spPr>
        <p:txBody>
          <a:bodyPr wrap="square">
            <a:spAutoFit/>
          </a:bodyPr>
          <a:lstStyle/>
          <a:p>
            <a:pPr marL="285750" indent="-285750">
              <a:buFont typeface="Arial" panose="020B0604020202020204" pitchFamily="34" charset="0"/>
              <a:buChar char="•"/>
            </a:pPr>
            <a:r>
              <a:rPr lang="ja-JP" altLang="en-US" dirty="0">
                <a:latin typeface="ＭＳ Ｐゴシック" panose="020B0600070205080204" pitchFamily="50" charset="-128"/>
                <a:ea typeface="ＭＳ Ｐゴシック" panose="020B0600070205080204" pitchFamily="50" charset="-128"/>
              </a:rPr>
              <a:t>数式：</a:t>
            </a:r>
          </a:p>
        </p:txBody>
      </p:sp>
      <p:sp>
        <p:nvSpPr>
          <p:cNvPr id="21" name="TextBox 10">
            <a:extLst>
              <a:ext uri="{FF2B5EF4-FFF2-40B4-BE49-F238E27FC236}">
                <a16:creationId xmlns:a16="http://schemas.microsoft.com/office/drawing/2014/main" id="{B48FB197-75A6-5642-8B91-63EC72550DC3}"/>
              </a:ext>
            </a:extLst>
          </p:cNvPr>
          <p:cNvSpPr txBox="1">
            <a:spLocks/>
          </p:cNvSpPr>
          <p:nvPr/>
        </p:nvSpPr>
        <p:spPr>
          <a:xfrm>
            <a:off x="360000" y="4103360"/>
            <a:ext cx="2892745"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ja-JP" altLang="en-US" sz="2400" dirty="0">
                <a:effectLst/>
                <a:latin typeface="ＭＳ Ｐゴシック" panose="020B0600070205080204" pitchFamily="50" charset="-128"/>
                <a:ea typeface="ＭＳ Ｐゴシック" panose="020B0600070205080204" pitchFamily="50" charset="-128"/>
              </a:rPr>
              <a:t>相対</a:t>
            </a:r>
            <a:r>
              <a:rPr lang="en-US" altLang="ja-JP" sz="2400" dirty="0">
                <a:effectLst/>
                <a:latin typeface="ＭＳ Ｐゴシック" panose="020B0600070205080204" pitchFamily="50" charset="-128"/>
                <a:ea typeface="ＭＳ Ｐゴシック" panose="020B0600070205080204" pitchFamily="50" charset="-128"/>
              </a:rPr>
              <a:t>Dice</a:t>
            </a:r>
            <a:r>
              <a:rPr lang="ja-JP" altLang="en-US" sz="2400" dirty="0">
                <a:effectLst/>
                <a:latin typeface="ＭＳ Ｐゴシック" panose="020B0600070205080204" pitchFamily="50" charset="-128"/>
                <a:ea typeface="ＭＳ Ｐゴシック" panose="020B0600070205080204" pitchFamily="50" charset="-128"/>
              </a:rPr>
              <a:t>スコア</a:t>
            </a:r>
            <a:endParaRPr lang="en-JP" sz="24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p:txBody>
      </p:sp>
      <p:cxnSp>
        <p:nvCxnSpPr>
          <p:cNvPr id="24" name="直線コネクタ 23">
            <a:extLst>
              <a:ext uri="{FF2B5EF4-FFF2-40B4-BE49-F238E27FC236}">
                <a16:creationId xmlns:a16="http://schemas.microsoft.com/office/drawing/2014/main" id="{E1066DC1-7F8B-AFC1-17BC-59DDF9F4D3BE}"/>
              </a:ext>
            </a:extLst>
          </p:cNvPr>
          <p:cNvCxnSpPr>
            <a:cxnSpLocks/>
          </p:cNvCxnSpPr>
          <p:nvPr/>
        </p:nvCxnSpPr>
        <p:spPr>
          <a:xfrm>
            <a:off x="595821" y="5402904"/>
            <a:ext cx="5782117" cy="0"/>
          </a:xfrm>
          <a:prstGeom prst="line">
            <a:avLst/>
          </a:prstGeom>
        </p:spPr>
        <p:style>
          <a:lnRef idx="2">
            <a:schemeClr val="dk1"/>
          </a:lnRef>
          <a:fillRef idx="0">
            <a:schemeClr val="dk1"/>
          </a:fillRef>
          <a:effectRef idx="1">
            <a:schemeClr val="dk1"/>
          </a:effectRef>
          <a:fontRef idx="minor">
            <a:schemeClr val="tx1"/>
          </a:fontRef>
        </p:style>
      </p:cxnSp>
      <p:sp>
        <p:nvSpPr>
          <p:cNvPr id="26" name="テキスト ボックス 25">
            <a:extLst>
              <a:ext uri="{FF2B5EF4-FFF2-40B4-BE49-F238E27FC236}">
                <a16:creationId xmlns:a16="http://schemas.microsoft.com/office/drawing/2014/main" id="{BF33BCE1-45AB-3E43-0544-150166B36D5D}"/>
              </a:ext>
            </a:extLst>
          </p:cNvPr>
          <p:cNvSpPr txBox="1"/>
          <p:nvPr/>
        </p:nvSpPr>
        <p:spPr>
          <a:xfrm>
            <a:off x="463449" y="4881839"/>
            <a:ext cx="5990299" cy="338554"/>
          </a:xfrm>
          <a:prstGeom prst="rect">
            <a:avLst/>
          </a:prstGeom>
          <a:noFill/>
        </p:spPr>
        <p:txBody>
          <a:bodyPr wrap="square">
            <a:spAutoFit/>
          </a:bodyPr>
          <a:lstStyle/>
          <a:p>
            <a:pPr algn="ctr"/>
            <a:r>
              <a:rPr lang="ja-JP" altLang="en-US" sz="1600" dirty="0">
                <a:latin typeface="ＭＳ Ｐゴシック" panose="020B0600070205080204" pitchFamily="50" charset="-128"/>
                <a:ea typeface="ＭＳ Ｐゴシック" panose="020B0600070205080204" pitchFamily="50" charset="-128"/>
              </a:rPr>
              <a:t>合成画像のみ、または実画像と合成画像を用いた場合の</a:t>
            </a:r>
            <a:r>
              <a:rPr lang="en-US" altLang="ja-JP" sz="1600" dirty="0">
                <a:latin typeface="ＭＳ Ｐゴシック" panose="020B0600070205080204" pitchFamily="50" charset="-128"/>
                <a:ea typeface="ＭＳ Ｐゴシック" panose="020B0600070205080204" pitchFamily="50" charset="-128"/>
              </a:rPr>
              <a:t>Dice</a:t>
            </a:r>
            <a:r>
              <a:rPr lang="ja-JP" altLang="en-US" sz="1600" dirty="0">
                <a:latin typeface="ＭＳ Ｐゴシック" panose="020B0600070205080204" pitchFamily="50" charset="-128"/>
                <a:ea typeface="ＭＳ Ｐゴシック" panose="020B0600070205080204" pitchFamily="50" charset="-128"/>
              </a:rPr>
              <a:t>スコア</a:t>
            </a:r>
            <a:endParaRPr lang="ja-JP" altLang="en-US" sz="1600" dirty="0"/>
          </a:p>
        </p:txBody>
      </p:sp>
      <p:sp>
        <p:nvSpPr>
          <p:cNvPr id="28" name="テキスト ボックス 27">
            <a:extLst>
              <a:ext uri="{FF2B5EF4-FFF2-40B4-BE49-F238E27FC236}">
                <a16:creationId xmlns:a16="http://schemas.microsoft.com/office/drawing/2014/main" id="{14612F6E-F1BB-88ED-615B-6A357ADB7054}"/>
              </a:ext>
            </a:extLst>
          </p:cNvPr>
          <p:cNvSpPr txBox="1"/>
          <p:nvPr/>
        </p:nvSpPr>
        <p:spPr>
          <a:xfrm>
            <a:off x="797497" y="5577658"/>
            <a:ext cx="5378767" cy="338554"/>
          </a:xfrm>
          <a:prstGeom prst="rect">
            <a:avLst/>
          </a:prstGeom>
          <a:noFill/>
        </p:spPr>
        <p:txBody>
          <a:bodyPr wrap="square">
            <a:spAutoFit/>
          </a:bodyPr>
          <a:lstStyle/>
          <a:p>
            <a:pPr algn="ctr"/>
            <a:r>
              <a:rPr lang="ja-JP" altLang="en-US" sz="1600" dirty="0">
                <a:latin typeface="ＭＳ Ｐゴシック" panose="020B0600070205080204" pitchFamily="50" charset="-128"/>
                <a:ea typeface="ＭＳ Ｐゴシック" panose="020B0600070205080204" pitchFamily="50" charset="-128"/>
              </a:rPr>
              <a:t>データ拡張を施した実画像のみを使用した場合の</a:t>
            </a:r>
            <a:r>
              <a:rPr lang="en-US" altLang="ja-JP" sz="1600" dirty="0">
                <a:latin typeface="ＭＳ Ｐゴシック" panose="020B0600070205080204" pitchFamily="50" charset="-128"/>
                <a:ea typeface="ＭＳ Ｐゴシック" panose="020B0600070205080204" pitchFamily="50" charset="-128"/>
              </a:rPr>
              <a:t>Dice</a:t>
            </a:r>
            <a:r>
              <a:rPr lang="ja-JP" altLang="en-US" sz="1600" dirty="0">
                <a:latin typeface="ＭＳ Ｐゴシック" panose="020B0600070205080204" pitchFamily="50" charset="-128"/>
                <a:ea typeface="ＭＳ Ｐゴシック" panose="020B0600070205080204" pitchFamily="50" charset="-128"/>
              </a:rPr>
              <a:t>スコア</a:t>
            </a:r>
            <a:endParaRPr lang="ja-JP" altLang="en-US" sz="1600" dirty="0"/>
          </a:p>
        </p:txBody>
      </p:sp>
    </p:spTree>
    <p:extLst>
      <p:ext uri="{BB962C8B-B14F-4D97-AF65-F5344CB8AC3E}">
        <p14:creationId xmlns:p14="http://schemas.microsoft.com/office/powerpoint/2010/main" val="35830359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B8057-2A0F-DBB0-ACC5-846007EA7B4D}"/>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75AA7451-8780-7D86-07FE-2BB47CBA6F8B}"/>
              </a:ext>
            </a:extLst>
          </p:cNvPr>
          <p:cNvSpPr txBox="1">
            <a:spLocks noGrp="1" noRot="1" noMove="1" noResize="1" noEditPoints="1" noAdjustHandles="1" noChangeArrowheads="1" noChangeShapeType="1"/>
          </p:cNvSpPr>
          <p:nvPr/>
        </p:nvSpPr>
        <p:spPr>
          <a:xfrm>
            <a:off x="360000" y="216000"/>
            <a:ext cx="1313180"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結果</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　</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7297592C-1819-A060-122A-C1977711A883}"/>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2" name="TextBox 10">
            <a:extLst>
              <a:ext uri="{FF2B5EF4-FFF2-40B4-BE49-F238E27FC236}">
                <a16:creationId xmlns:a16="http://schemas.microsoft.com/office/drawing/2014/main" id="{94564BCF-99D4-D684-656D-4B23530DE3F5}"/>
              </a:ext>
            </a:extLst>
          </p:cNvPr>
          <p:cNvSpPr txBox="1">
            <a:spLocks/>
          </p:cNvSpPr>
          <p:nvPr/>
        </p:nvSpPr>
        <p:spPr>
          <a:xfrm>
            <a:off x="360000" y="1055730"/>
            <a:ext cx="7670095"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en-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U-Net – </a:t>
            </a: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相対</a:t>
            </a:r>
            <a:r>
              <a:rPr lang="en-US" altLang="ja-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Dice</a:t>
            </a: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スコア</a:t>
            </a:r>
            <a:r>
              <a:rPr lang="en-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a:t>
            </a:r>
          </a:p>
        </p:txBody>
      </p:sp>
      <p:graphicFrame>
        <p:nvGraphicFramePr>
          <p:cNvPr id="3" name="表 6">
            <a:extLst>
              <a:ext uri="{FF2B5EF4-FFF2-40B4-BE49-F238E27FC236}">
                <a16:creationId xmlns:a16="http://schemas.microsoft.com/office/drawing/2014/main" id="{FE2923B9-692C-E340-5687-12E3E061AD6F}"/>
              </a:ext>
            </a:extLst>
          </p:cNvPr>
          <p:cNvGraphicFramePr>
            <a:graphicFrameLocks noGrp="1"/>
          </p:cNvGraphicFramePr>
          <p:nvPr>
            <p:extLst>
              <p:ext uri="{D42A27DB-BD31-4B8C-83A1-F6EECF244321}">
                <p14:modId xmlns:p14="http://schemas.microsoft.com/office/powerpoint/2010/main" val="3448876277"/>
              </p:ext>
            </p:extLst>
          </p:nvPr>
        </p:nvGraphicFramePr>
        <p:xfrm>
          <a:off x="518329" y="1580487"/>
          <a:ext cx="5601671" cy="4446542"/>
        </p:xfrm>
        <a:graphic>
          <a:graphicData uri="http://schemas.openxmlformats.org/drawingml/2006/table">
            <a:tbl>
              <a:tblPr firstRow="1" bandRow="1">
                <a:tableStyleId>{5C22544A-7EE6-4342-B048-85BDC9FD1C3A}</a:tableStyleId>
              </a:tblPr>
              <a:tblGrid>
                <a:gridCol w="1039093">
                  <a:extLst>
                    <a:ext uri="{9D8B030D-6E8A-4147-A177-3AD203B41FA5}">
                      <a16:colId xmlns:a16="http://schemas.microsoft.com/office/drawing/2014/main" val="1675578800"/>
                    </a:ext>
                  </a:extLst>
                </a:gridCol>
                <a:gridCol w="1138205">
                  <a:extLst>
                    <a:ext uri="{9D8B030D-6E8A-4147-A177-3AD203B41FA5}">
                      <a16:colId xmlns:a16="http://schemas.microsoft.com/office/drawing/2014/main" val="3904448718"/>
                    </a:ext>
                  </a:extLst>
                </a:gridCol>
                <a:gridCol w="1138205">
                  <a:extLst>
                    <a:ext uri="{9D8B030D-6E8A-4147-A177-3AD203B41FA5}">
                      <a16:colId xmlns:a16="http://schemas.microsoft.com/office/drawing/2014/main" val="730765675"/>
                    </a:ext>
                  </a:extLst>
                </a:gridCol>
                <a:gridCol w="1138555">
                  <a:extLst>
                    <a:ext uri="{9D8B030D-6E8A-4147-A177-3AD203B41FA5}">
                      <a16:colId xmlns:a16="http://schemas.microsoft.com/office/drawing/2014/main" val="2491857740"/>
                    </a:ext>
                  </a:extLst>
                </a:gridCol>
                <a:gridCol w="1147613">
                  <a:extLst>
                    <a:ext uri="{9D8B030D-6E8A-4147-A177-3AD203B41FA5}">
                      <a16:colId xmlns:a16="http://schemas.microsoft.com/office/drawing/2014/main" val="1634297646"/>
                    </a:ext>
                  </a:extLst>
                </a:gridCol>
              </a:tblGrid>
              <a:tr h="725728">
                <a:tc>
                  <a:txBody>
                    <a:bodyPr/>
                    <a:lstStyle/>
                    <a:p>
                      <a:pPr algn="ctr"/>
                      <a:r>
                        <a:rPr kumimoji="1" lang="ja-JP" altLang="en-US" sz="9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モデル</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9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実画像を</a:t>
                      </a:r>
                      <a:endParaRPr kumimoji="1" lang="en-US" altLang="ja-JP" sz="9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p>
                      <a:pPr algn="ctr"/>
                      <a:r>
                        <a:rPr kumimoji="1" lang="ja-JP" altLang="en-US" sz="9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学習に使用したか</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9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学習の際にデータ拡張をしたか</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900" b="0" dirty="0" err="1">
                          <a:solidFill>
                            <a:schemeClr val="tx1"/>
                          </a:solidFill>
                          <a:latin typeface="ＭＳ Ｐゴシック" panose="020B0600070205080204" pitchFamily="50" charset="-128"/>
                          <a:ea typeface="ＭＳ Ｐゴシック" panose="020B0600070205080204" pitchFamily="50" charset="-128"/>
                        </a:rPr>
                        <a:t>BraTS</a:t>
                      </a:r>
                      <a:r>
                        <a:rPr lang="en-US" altLang="ja-JP" sz="900" b="0" dirty="0">
                          <a:solidFill>
                            <a:schemeClr val="tx1"/>
                          </a:solidFill>
                          <a:latin typeface="ＭＳ Ｐゴシック" panose="020B0600070205080204" pitchFamily="50" charset="-128"/>
                          <a:ea typeface="ＭＳ Ｐゴシック" panose="020B0600070205080204" pitchFamily="50" charset="-128"/>
                        </a:rPr>
                        <a:t> 2020</a:t>
                      </a:r>
                      <a:endParaRPr kumimoji="1" lang="ja-JP" altLang="en-US" sz="900" b="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900" b="0" dirty="0" err="1">
                          <a:solidFill>
                            <a:schemeClr val="tx1"/>
                          </a:solidFill>
                          <a:latin typeface="ＭＳ Ｐゴシック" panose="020B0600070205080204" pitchFamily="50" charset="-128"/>
                          <a:ea typeface="ＭＳ Ｐゴシック" panose="020B0600070205080204" pitchFamily="50" charset="-128"/>
                        </a:rPr>
                        <a:t>BraTS</a:t>
                      </a:r>
                      <a:r>
                        <a:rPr lang="en-US" altLang="ja-JP" sz="900" b="0" dirty="0">
                          <a:solidFill>
                            <a:schemeClr val="tx1"/>
                          </a:solidFill>
                          <a:latin typeface="ＭＳ Ｐゴシック" panose="020B0600070205080204" pitchFamily="50" charset="-128"/>
                          <a:ea typeface="ＭＳ Ｐゴシック" panose="020B0600070205080204" pitchFamily="50" charset="-128"/>
                        </a:rPr>
                        <a:t> 2021</a:t>
                      </a:r>
                      <a:endParaRPr kumimoji="1" lang="ja-JP" altLang="en-US" sz="900" b="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2931568"/>
                  </a:ext>
                </a:extLst>
              </a:tr>
              <a:tr h="362864">
                <a:tc>
                  <a:txBody>
                    <a:bodyPr/>
                    <a:lstStyle/>
                    <a:p>
                      <a:pPr algn="ctr"/>
                      <a:r>
                        <a:rPr lang="en-US" altLang="ja-JP" sz="900" dirty="0">
                          <a:latin typeface="ＭＳ Ｐゴシック" panose="020B0600070205080204" pitchFamily="50" charset="-128"/>
                          <a:ea typeface="ＭＳ Ｐゴシック" panose="020B0600070205080204" pitchFamily="50" charset="-128"/>
                        </a:rPr>
                        <a:t>Progressive GAN</a:t>
                      </a:r>
                      <a:endPar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T w="12700" cap="flat" cmpd="sng" algn="ctr">
                      <a:solidFill>
                        <a:schemeClr val="tx1"/>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lnT w="12700" cap="flat" cmpd="sng" algn="ctr">
                      <a:solidFill>
                        <a:schemeClr val="tx1"/>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lnT w="12700" cap="flat" cmpd="sng" algn="ctr">
                      <a:solidFill>
                        <a:schemeClr val="tx1"/>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b="0" dirty="0">
                          <a:effectLst/>
                          <a:latin typeface="ＭＳ Ｐゴシック" panose="020B0600070205080204" pitchFamily="50" charset="-128"/>
                          <a:ea typeface="ＭＳ Ｐゴシック" panose="020B0600070205080204" pitchFamily="50" charset="-128"/>
                          <a:cs typeface="Arial" panose="020B0604020202020204" pitchFamily="34" charset="0"/>
                        </a:rPr>
                        <a:t>100.14</a:t>
                      </a:r>
                    </a:p>
                  </a:txBody>
                  <a:tcPr anchor="ctr">
                    <a:lnT w="12700" cap="flat" cmpd="sng" algn="ctr">
                      <a:solidFill>
                        <a:schemeClr val="tx1"/>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b="0" dirty="0">
                          <a:effectLst/>
                          <a:latin typeface="ＭＳ Ｐゴシック" panose="020B0600070205080204" pitchFamily="50" charset="-128"/>
                          <a:ea typeface="ＭＳ Ｐゴシック" panose="020B0600070205080204" pitchFamily="50" charset="-128"/>
                          <a:cs typeface="Arial" panose="020B0604020202020204" pitchFamily="34" charset="0"/>
                        </a:rPr>
                        <a:t>97.36</a:t>
                      </a:r>
                    </a:p>
                  </a:txBody>
                  <a:tcPr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959090370"/>
                  </a:ext>
                </a:extLst>
              </a:tr>
              <a:tr h="362864">
                <a:tc>
                  <a:txBody>
                    <a:bodyPr/>
                    <a:lstStyle/>
                    <a:p>
                      <a:pPr algn="ctr"/>
                      <a:r>
                        <a:rPr lang="en-US" altLang="ja-JP" sz="900" dirty="0">
                          <a:latin typeface="ＭＳ Ｐゴシック" panose="020B0600070205080204" pitchFamily="50" charset="-128"/>
                          <a:ea typeface="ＭＳ Ｐゴシック" panose="020B0600070205080204" pitchFamily="50" charset="-128"/>
                        </a:rPr>
                        <a:t>StyleGAN 1</a:t>
                      </a:r>
                      <a:endPar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noFill/>
                  </a:tcPr>
                </a:tc>
                <a:tc>
                  <a:txBody>
                    <a:bodyPr/>
                    <a:lstStyle/>
                    <a:p>
                      <a:pPr algn="ctr"/>
                      <a:r>
                        <a:rPr lang="en-US" altLang="ja-JP" sz="900" b="0" dirty="0">
                          <a:latin typeface="ＭＳ Ｐゴシック" panose="020B0600070205080204" pitchFamily="50" charset="-128"/>
                          <a:ea typeface="ＭＳ Ｐゴシック" panose="020B0600070205080204" pitchFamily="50" charset="-128"/>
                        </a:rPr>
                        <a:t>96.98</a:t>
                      </a:r>
                      <a:endParaRPr lang="ja-JP" altLang="en-US" sz="900" b="0" dirty="0">
                        <a:latin typeface="ＭＳ Ｐゴシック" panose="020B0600070205080204" pitchFamily="50" charset="-128"/>
                        <a:ea typeface="ＭＳ Ｐゴシック" panose="020B0600070205080204" pitchFamily="50" charset="-128"/>
                      </a:endParaRPr>
                    </a:p>
                  </a:txBody>
                  <a:tcPr anchor="ctr">
                    <a:noFill/>
                  </a:tcPr>
                </a:tc>
                <a:tc>
                  <a:txBody>
                    <a:bodyPr/>
                    <a:lstStyle/>
                    <a:p>
                      <a:pPr algn="ctr"/>
                      <a:r>
                        <a:rPr lang="en-US" altLang="ja-JP" sz="900" b="1" dirty="0">
                          <a:solidFill>
                            <a:srgbClr val="FF0000"/>
                          </a:solidFill>
                          <a:latin typeface="ＭＳ Ｐゴシック" panose="020B0600070205080204" pitchFamily="50" charset="-128"/>
                          <a:ea typeface="ＭＳ Ｐゴシック" panose="020B0600070205080204" pitchFamily="50" charset="-128"/>
                        </a:rPr>
                        <a:t>100.00</a:t>
                      </a:r>
                      <a:endParaRPr lang="ja-JP" altLang="en-US" sz="900" b="1" dirty="0">
                        <a:solidFill>
                          <a:srgbClr val="FF0000"/>
                        </a:solidFill>
                        <a:latin typeface="ＭＳ Ｐゴシック" panose="020B0600070205080204" pitchFamily="50" charset="-128"/>
                        <a:ea typeface="ＭＳ Ｐゴシック" panose="020B0600070205080204" pitchFamily="50" charset="-128"/>
                      </a:endParaRPr>
                    </a:p>
                  </a:txBody>
                  <a:tcPr anchor="ctr">
                    <a:noFill/>
                  </a:tcPr>
                </a:tc>
                <a:extLst>
                  <a:ext uri="{0D108BD9-81ED-4DB2-BD59-A6C34878D82A}">
                    <a16:rowId xmlns:a16="http://schemas.microsoft.com/office/drawing/2014/main" val="2668172088"/>
                  </a:ext>
                </a:extLst>
              </a:tr>
              <a:tr h="362864">
                <a:tc>
                  <a:txBody>
                    <a:bodyPr/>
                    <a:lstStyle/>
                    <a:p>
                      <a:pPr algn="ctr"/>
                      <a:r>
                        <a:rPr lang="en-US" altLang="ja-JP" sz="900" dirty="0">
                          <a:latin typeface="ＭＳ Ｐゴシック" panose="020B0600070205080204" pitchFamily="50" charset="-128"/>
                          <a:ea typeface="ＭＳ Ｐゴシック" panose="020B0600070205080204" pitchFamily="50" charset="-128"/>
                        </a:rPr>
                        <a:t>StyleGAN 2</a:t>
                      </a:r>
                      <a:endPar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b="1" dirty="0">
                          <a:solidFill>
                            <a:srgbClr val="FF0000"/>
                          </a:solidFill>
                          <a:latin typeface="ＭＳ Ｐゴシック" panose="020B0600070205080204" pitchFamily="50" charset="-128"/>
                          <a:ea typeface="ＭＳ Ｐゴシック" panose="020B0600070205080204" pitchFamily="50" charset="-128"/>
                        </a:rPr>
                        <a:t>101.10</a:t>
                      </a:r>
                      <a:endParaRPr lang="en-US" altLang="ja-JP" sz="900" b="1" dirty="0">
                        <a:solidFill>
                          <a:srgbClr val="FF0000"/>
                        </a:solidFill>
                        <a:effectLst/>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b="0" dirty="0">
                          <a:effectLst/>
                          <a:latin typeface="ＭＳ Ｐゴシック" panose="020B0600070205080204" pitchFamily="50" charset="-128"/>
                          <a:ea typeface="ＭＳ Ｐゴシック" panose="020B0600070205080204" pitchFamily="50" charset="-128"/>
                          <a:cs typeface="Arial" panose="020B0604020202020204" pitchFamily="34" charset="0"/>
                        </a:rPr>
                        <a:t>91.57</a:t>
                      </a:r>
                    </a:p>
                  </a:txBody>
                  <a:tcPr anchor="ctr">
                    <a:noFill/>
                  </a:tcPr>
                </a:tc>
                <a:extLst>
                  <a:ext uri="{0D108BD9-81ED-4DB2-BD59-A6C34878D82A}">
                    <a16:rowId xmlns:a16="http://schemas.microsoft.com/office/drawing/2014/main" val="137758401"/>
                  </a:ext>
                </a:extLst>
              </a:tr>
              <a:tr h="362864">
                <a:tc>
                  <a:txBody>
                    <a:bodyPr/>
                    <a:lstStyle/>
                    <a:p>
                      <a:pPr algn="ctr"/>
                      <a:r>
                        <a:rPr kumimoji="1" lang="en-US" altLang="ja-JP"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StyleGAN 3</a:t>
                      </a:r>
                      <a:endPar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b="0" dirty="0">
                          <a:latin typeface="ＭＳ Ｐゴシック" panose="020B0600070205080204" pitchFamily="50" charset="-128"/>
                          <a:ea typeface="ＭＳ Ｐゴシック" panose="020B0600070205080204" pitchFamily="50" charset="-128"/>
                        </a:rPr>
                        <a:t>95.74</a:t>
                      </a:r>
                      <a:endParaRPr lang="en-US" altLang="ja-JP" sz="900" b="0" dirty="0">
                        <a:effectLst/>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b="1" dirty="0">
                          <a:solidFill>
                            <a:srgbClr val="FF0000"/>
                          </a:solidFill>
                          <a:latin typeface="ＭＳ Ｐゴシック" panose="020B0600070205080204" pitchFamily="50" charset="-128"/>
                          <a:ea typeface="ＭＳ Ｐゴシック" panose="020B0600070205080204" pitchFamily="50" charset="-128"/>
                        </a:rPr>
                        <a:t>100.00</a:t>
                      </a:r>
                      <a:endParaRPr lang="en-US" altLang="ja-JP" sz="900" b="1" dirty="0">
                        <a:solidFill>
                          <a:srgbClr val="FF0000"/>
                        </a:solidFill>
                        <a:effectLst/>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extLst>
                  <a:ext uri="{0D108BD9-81ED-4DB2-BD59-A6C34878D82A}">
                    <a16:rowId xmlns:a16="http://schemas.microsoft.com/office/drawing/2014/main" val="2232553301"/>
                  </a:ext>
                </a:extLst>
              </a:tr>
              <a:tr h="3628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拡散モデル</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b="1" dirty="0">
                          <a:solidFill>
                            <a:srgbClr val="FF0000"/>
                          </a:solidFill>
                          <a:effectLst/>
                          <a:latin typeface="ＭＳ Ｐゴシック" panose="020B0600070205080204" pitchFamily="50" charset="-128"/>
                          <a:ea typeface="ＭＳ Ｐゴシック" panose="020B0600070205080204" pitchFamily="50" charset="-128"/>
                          <a:cs typeface="Arial" panose="020B0604020202020204" pitchFamily="34" charset="0"/>
                        </a:rPr>
                        <a:t>100.55</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b="0" dirty="0">
                          <a:latin typeface="ＭＳ Ｐゴシック" panose="020B0600070205080204" pitchFamily="50" charset="-128"/>
                          <a:ea typeface="ＭＳ Ｐゴシック" panose="020B0600070205080204" pitchFamily="50" charset="-128"/>
                        </a:rPr>
                        <a:t>98.99</a:t>
                      </a:r>
                      <a:endParaRPr lang="en-US" altLang="ja-JP" sz="900" b="0" dirty="0">
                        <a:effectLst/>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extLst>
                  <a:ext uri="{0D108BD9-81ED-4DB2-BD59-A6C34878D82A}">
                    <a16:rowId xmlns:a16="http://schemas.microsoft.com/office/drawing/2014/main" val="3853834988"/>
                  </a:ext>
                </a:extLst>
              </a:tr>
              <a:tr h="362864">
                <a:tc>
                  <a:txBody>
                    <a:bodyPr/>
                    <a:lstStyle/>
                    <a:p>
                      <a:pPr algn="ctr"/>
                      <a:r>
                        <a:rPr lang="en-US" altLang="ja-JP" sz="900" dirty="0">
                          <a:latin typeface="ＭＳ Ｐゴシック" panose="020B0600070205080204" pitchFamily="50" charset="-128"/>
                          <a:ea typeface="ＭＳ Ｐゴシック" panose="020B0600070205080204" pitchFamily="50" charset="-128"/>
                        </a:rPr>
                        <a:t>Progressive GAN</a:t>
                      </a:r>
                      <a:endPar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b="0" dirty="0">
                          <a:effectLst/>
                          <a:latin typeface="ＭＳ Ｐゴシック" panose="020B0600070205080204" pitchFamily="50" charset="-128"/>
                          <a:ea typeface="ＭＳ Ｐゴシック" panose="020B0600070205080204" pitchFamily="50" charset="-128"/>
                          <a:cs typeface="Arial" panose="020B0604020202020204" pitchFamily="34" charset="0"/>
                        </a:rPr>
                        <a:t>95.59</a:t>
                      </a:r>
                    </a:p>
                  </a:txBody>
                  <a:tcPr anchor="ctr">
                    <a:noFill/>
                  </a:tcPr>
                </a:tc>
                <a:tc>
                  <a:txBody>
                    <a:bodyPr/>
                    <a:lstStyle/>
                    <a:p>
                      <a:pPr algn="ctr"/>
                      <a:r>
                        <a:rPr lang="en-US" altLang="ja-JP" sz="900" b="0" dirty="0">
                          <a:latin typeface="ＭＳ Ｐゴシック" panose="020B0600070205080204" pitchFamily="50" charset="-128"/>
                          <a:ea typeface="ＭＳ Ｐゴシック" panose="020B0600070205080204" pitchFamily="50" charset="-128"/>
                        </a:rPr>
                        <a:t>98.24</a:t>
                      </a:r>
                    </a:p>
                  </a:txBody>
                  <a:tcPr anchor="ctr">
                    <a:noFill/>
                  </a:tcPr>
                </a:tc>
                <a:extLst>
                  <a:ext uri="{0D108BD9-81ED-4DB2-BD59-A6C34878D82A}">
                    <a16:rowId xmlns:a16="http://schemas.microsoft.com/office/drawing/2014/main" val="3696187477"/>
                  </a:ext>
                </a:extLst>
              </a:tr>
              <a:tr h="455038">
                <a:tc>
                  <a:txBody>
                    <a:bodyPr/>
                    <a:lstStyle/>
                    <a:p>
                      <a:pPr algn="ctr"/>
                      <a:r>
                        <a:rPr lang="en-US" altLang="ja-JP" sz="900" dirty="0">
                          <a:latin typeface="ＭＳ Ｐゴシック" panose="020B0600070205080204" pitchFamily="50" charset="-128"/>
                          <a:ea typeface="ＭＳ Ｐゴシック" panose="020B0600070205080204" pitchFamily="50" charset="-128"/>
                        </a:rPr>
                        <a:t>StyleGAN 1</a:t>
                      </a:r>
                      <a:endPar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algn="ctr"/>
                      <a:r>
                        <a:rPr lang="en-US" altLang="ja-JP" sz="900" b="0" dirty="0">
                          <a:latin typeface="ＭＳ Ｐゴシック" panose="020B0600070205080204" pitchFamily="50" charset="-128"/>
                          <a:ea typeface="ＭＳ Ｐゴシック" panose="020B0600070205080204" pitchFamily="50" charset="-128"/>
                        </a:rPr>
                        <a:t>98.49</a:t>
                      </a:r>
                      <a:endParaRPr lang="ja-JP" altLang="en-US" sz="900" b="0" dirty="0">
                        <a:latin typeface="ＭＳ Ｐゴシック" panose="020B0600070205080204" pitchFamily="50" charset="-128"/>
                        <a:ea typeface="ＭＳ Ｐゴシック" panose="020B0600070205080204" pitchFamily="50" charset="-128"/>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b="0" dirty="0">
                          <a:latin typeface="ＭＳ Ｐゴシック" panose="020B0600070205080204" pitchFamily="50" charset="-128"/>
                          <a:ea typeface="ＭＳ Ｐゴシック" panose="020B0600070205080204" pitchFamily="50" charset="-128"/>
                        </a:rPr>
                        <a:t>95.60</a:t>
                      </a:r>
                      <a:endParaRPr lang="en-US" altLang="ja-JP" sz="900" b="0" dirty="0">
                        <a:effectLst/>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extLst>
                  <a:ext uri="{0D108BD9-81ED-4DB2-BD59-A6C34878D82A}">
                    <a16:rowId xmlns:a16="http://schemas.microsoft.com/office/drawing/2014/main" val="599508890"/>
                  </a:ext>
                </a:extLst>
              </a:tr>
              <a:tr h="362864">
                <a:tc>
                  <a:txBody>
                    <a:bodyPr/>
                    <a:lstStyle/>
                    <a:p>
                      <a:pPr algn="ctr"/>
                      <a:r>
                        <a:rPr lang="en-US" altLang="ja-JP" sz="900" dirty="0">
                          <a:latin typeface="ＭＳ Ｐゴシック" panose="020B0600070205080204" pitchFamily="50" charset="-128"/>
                          <a:ea typeface="ＭＳ Ｐゴシック" panose="020B0600070205080204" pitchFamily="50" charset="-128"/>
                        </a:rPr>
                        <a:t>StyleGAN 2</a:t>
                      </a:r>
                      <a:endPar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b="0" dirty="0">
                          <a:effectLst/>
                          <a:latin typeface="ＭＳ Ｐゴシック" panose="020B0600070205080204" pitchFamily="50" charset="-128"/>
                          <a:ea typeface="ＭＳ Ｐゴシック" panose="020B0600070205080204" pitchFamily="50" charset="-128"/>
                          <a:cs typeface="Arial" panose="020B0604020202020204" pitchFamily="34" charset="0"/>
                        </a:rPr>
                        <a:t>100.41</a:t>
                      </a:r>
                    </a:p>
                  </a:txBody>
                  <a:tcPr anchor="ctr">
                    <a:noFill/>
                  </a:tcPr>
                </a:tc>
                <a:tc>
                  <a:txBody>
                    <a:bodyPr/>
                    <a:lstStyle/>
                    <a:p>
                      <a:pPr algn="ctr"/>
                      <a:r>
                        <a:rPr lang="en-US" altLang="ja-JP" sz="900" b="0" dirty="0">
                          <a:latin typeface="ＭＳ Ｐゴシック" panose="020B0600070205080204" pitchFamily="50" charset="-128"/>
                          <a:ea typeface="ＭＳ Ｐゴシック" panose="020B0600070205080204" pitchFamily="50" charset="-128"/>
                        </a:rPr>
                        <a:t>95.47</a:t>
                      </a:r>
                      <a:endParaRPr lang="ja-JP" altLang="en-US" sz="900" b="0" dirty="0">
                        <a:latin typeface="ＭＳ Ｐゴシック" panose="020B0600070205080204" pitchFamily="50" charset="-128"/>
                        <a:ea typeface="ＭＳ Ｐゴシック" panose="020B0600070205080204" pitchFamily="50" charset="-128"/>
                      </a:endParaRPr>
                    </a:p>
                  </a:txBody>
                  <a:tcPr anchor="ctr">
                    <a:noFill/>
                  </a:tcPr>
                </a:tc>
                <a:extLst>
                  <a:ext uri="{0D108BD9-81ED-4DB2-BD59-A6C34878D82A}">
                    <a16:rowId xmlns:a16="http://schemas.microsoft.com/office/drawing/2014/main" val="302838021"/>
                  </a:ext>
                </a:extLst>
              </a:tr>
              <a:tr h="362864">
                <a:tc>
                  <a:txBody>
                    <a:bodyPr/>
                    <a:lstStyle/>
                    <a:p>
                      <a:pPr algn="ctr"/>
                      <a:r>
                        <a:rPr kumimoji="1" lang="en-US" altLang="ja-JP"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StyleGAN 3</a:t>
                      </a:r>
                      <a:endPar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b="0" dirty="0">
                          <a:effectLst/>
                          <a:latin typeface="ＭＳ Ｐゴシック" panose="020B0600070205080204" pitchFamily="50" charset="-128"/>
                          <a:ea typeface="ＭＳ Ｐゴシック" panose="020B0600070205080204" pitchFamily="50" charset="-128"/>
                          <a:cs typeface="Arial" panose="020B0604020202020204" pitchFamily="34" charset="0"/>
                        </a:rPr>
                        <a:t>97.80</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b="0" dirty="0">
                          <a:effectLst/>
                          <a:latin typeface="ＭＳ Ｐゴシック" panose="020B0600070205080204" pitchFamily="50" charset="-128"/>
                          <a:ea typeface="ＭＳ Ｐゴシック" panose="020B0600070205080204" pitchFamily="50" charset="-128"/>
                          <a:cs typeface="Arial" panose="020B0604020202020204" pitchFamily="34" charset="0"/>
                        </a:rPr>
                        <a:t>99.50</a:t>
                      </a:r>
                    </a:p>
                  </a:txBody>
                  <a:tcPr anchor="ctr">
                    <a:noFill/>
                  </a:tcPr>
                </a:tc>
                <a:extLst>
                  <a:ext uri="{0D108BD9-81ED-4DB2-BD59-A6C34878D82A}">
                    <a16:rowId xmlns:a16="http://schemas.microsoft.com/office/drawing/2014/main" val="3513596053"/>
                  </a:ext>
                </a:extLst>
              </a:tr>
              <a:tr h="362864">
                <a:tc>
                  <a:txBody>
                    <a:bodyPr/>
                    <a:lstStyle/>
                    <a:p>
                      <a:pPr algn="ctr"/>
                      <a:r>
                        <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拡散モデル</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b="0" dirty="0">
                          <a:effectLst/>
                          <a:latin typeface="ＭＳ Ｐゴシック" panose="020B0600070205080204" pitchFamily="50" charset="-128"/>
                          <a:ea typeface="ＭＳ Ｐゴシック" panose="020B0600070205080204" pitchFamily="50" charset="-128"/>
                          <a:cs typeface="Arial" panose="020B0604020202020204" pitchFamily="34" charset="0"/>
                        </a:rPr>
                        <a:t>101.27</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b="0" dirty="0">
                          <a:effectLst/>
                          <a:latin typeface="ＭＳ Ｐゴシック" panose="020B0600070205080204" pitchFamily="50" charset="-128"/>
                          <a:ea typeface="ＭＳ Ｐゴシック" panose="020B0600070205080204" pitchFamily="50" charset="-128"/>
                          <a:cs typeface="Arial" panose="020B0604020202020204" pitchFamily="34" charset="0"/>
                        </a:rPr>
                        <a:t>99.12</a:t>
                      </a:r>
                    </a:p>
                  </a:txBody>
                  <a:tcPr anchor="ctr">
                    <a:noFill/>
                  </a:tcPr>
                </a:tc>
                <a:extLst>
                  <a:ext uri="{0D108BD9-81ED-4DB2-BD59-A6C34878D82A}">
                    <a16:rowId xmlns:a16="http://schemas.microsoft.com/office/drawing/2014/main" val="2180667859"/>
                  </a:ext>
                </a:extLst>
              </a:tr>
            </a:tbl>
          </a:graphicData>
        </a:graphic>
      </p:graphicFrame>
      <p:graphicFrame>
        <p:nvGraphicFramePr>
          <p:cNvPr id="6" name="表 6">
            <a:extLst>
              <a:ext uri="{FF2B5EF4-FFF2-40B4-BE49-F238E27FC236}">
                <a16:creationId xmlns:a16="http://schemas.microsoft.com/office/drawing/2014/main" id="{9190E962-1DF6-F36B-DC66-D18737F7397E}"/>
              </a:ext>
            </a:extLst>
          </p:cNvPr>
          <p:cNvGraphicFramePr>
            <a:graphicFrameLocks noGrp="1"/>
          </p:cNvGraphicFramePr>
          <p:nvPr>
            <p:extLst>
              <p:ext uri="{D42A27DB-BD31-4B8C-83A1-F6EECF244321}">
                <p14:modId xmlns:p14="http://schemas.microsoft.com/office/powerpoint/2010/main" val="915036461"/>
              </p:ext>
            </p:extLst>
          </p:nvPr>
        </p:nvGraphicFramePr>
        <p:xfrm>
          <a:off x="6278329" y="1580487"/>
          <a:ext cx="5601671" cy="4354368"/>
        </p:xfrm>
        <a:graphic>
          <a:graphicData uri="http://schemas.openxmlformats.org/drawingml/2006/table">
            <a:tbl>
              <a:tblPr firstRow="1" bandRow="1">
                <a:tableStyleId>{5C22544A-7EE6-4342-B048-85BDC9FD1C3A}</a:tableStyleId>
              </a:tblPr>
              <a:tblGrid>
                <a:gridCol w="1039093">
                  <a:extLst>
                    <a:ext uri="{9D8B030D-6E8A-4147-A177-3AD203B41FA5}">
                      <a16:colId xmlns:a16="http://schemas.microsoft.com/office/drawing/2014/main" val="1675578800"/>
                    </a:ext>
                  </a:extLst>
                </a:gridCol>
                <a:gridCol w="1138205">
                  <a:extLst>
                    <a:ext uri="{9D8B030D-6E8A-4147-A177-3AD203B41FA5}">
                      <a16:colId xmlns:a16="http://schemas.microsoft.com/office/drawing/2014/main" val="3904448718"/>
                    </a:ext>
                  </a:extLst>
                </a:gridCol>
                <a:gridCol w="1138205">
                  <a:extLst>
                    <a:ext uri="{9D8B030D-6E8A-4147-A177-3AD203B41FA5}">
                      <a16:colId xmlns:a16="http://schemas.microsoft.com/office/drawing/2014/main" val="730765675"/>
                    </a:ext>
                  </a:extLst>
                </a:gridCol>
                <a:gridCol w="1138555">
                  <a:extLst>
                    <a:ext uri="{9D8B030D-6E8A-4147-A177-3AD203B41FA5}">
                      <a16:colId xmlns:a16="http://schemas.microsoft.com/office/drawing/2014/main" val="2491857740"/>
                    </a:ext>
                  </a:extLst>
                </a:gridCol>
                <a:gridCol w="1147613">
                  <a:extLst>
                    <a:ext uri="{9D8B030D-6E8A-4147-A177-3AD203B41FA5}">
                      <a16:colId xmlns:a16="http://schemas.microsoft.com/office/drawing/2014/main" val="1634297646"/>
                    </a:ext>
                  </a:extLst>
                </a:gridCol>
              </a:tblGrid>
              <a:tr h="725728">
                <a:tc>
                  <a:txBody>
                    <a:bodyPr/>
                    <a:lstStyle/>
                    <a:p>
                      <a:pPr algn="ctr"/>
                      <a:r>
                        <a:rPr kumimoji="1" lang="ja-JP" altLang="en-US" sz="9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モデル</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9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実画像を</a:t>
                      </a:r>
                      <a:endParaRPr kumimoji="1" lang="en-US" altLang="ja-JP" sz="9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p>
                      <a:pPr algn="ctr"/>
                      <a:r>
                        <a:rPr kumimoji="1" lang="ja-JP" altLang="en-US" sz="9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学習に使用したか</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9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学習の際にデータ拡張をしたか</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900" b="0" dirty="0" err="1">
                          <a:solidFill>
                            <a:schemeClr val="tx1"/>
                          </a:solidFill>
                          <a:latin typeface="ＭＳ Ｐゴシック" panose="020B0600070205080204" pitchFamily="50" charset="-128"/>
                          <a:ea typeface="ＭＳ Ｐゴシック" panose="020B0600070205080204" pitchFamily="50" charset="-128"/>
                        </a:rPr>
                        <a:t>BraTS</a:t>
                      </a:r>
                      <a:r>
                        <a:rPr lang="en-US" altLang="ja-JP" sz="900" b="0" dirty="0">
                          <a:solidFill>
                            <a:schemeClr val="tx1"/>
                          </a:solidFill>
                          <a:latin typeface="ＭＳ Ｐゴシック" panose="020B0600070205080204" pitchFamily="50" charset="-128"/>
                          <a:ea typeface="ＭＳ Ｐゴシック" panose="020B0600070205080204" pitchFamily="50" charset="-128"/>
                        </a:rPr>
                        <a:t> 2020</a:t>
                      </a:r>
                      <a:endParaRPr kumimoji="1" lang="ja-JP" altLang="en-US" sz="900" b="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900" b="0" dirty="0" err="1">
                          <a:solidFill>
                            <a:schemeClr val="tx1"/>
                          </a:solidFill>
                          <a:latin typeface="ＭＳ Ｐゴシック" panose="020B0600070205080204" pitchFamily="50" charset="-128"/>
                          <a:ea typeface="ＭＳ Ｐゴシック" panose="020B0600070205080204" pitchFamily="50" charset="-128"/>
                        </a:rPr>
                        <a:t>BraTS</a:t>
                      </a:r>
                      <a:r>
                        <a:rPr lang="en-US" altLang="ja-JP" sz="900" b="0" dirty="0">
                          <a:solidFill>
                            <a:schemeClr val="tx1"/>
                          </a:solidFill>
                          <a:latin typeface="ＭＳ Ｐゴシック" panose="020B0600070205080204" pitchFamily="50" charset="-128"/>
                          <a:ea typeface="ＭＳ Ｐゴシック" panose="020B0600070205080204" pitchFamily="50" charset="-128"/>
                        </a:rPr>
                        <a:t> 2021</a:t>
                      </a:r>
                      <a:endParaRPr kumimoji="1" lang="ja-JP" altLang="en-US" sz="900" b="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2931568"/>
                  </a:ext>
                </a:extLst>
              </a:tr>
              <a:tr h="362864">
                <a:tc>
                  <a:txBody>
                    <a:bodyPr/>
                    <a:lstStyle/>
                    <a:p>
                      <a:pPr algn="ctr"/>
                      <a:r>
                        <a:rPr lang="en-US" altLang="ja-JP" sz="900" dirty="0">
                          <a:latin typeface="ＭＳ Ｐゴシック" panose="020B0600070205080204" pitchFamily="50" charset="-128"/>
                          <a:ea typeface="ＭＳ Ｐゴシック" panose="020B0600070205080204" pitchFamily="50" charset="-128"/>
                        </a:rPr>
                        <a:t>Progressive GAN</a:t>
                      </a:r>
                      <a:endPar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T w="12700" cap="flat" cmpd="sng" algn="ctr">
                      <a:solidFill>
                        <a:schemeClr val="tx1"/>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a:t>
                      </a: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T w="12700" cap="flat" cmpd="sng" algn="ctr">
                      <a:solidFill>
                        <a:schemeClr val="tx1"/>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lnT w="12700" cap="flat" cmpd="sng" algn="ctr">
                      <a:solidFill>
                        <a:schemeClr val="tx1"/>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effectLst/>
                          <a:latin typeface="ＭＳ Ｐゴシック" panose="020B0600070205080204" pitchFamily="50" charset="-128"/>
                          <a:ea typeface="ＭＳ Ｐゴシック" panose="020B0600070205080204" pitchFamily="50" charset="-128"/>
                          <a:cs typeface="Arial" panose="020B0604020202020204" pitchFamily="34" charset="0"/>
                        </a:rPr>
                        <a:t>79.70</a:t>
                      </a:r>
                    </a:p>
                  </a:txBody>
                  <a:tcPr anchor="ctr">
                    <a:lnT w="12700" cap="flat" cmpd="sng" algn="ctr">
                      <a:solidFill>
                        <a:schemeClr val="tx1"/>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effectLst/>
                          <a:latin typeface="ＭＳ Ｐゴシック" panose="020B0600070205080204" pitchFamily="50" charset="-128"/>
                          <a:ea typeface="ＭＳ Ｐゴシック" panose="020B0600070205080204" pitchFamily="50" charset="-128"/>
                          <a:cs typeface="Arial" panose="020B0604020202020204" pitchFamily="34" charset="0"/>
                        </a:rPr>
                        <a:t>73.21</a:t>
                      </a:r>
                    </a:p>
                  </a:txBody>
                  <a:tcPr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959090370"/>
                  </a:ext>
                </a:extLst>
              </a:tr>
              <a:tr h="362864">
                <a:tc>
                  <a:txBody>
                    <a:bodyPr/>
                    <a:lstStyle/>
                    <a:p>
                      <a:pPr algn="ctr"/>
                      <a:r>
                        <a:rPr lang="en-US" altLang="ja-JP" sz="900" dirty="0">
                          <a:latin typeface="ＭＳ Ｐゴシック" panose="020B0600070205080204" pitchFamily="50" charset="-128"/>
                          <a:ea typeface="ＭＳ Ｐゴシック" panose="020B0600070205080204" pitchFamily="50" charset="-128"/>
                        </a:rPr>
                        <a:t>StyleGAN 1</a:t>
                      </a:r>
                      <a:endPar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a:t>
                      </a: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noFill/>
                  </a:tcPr>
                </a:tc>
                <a:tc>
                  <a:txBody>
                    <a:bodyPr/>
                    <a:lstStyle/>
                    <a:p>
                      <a:pPr algn="ctr"/>
                      <a:r>
                        <a:rPr lang="en-US" altLang="ja-JP" sz="900" dirty="0">
                          <a:latin typeface="ＭＳ Ｐゴシック" panose="020B0600070205080204" pitchFamily="50" charset="-128"/>
                          <a:ea typeface="ＭＳ Ｐゴシック" panose="020B0600070205080204" pitchFamily="50" charset="-128"/>
                        </a:rPr>
                        <a:t>12.21</a:t>
                      </a:r>
                      <a:endParaRPr lang="ja-JP" altLang="en-US" sz="900" dirty="0">
                        <a:latin typeface="ＭＳ Ｐゴシック" panose="020B0600070205080204" pitchFamily="50" charset="-128"/>
                        <a:ea typeface="ＭＳ Ｐゴシック" panose="020B0600070205080204" pitchFamily="50" charset="-128"/>
                      </a:endParaRPr>
                    </a:p>
                  </a:txBody>
                  <a:tcPr anchor="ctr">
                    <a:noFill/>
                  </a:tcPr>
                </a:tc>
                <a:tc>
                  <a:txBody>
                    <a:bodyPr/>
                    <a:lstStyle/>
                    <a:p>
                      <a:pPr algn="ctr"/>
                      <a:r>
                        <a:rPr lang="en-US" altLang="ja-JP" sz="900" dirty="0">
                          <a:latin typeface="ＭＳ Ｐゴシック" panose="020B0600070205080204" pitchFamily="50" charset="-128"/>
                          <a:ea typeface="ＭＳ Ｐゴシック" panose="020B0600070205080204" pitchFamily="50" charset="-128"/>
                        </a:rPr>
                        <a:t>74.21</a:t>
                      </a:r>
                      <a:endParaRPr lang="ja-JP" altLang="en-US" sz="900" dirty="0">
                        <a:latin typeface="ＭＳ Ｐゴシック" panose="020B0600070205080204" pitchFamily="50" charset="-128"/>
                        <a:ea typeface="ＭＳ Ｐゴシック" panose="020B0600070205080204" pitchFamily="50" charset="-128"/>
                      </a:endParaRPr>
                    </a:p>
                  </a:txBody>
                  <a:tcPr anchor="ctr">
                    <a:noFill/>
                  </a:tcPr>
                </a:tc>
                <a:extLst>
                  <a:ext uri="{0D108BD9-81ED-4DB2-BD59-A6C34878D82A}">
                    <a16:rowId xmlns:a16="http://schemas.microsoft.com/office/drawing/2014/main" val="2668172088"/>
                  </a:ext>
                </a:extLst>
              </a:tr>
              <a:tr h="362864">
                <a:tc>
                  <a:txBody>
                    <a:bodyPr/>
                    <a:lstStyle/>
                    <a:p>
                      <a:pPr algn="ctr"/>
                      <a:r>
                        <a:rPr lang="en-US" altLang="ja-JP" sz="900" dirty="0">
                          <a:latin typeface="ＭＳ Ｐゴシック" panose="020B0600070205080204" pitchFamily="50" charset="-128"/>
                          <a:ea typeface="ＭＳ Ｐゴシック" panose="020B0600070205080204" pitchFamily="50" charset="-128"/>
                        </a:rPr>
                        <a:t>StyleGAN 2</a:t>
                      </a:r>
                      <a:endPar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a:t>
                      </a: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effectLst/>
                          <a:latin typeface="ＭＳ Ｐゴシック" panose="020B0600070205080204" pitchFamily="50" charset="-128"/>
                          <a:ea typeface="ＭＳ Ｐゴシック" panose="020B0600070205080204" pitchFamily="50" charset="-128"/>
                          <a:cs typeface="Arial" panose="020B0604020202020204" pitchFamily="34" charset="0"/>
                        </a:rPr>
                        <a:t>93.00</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effectLst/>
                          <a:latin typeface="ＭＳ Ｐゴシック" panose="020B0600070205080204" pitchFamily="50" charset="-128"/>
                          <a:ea typeface="ＭＳ Ｐゴシック" panose="020B0600070205080204" pitchFamily="50" charset="-128"/>
                          <a:cs typeface="Arial" panose="020B0604020202020204" pitchFamily="34" charset="0"/>
                        </a:rPr>
                        <a:t>87.04</a:t>
                      </a:r>
                    </a:p>
                  </a:txBody>
                  <a:tcPr anchor="ctr">
                    <a:noFill/>
                  </a:tcPr>
                </a:tc>
                <a:extLst>
                  <a:ext uri="{0D108BD9-81ED-4DB2-BD59-A6C34878D82A}">
                    <a16:rowId xmlns:a16="http://schemas.microsoft.com/office/drawing/2014/main" val="137758401"/>
                  </a:ext>
                </a:extLst>
              </a:tr>
              <a:tr h="362864">
                <a:tc>
                  <a:txBody>
                    <a:bodyPr/>
                    <a:lstStyle/>
                    <a:p>
                      <a:pPr algn="ctr"/>
                      <a:r>
                        <a:rPr kumimoji="1" lang="en-US" altLang="ja-JP"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StyleGAN 3</a:t>
                      </a:r>
                      <a:endPar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a:t>
                      </a: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effectLst/>
                          <a:latin typeface="ＭＳ Ｐゴシック" panose="020B0600070205080204" pitchFamily="50" charset="-128"/>
                          <a:ea typeface="ＭＳ Ｐゴシック" panose="020B0600070205080204" pitchFamily="50" charset="-128"/>
                          <a:cs typeface="Arial" panose="020B0604020202020204" pitchFamily="34" charset="0"/>
                        </a:rPr>
                        <a:t>87.80</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effectLst/>
                          <a:latin typeface="ＭＳ Ｐゴシック" panose="020B0600070205080204" pitchFamily="50" charset="-128"/>
                          <a:ea typeface="ＭＳ Ｐゴシック" panose="020B0600070205080204" pitchFamily="50" charset="-128"/>
                          <a:cs typeface="Arial" panose="020B0604020202020204" pitchFamily="34" charset="0"/>
                        </a:rPr>
                        <a:t>82.01</a:t>
                      </a:r>
                    </a:p>
                  </a:txBody>
                  <a:tcPr anchor="ctr">
                    <a:noFill/>
                  </a:tcPr>
                </a:tc>
                <a:extLst>
                  <a:ext uri="{0D108BD9-81ED-4DB2-BD59-A6C34878D82A}">
                    <a16:rowId xmlns:a16="http://schemas.microsoft.com/office/drawing/2014/main" val="2232553301"/>
                  </a:ext>
                </a:extLst>
              </a:tr>
              <a:tr h="3628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拡散モデル</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a:t>
                      </a: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b="1" dirty="0">
                          <a:solidFill>
                            <a:srgbClr val="FF0000"/>
                          </a:solidFill>
                          <a:effectLst/>
                          <a:latin typeface="ＭＳ Ｐゴシック" panose="020B0600070205080204" pitchFamily="50" charset="-128"/>
                          <a:ea typeface="ＭＳ Ｐゴシック" panose="020B0600070205080204" pitchFamily="50" charset="-128"/>
                          <a:cs typeface="Arial" panose="020B0604020202020204" pitchFamily="34" charset="0"/>
                        </a:rPr>
                        <a:t>100.14</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b="1" dirty="0">
                          <a:solidFill>
                            <a:srgbClr val="FF0000"/>
                          </a:solidFill>
                          <a:effectLst/>
                          <a:latin typeface="ＭＳ Ｐゴシック" panose="020B0600070205080204" pitchFamily="50" charset="-128"/>
                          <a:ea typeface="ＭＳ Ｐゴシック" panose="020B0600070205080204" pitchFamily="50" charset="-128"/>
                          <a:cs typeface="Arial" panose="020B0604020202020204" pitchFamily="34" charset="0"/>
                        </a:rPr>
                        <a:t>89.43</a:t>
                      </a:r>
                    </a:p>
                  </a:txBody>
                  <a:tcPr anchor="ctr">
                    <a:noFill/>
                  </a:tcPr>
                </a:tc>
                <a:extLst>
                  <a:ext uri="{0D108BD9-81ED-4DB2-BD59-A6C34878D82A}">
                    <a16:rowId xmlns:a16="http://schemas.microsoft.com/office/drawing/2014/main" val="3853834988"/>
                  </a:ext>
                </a:extLst>
              </a:tr>
              <a:tr h="362864">
                <a:tc>
                  <a:txBody>
                    <a:bodyPr/>
                    <a:lstStyle/>
                    <a:p>
                      <a:pPr algn="ctr"/>
                      <a:r>
                        <a:rPr lang="en-US" altLang="ja-JP" sz="900" dirty="0">
                          <a:latin typeface="ＭＳ Ｐゴシック" panose="020B0600070205080204" pitchFamily="50" charset="-128"/>
                          <a:ea typeface="ＭＳ Ｐゴシック" panose="020B0600070205080204" pitchFamily="50" charset="-128"/>
                        </a:rPr>
                        <a:t>Progressive GAN</a:t>
                      </a:r>
                      <a:endPar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a:t>
                      </a: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a:t>
                      </a: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effectLst/>
                          <a:latin typeface="ＭＳ Ｐゴシック" panose="020B0600070205080204" pitchFamily="50" charset="-128"/>
                          <a:ea typeface="ＭＳ Ｐゴシック" panose="020B0600070205080204" pitchFamily="50" charset="-128"/>
                          <a:cs typeface="Arial" panose="020B0604020202020204" pitchFamily="34" charset="0"/>
                        </a:rPr>
                        <a:t>62.27</a:t>
                      </a:r>
                    </a:p>
                  </a:txBody>
                  <a:tcPr anchor="ctr">
                    <a:noFill/>
                  </a:tcPr>
                </a:tc>
                <a:tc>
                  <a:txBody>
                    <a:bodyPr/>
                    <a:lstStyle/>
                    <a:p>
                      <a:pPr algn="ctr"/>
                      <a:r>
                        <a:rPr lang="en-US" altLang="ja-JP" sz="900" dirty="0">
                          <a:latin typeface="ＭＳ Ｐゴシック" panose="020B0600070205080204" pitchFamily="50" charset="-128"/>
                          <a:ea typeface="ＭＳ Ｐゴシック" panose="020B0600070205080204" pitchFamily="50" charset="-128"/>
                        </a:rPr>
                        <a:t>52.93</a:t>
                      </a:r>
                    </a:p>
                  </a:txBody>
                  <a:tcPr anchor="ctr">
                    <a:noFill/>
                  </a:tcPr>
                </a:tc>
                <a:extLst>
                  <a:ext uri="{0D108BD9-81ED-4DB2-BD59-A6C34878D82A}">
                    <a16:rowId xmlns:a16="http://schemas.microsoft.com/office/drawing/2014/main" val="3696187477"/>
                  </a:ext>
                </a:extLst>
              </a:tr>
              <a:tr h="362864">
                <a:tc>
                  <a:txBody>
                    <a:bodyPr/>
                    <a:lstStyle/>
                    <a:p>
                      <a:pPr algn="ctr"/>
                      <a:r>
                        <a:rPr lang="en-US" altLang="ja-JP" sz="900" dirty="0">
                          <a:latin typeface="ＭＳ Ｐゴシック" panose="020B0600070205080204" pitchFamily="50" charset="-128"/>
                          <a:ea typeface="ＭＳ Ｐゴシック" panose="020B0600070205080204" pitchFamily="50" charset="-128"/>
                        </a:rPr>
                        <a:t>StyleGAN 1</a:t>
                      </a:r>
                      <a:endPar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a:t>
                      </a: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a:t>
                      </a: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algn="ctr"/>
                      <a:r>
                        <a:rPr lang="en-US" altLang="ja-JP" sz="900" dirty="0">
                          <a:latin typeface="ＭＳ Ｐゴシック" panose="020B0600070205080204" pitchFamily="50" charset="-128"/>
                          <a:ea typeface="ＭＳ Ｐゴシック" panose="020B0600070205080204" pitchFamily="50" charset="-128"/>
                        </a:rPr>
                        <a:t>9.47</a:t>
                      </a:r>
                      <a:endParaRPr lang="ja-JP" altLang="en-US" sz="900" dirty="0">
                        <a:latin typeface="ＭＳ Ｐゴシック" panose="020B0600070205080204" pitchFamily="50" charset="-128"/>
                        <a:ea typeface="ＭＳ Ｐゴシック" panose="020B0600070205080204" pitchFamily="50" charset="-128"/>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effectLst/>
                          <a:latin typeface="ＭＳ Ｐゴシック" panose="020B0600070205080204" pitchFamily="50" charset="-128"/>
                          <a:ea typeface="ＭＳ Ｐゴシック" panose="020B0600070205080204" pitchFamily="50" charset="-128"/>
                          <a:cs typeface="Arial" panose="020B0604020202020204" pitchFamily="34" charset="0"/>
                        </a:rPr>
                        <a:t>63.02</a:t>
                      </a:r>
                    </a:p>
                  </a:txBody>
                  <a:tcPr anchor="ctr">
                    <a:noFill/>
                  </a:tcPr>
                </a:tc>
                <a:extLst>
                  <a:ext uri="{0D108BD9-81ED-4DB2-BD59-A6C34878D82A}">
                    <a16:rowId xmlns:a16="http://schemas.microsoft.com/office/drawing/2014/main" val="599508890"/>
                  </a:ext>
                </a:extLst>
              </a:tr>
              <a:tr h="362864">
                <a:tc>
                  <a:txBody>
                    <a:bodyPr/>
                    <a:lstStyle/>
                    <a:p>
                      <a:pPr algn="ctr"/>
                      <a:r>
                        <a:rPr lang="en-US" altLang="ja-JP" sz="900" dirty="0">
                          <a:latin typeface="ＭＳ Ｐゴシック" panose="020B0600070205080204" pitchFamily="50" charset="-128"/>
                          <a:ea typeface="ＭＳ Ｐゴシック" panose="020B0600070205080204" pitchFamily="50" charset="-128"/>
                        </a:rPr>
                        <a:t>StyleGAN 2</a:t>
                      </a:r>
                      <a:endPar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a:t>
                      </a: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a:t>
                      </a: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effectLst/>
                          <a:latin typeface="ＭＳ Ｐゴシック" panose="020B0600070205080204" pitchFamily="50" charset="-128"/>
                          <a:ea typeface="ＭＳ Ｐゴシック" panose="020B0600070205080204" pitchFamily="50" charset="-128"/>
                          <a:cs typeface="Arial" panose="020B0604020202020204" pitchFamily="34" charset="0"/>
                        </a:rPr>
                        <a:t>65.71</a:t>
                      </a:r>
                    </a:p>
                  </a:txBody>
                  <a:tcPr anchor="ctr">
                    <a:noFill/>
                  </a:tcPr>
                </a:tc>
                <a:tc>
                  <a:txBody>
                    <a:bodyPr/>
                    <a:lstStyle/>
                    <a:p>
                      <a:pPr algn="ctr"/>
                      <a:r>
                        <a:rPr lang="en-US" altLang="ja-JP" sz="900" dirty="0">
                          <a:latin typeface="ＭＳ Ｐゴシック" panose="020B0600070205080204" pitchFamily="50" charset="-128"/>
                          <a:ea typeface="ＭＳ Ｐゴシック" panose="020B0600070205080204" pitchFamily="50" charset="-128"/>
                        </a:rPr>
                        <a:t>63.77</a:t>
                      </a:r>
                      <a:endParaRPr lang="ja-JP" altLang="en-US" sz="900" dirty="0">
                        <a:latin typeface="ＭＳ Ｐゴシック" panose="020B0600070205080204" pitchFamily="50" charset="-128"/>
                        <a:ea typeface="ＭＳ Ｐゴシック" panose="020B0600070205080204" pitchFamily="50" charset="-128"/>
                      </a:endParaRPr>
                    </a:p>
                  </a:txBody>
                  <a:tcPr anchor="ctr">
                    <a:noFill/>
                  </a:tcPr>
                </a:tc>
                <a:extLst>
                  <a:ext uri="{0D108BD9-81ED-4DB2-BD59-A6C34878D82A}">
                    <a16:rowId xmlns:a16="http://schemas.microsoft.com/office/drawing/2014/main" val="302838021"/>
                  </a:ext>
                </a:extLst>
              </a:tr>
              <a:tr h="362864">
                <a:tc>
                  <a:txBody>
                    <a:bodyPr/>
                    <a:lstStyle/>
                    <a:p>
                      <a:pPr algn="ctr"/>
                      <a:r>
                        <a:rPr kumimoji="1" lang="en-US" altLang="ja-JP"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StyleGAN 3</a:t>
                      </a:r>
                      <a:endPar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a:t>
                      </a: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a:t>
                      </a: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effectLst/>
                          <a:latin typeface="ＭＳ Ｐゴシック" panose="020B0600070205080204" pitchFamily="50" charset="-128"/>
                          <a:ea typeface="ＭＳ Ｐゴシック" panose="020B0600070205080204" pitchFamily="50" charset="-128"/>
                          <a:cs typeface="Arial" panose="020B0604020202020204" pitchFamily="34" charset="0"/>
                        </a:rPr>
                        <a:t>81.52</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latin typeface="ＭＳ Ｐゴシック" panose="020B0600070205080204" pitchFamily="50" charset="-128"/>
                          <a:ea typeface="ＭＳ Ｐゴシック" panose="020B0600070205080204" pitchFamily="50" charset="-128"/>
                        </a:rPr>
                        <a:t>79.12</a:t>
                      </a:r>
                      <a:endParaRPr lang="en-US" altLang="ja-JP" sz="900" dirty="0">
                        <a:effectLst/>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extLst>
                  <a:ext uri="{0D108BD9-81ED-4DB2-BD59-A6C34878D82A}">
                    <a16:rowId xmlns:a16="http://schemas.microsoft.com/office/drawing/2014/main" val="3513596053"/>
                  </a:ext>
                </a:extLst>
              </a:tr>
              <a:tr h="3628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拡散モデル</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a:t>
                      </a: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a:t>
                      </a: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latin typeface="ＭＳ Ｐゴシック" panose="020B0600070205080204" pitchFamily="50" charset="-128"/>
                          <a:ea typeface="ＭＳ Ｐゴシック" panose="020B0600070205080204" pitchFamily="50" charset="-128"/>
                        </a:rPr>
                        <a:t>99.18</a:t>
                      </a:r>
                      <a:endParaRPr lang="en-US" altLang="ja-JP" sz="900" dirty="0">
                        <a:effectLst/>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effectLst/>
                          <a:latin typeface="ＭＳ Ｐゴシック" panose="020B0600070205080204" pitchFamily="50" charset="-128"/>
                          <a:ea typeface="ＭＳ Ｐゴシック" panose="020B0600070205080204" pitchFamily="50" charset="-128"/>
                          <a:cs typeface="Arial" panose="020B0604020202020204" pitchFamily="34" charset="0"/>
                        </a:rPr>
                        <a:t>91.45</a:t>
                      </a:r>
                    </a:p>
                  </a:txBody>
                  <a:tcPr anchor="ctr">
                    <a:noFill/>
                  </a:tcPr>
                </a:tc>
                <a:extLst>
                  <a:ext uri="{0D108BD9-81ED-4DB2-BD59-A6C34878D82A}">
                    <a16:rowId xmlns:a16="http://schemas.microsoft.com/office/drawing/2014/main" val="2180667859"/>
                  </a:ext>
                </a:extLst>
              </a:tr>
            </a:tbl>
          </a:graphicData>
        </a:graphic>
      </p:graphicFrame>
      <p:sp>
        <p:nvSpPr>
          <p:cNvPr id="10" name="テキスト ボックス 9">
            <a:extLst>
              <a:ext uri="{FF2B5EF4-FFF2-40B4-BE49-F238E27FC236}">
                <a16:creationId xmlns:a16="http://schemas.microsoft.com/office/drawing/2014/main" id="{D4923507-EB1E-9FBE-387D-66D1D0F7345B}"/>
              </a:ext>
            </a:extLst>
          </p:cNvPr>
          <p:cNvSpPr txBox="1"/>
          <p:nvPr/>
        </p:nvSpPr>
        <p:spPr>
          <a:xfrm>
            <a:off x="1996600" y="6264255"/>
            <a:ext cx="7838063" cy="369332"/>
          </a:xfrm>
          <a:prstGeom prst="rect">
            <a:avLst/>
          </a:prstGeom>
          <a:noFill/>
        </p:spPr>
        <p:txBody>
          <a:bodyPr wrap="square">
            <a:spAutoFit/>
          </a:bodyPr>
          <a:lstStyle/>
          <a:p>
            <a:r>
              <a:rPr lang="ja-JP" altLang="en-US" dirty="0">
                <a:latin typeface="ＭＳ Ｐゴシック" panose="020B0600070205080204" pitchFamily="50" charset="-128"/>
                <a:ea typeface="ＭＳ Ｐゴシック" panose="020B0600070205080204" pitchFamily="50" charset="-128"/>
              </a:rPr>
              <a:t>拡散モデルは、合成画像のみでも高精度を維持できた唯一の生成モデルである</a:t>
            </a:r>
          </a:p>
        </p:txBody>
      </p:sp>
    </p:spTree>
    <p:extLst>
      <p:ext uri="{BB962C8B-B14F-4D97-AF65-F5344CB8AC3E}">
        <p14:creationId xmlns:p14="http://schemas.microsoft.com/office/powerpoint/2010/main" val="3518820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D8009-41A7-E2FB-6378-4689EF2F15DB}"/>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FDF67F2D-ECF0-D2C1-08B0-F4F6D0F9FA6D}"/>
              </a:ext>
            </a:extLst>
          </p:cNvPr>
          <p:cNvSpPr txBox="1">
            <a:spLocks noGrp="1" noRot="1" noMove="1" noResize="1" noEditPoints="1" noAdjustHandles="1" noChangeArrowheads="1" noChangeShapeType="1"/>
          </p:cNvSpPr>
          <p:nvPr/>
        </p:nvSpPr>
        <p:spPr>
          <a:xfrm>
            <a:off x="360000" y="216000"/>
            <a:ext cx="1313180"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結果</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　</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D6E36BC5-DFCD-5887-D9F9-813376325544}"/>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2" name="TextBox 10">
            <a:extLst>
              <a:ext uri="{FF2B5EF4-FFF2-40B4-BE49-F238E27FC236}">
                <a16:creationId xmlns:a16="http://schemas.microsoft.com/office/drawing/2014/main" id="{0E5145FA-3FD0-A416-C561-698789D47ACC}"/>
              </a:ext>
            </a:extLst>
          </p:cNvPr>
          <p:cNvSpPr txBox="1">
            <a:spLocks/>
          </p:cNvSpPr>
          <p:nvPr/>
        </p:nvSpPr>
        <p:spPr>
          <a:xfrm>
            <a:off x="360000" y="1055730"/>
            <a:ext cx="7670095"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en-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Swin Transformer – </a:t>
            </a: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相対</a:t>
            </a:r>
            <a:r>
              <a:rPr lang="en-US" altLang="ja-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Dice</a:t>
            </a: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スコア</a:t>
            </a:r>
            <a:r>
              <a:rPr lang="en-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a:t>
            </a:r>
          </a:p>
        </p:txBody>
      </p:sp>
      <p:graphicFrame>
        <p:nvGraphicFramePr>
          <p:cNvPr id="3" name="表 6">
            <a:extLst>
              <a:ext uri="{FF2B5EF4-FFF2-40B4-BE49-F238E27FC236}">
                <a16:creationId xmlns:a16="http://schemas.microsoft.com/office/drawing/2014/main" id="{0DAC8651-AECE-E171-E581-7291F249F0F6}"/>
              </a:ext>
            </a:extLst>
          </p:cNvPr>
          <p:cNvGraphicFramePr>
            <a:graphicFrameLocks noGrp="1"/>
          </p:cNvGraphicFramePr>
          <p:nvPr>
            <p:extLst>
              <p:ext uri="{D42A27DB-BD31-4B8C-83A1-F6EECF244321}">
                <p14:modId xmlns:p14="http://schemas.microsoft.com/office/powerpoint/2010/main" val="1797705803"/>
              </p:ext>
            </p:extLst>
          </p:nvPr>
        </p:nvGraphicFramePr>
        <p:xfrm>
          <a:off x="518329" y="1637124"/>
          <a:ext cx="5601671" cy="4354368"/>
        </p:xfrm>
        <a:graphic>
          <a:graphicData uri="http://schemas.openxmlformats.org/drawingml/2006/table">
            <a:tbl>
              <a:tblPr firstRow="1" bandRow="1">
                <a:tableStyleId>{5C22544A-7EE6-4342-B048-85BDC9FD1C3A}</a:tableStyleId>
              </a:tblPr>
              <a:tblGrid>
                <a:gridCol w="1194093">
                  <a:extLst>
                    <a:ext uri="{9D8B030D-6E8A-4147-A177-3AD203B41FA5}">
                      <a16:colId xmlns:a16="http://schemas.microsoft.com/office/drawing/2014/main" val="1675578800"/>
                    </a:ext>
                  </a:extLst>
                </a:gridCol>
                <a:gridCol w="983205">
                  <a:extLst>
                    <a:ext uri="{9D8B030D-6E8A-4147-A177-3AD203B41FA5}">
                      <a16:colId xmlns:a16="http://schemas.microsoft.com/office/drawing/2014/main" val="3904448718"/>
                    </a:ext>
                  </a:extLst>
                </a:gridCol>
                <a:gridCol w="1138205">
                  <a:extLst>
                    <a:ext uri="{9D8B030D-6E8A-4147-A177-3AD203B41FA5}">
                      <a16:colId xmlns:a16="http://schemas.microsoft.com/office/drawing/2014/main" val="730765675"/>
                    </a:ext>
                  </a:extLst>
                </a:gridCol>
                <a:gridCol w="1138555">
                  <a:extLst>
                    <a:ext uri="{9D8B030D-6E8A-4147-A177-3AD203B41FA5}">
                      <a16:colId xmlns:a16="http://schemas.microsoft.com/office/drawing/2014/main" val="2491857740"/>
                    </a:ext>
                  </a:extLst>
                </a:gridCol>
                <a:gridCol w="1147613">
                  <a:extLst>
                    <a:ext uri="{9D8B030D-6E8A-4147-A177-3AD203B41FA5}">
                      <a16:colId xmlns:a16="http://schemas.microsoft.com/office/drawing/2014/main" val="1634297646"/>
                    </a:ext>
                  </a:extLst>
                </a:gridCol>
              </a:tblGrid>
              <a:tr h="725728">
                <a:tc>
                  <a:txBody>
                    <a:bodyPr/>
                    <a:lstStyle/>
                    <a:p>
                      <a:pPr algn="ctr"/>
                      <a:r>
                        <a:rPr kumimoji="1" lang="ja-JP" altLang="en-US" sz="9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モデル</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9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実画像を</a:t>
                      </a:r>
                      <a:endParaRPr kumimoji="1" lang="en-US" altLang="ja-JP" sz="9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p>
                      <a:pPr algn="ctr"/>
                      <a:r>
                        <a:rPr kumimoji="1" lang="ja-JP" altLang="en-US" sz="9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学習に使用したか</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9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学習の際にデータ拡張をしたか</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900" b="0" dirty="0" err="1">
                          <a:solidFill>
                            <a:schemeClr val="tx1"/>
                          </a:solidFill>
                          <a:latin typeface="ＭＳ Ｐゴシック" panose="020B0600070205080204" pitchFamily="50" charset="-128"/>
                          <a:ea typeface="ＭＳ Ｐゴシック" panose="020B0600070205080204" pitchFamily="50" charset="-128"/>
                        </a:rPr>
                        <a:t>BraTS</a:t>
                      </a:r>
                      <a:r>
                        <a:rPr lang="en-US" altLang="ja-JP" sz="900" b="0" dirty="0">
                          <a:solidFill>
                            <a:schemeClr val="tx1"/>
                          </a:solidFill>
                          <a:latin typeface="ＭＳ Ｐゴシック" panose="020B0600070205080204" pitchFamily="50" charset="-128"/>
                          <a:ea typeface="ＭＳ Ｐゴシック" panose="020B0600070205080204" pitchFamily="50" charset="-128"/>
                        </a:rPr>
                        <a:t> 2020</a:t>
                      </a:r>
                      <a:endParaRPr kumimoji="1" lang="ja-JP" altLang="en-US" sz="900" b="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900" b="0" dirty="0" err="1">
                          <a:solidFill>
                            <a:schemeClr val="tx1"/>
                          </a:solidFill>
                          <a:latin typeface="ＭＳ Ｐゴシック" panose="020B0600070205080204" pitchFamily="50" charset="-128"/>
                          <a:ea typeface="ＭＳ Ｐゴシック" panose="020B0600070205080204" pitchFamily="50" charset="-128"/>
                        </a:rPr>
                        <a:t>BraTS</a:t>
                      </a:r>
                      <a:r>
                        <a:rPr lang="en-US" altLang="ja-JP" sz="900" b="0" dirty="0">
                          <a:solidFill>
                            <a:schemeClr val="tx1"/>
                          </a:solidFill>
                          <a:latin typeface="ＭＳ Ｐゴシック" panose="020B0600070205080204" pitchFamily="50" charset="-128"/>
                          <a:ea typeface="ＭＳ Ｐゴシック" panose="020B0600070205080204" pitchFamily="50" charset="-128"/>
                        </a:rPr>
                        <a:t> 2021</a:t>
                      </a:r>
                      <a:endParaRPr kumimoji="1" lang="ja-JP" altLang="en-US" sz="900" b="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2931568"/>
                  </a:ext>
                </a:extLst>
              </a:tr>
              <a:tr h="362864">
                <a:tc>
                  <a:txBody>
                    <a:bodyPr/>
                    <a:lstStyle/>
                    <a:p>
                      <a:pPr algn="ctr"/>
                      <a:r>
                        <a:rPr lang="en-US" altLang="ja-JP" sz="900" dirty="0">
                          <a:latin typeface="ＭＳ Ｐゴシック" panose="020B0600070205080204" pitchFamily="50" charset="-128"/>
                          <a:ea typeface="ＭＳ Ｐゴシック" panose="020B0600070205080204" pitchFamily="50" charset="-128"/>
                        </a:rPr>
                        <a:t>Progressive GAN</a:t>
                      </a:r>
                      <a:endPar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T w="12700" cap="flat" cmpd="sng" algn="ctr">
                      <a:solidFill>
                        <a:schemeClr val="tx1"/>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lnT w="12700" cap="flat" cmpd="sng" algn="ctr">
                      <a:solidFill>
                        <a:schemeClr val="tx1"/>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lnT w="12700" cap="flat" cmpd="sng" algn="ctr">
                      <a:solidFill>
                        <a:schemeClr val="tx1"/>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b="1" dirty="0">
                          <a:solidFill>
                            <a:srgbClr val="FF0000"/>
                          </a:solidFill>
                          <a:latin typeface="ＭＳ Ｐゴシック"/>
                          <a:ea typeface="ＭＳ Ｐゴシック"/>
                        </a:rPr>
                        <a:t>95.42</a:t>
                      </a:r>
                      <a:endParaRPr lang="en-US" altLang="ja-JP" sz="900" b="1" dirty="0">
                        <a:solidFill>
                          <a:srgbClr val="FF0000"/>
                        </a:solidFill>
                        <a:effectLst/>
                        <a:latin typeface="ＭＳ Ｐゴシック"/>
                        <a:ea typeface="ＭＳ Ｐゴシック"/>
                        <a:cs typeface="Arial"/>
                      </a:endParaRPr>
                    </a:p>
                  </a:txBody>
                  <a:tcPr anchor="ctr">
                    <a:lnT w="12700" cap="flat" cmpd="sng" algn="ctr">
                      <a:solidFill>
                        <a:schemeClr val="tx1"/>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latin typeface="ＭＳ Ｐゴシック"/>
                          <a:ea typeface="ＭＳ Ｐゴシック"/>
                        </a:rPr>
                        <a:t>99.73</a:t>
                      </a:r>
                      <a:endParaRPr lang="en-US" altLang="ja-JP" sz="900" dirty="0">
                        <a:effectLst/>
                        <a:latin typeface="ＭＳ Ｐゴシック"/>
                        <a:ea typeface="ＭＳ Ｐゴシック"/>
                        <a:cs typeface="Arial"/>
                      </a:endParaRPr>
                    </a:p>
                  </a:txBody>
                  <a:tcPr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959090370"/>
                  </a:ext>
                </a:extLst>
              </a:tr>
              <a:tr h="362864">
                <a:tc>
                  <a:txBody>
                    <a:bodyPr/>
                    <a:lstStyle/>
                    <a:p>
                      <a:pPr algn="ctr"/>
                      <a:r>
                        <a:rPr lang="en-US" altLang="ja-JP" sz="900" dirty="0">
                          <a:latin typeface="ＭＳ Ｐゴシック" panose="020B0600070205080204" pitchFamily="50" charset="-128"/>
                          <a:ea typeface="ＭＳ Ｐゴシック" panose="020B0600070205080204" pitchFamily="50" charset="-128"/>
                        </a:rPr>
                        <a:t>StyleGAN 1</a:t>
                      </a:r>
                      <a:endPar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noFill/>
                  </a:tcPr>
                </a:tc>
                <a:tc>
                  <a:txBody>
                    <a:bodyPr/>
                    <a:lstStyle/>
                    <a:p>
                      <a:pPr algn="ctr"/>
                      <a:r>
                        <a:rPr lang="en-US" altLang="ja-JP" sz="900" dirty="0">
                          <a:latin typeface="ＭＳ Ｐゴシック"/>
                          <a:ea typeface="ＭＳ Ｐゴシック"/>
                        </a:rPr>
                        <a:t>92.87</a:t>
                      </a:r>
                      <a:endParaRPr lang="ja-JP" altLang="en-US" sz="900">
                        <a:latin typeface="ＭＳ Ｐゴシック"/>
                        <a:ea typeface="ＭＳ Ｐゴシック"/>
                      </a:endParaRPr>
                    </a:p>
                  </a:txBody>
                  <a:tcPr anchor="ctr">
                    <a:noFill/>
                  </a:tcPr>
                </a:tc>
                <a:tc>
                  <a:txBody>
                    <a:bodyPr/>
                    <a:lstStyle/>
                    <a:p>
                      <a:pPr algn="ctr"/>
                      <a:r>
                        <a:rPr lang="en-US" altLang="ja-JP" sz="900" dirty="0">
                          <a:latin typeface="ＭＳ Ｐゴシック"/>
                          <a:ea typeface="ＭＳ Ｐゴシック"/>
                        </a:rPr>
                        <a:t>99.47</a:t>
                      </a:r>
                      <a:endParaRPr lang="ja-JP" altLang="en-US" sz="900">
                        <a:latin typeface="ＭＳ Ｐゴシック"/>
                        <a:ea typeface="ＭＳ Ｐゴシック"/>
                      </a:endParaRPr>
                    </a:p>
                  </a:txBody>
                  <a:tcPr anchor="ctr">
                    <a:noFill/>
                  </a:tcPr>
                </a:tc>
                <a:extLst>
                  <a:ext uri="{0D108BD9-81ED-4DB2-BD59-A6C34878D82A}">
                    <a16:rowId xmlns:a16="http://schemas.microsoft.com/office/drawing/2014/main" val="2668172088"/>
                  </a:ext>
                </a:extLst>
              </a:tr>
              <a:tr h="362864">
                <a:tc>
                  <a:txBody>
                    <a:bodyPr/>
                    <a:lstStyle/>
                    <a:p>
                      <a:pPr algn="ctr"/>
                      <a:r>
                        <a:rPr lang="en-US" altLang="ja-JP" sz="900" dirty="0">
                          <a:latin typeface="ＭＳ Ｐゴシック" panose="020B0600070205080204" pitchFamily="50" charset="-128"/>
                          <a:ea typeface="ＭＳ Ｐゴシック" panose="020B0600070205080204" pitchFamily="50" charset="-128"/>
                        </a:rPr>
                        <a:t>StyleGAN 2</a:t>
                      </a:r>
                      <a:endPar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effectLst/>
                          <a:latin typeface="ＭＳ Ｐゴシック"/>
                          <a:ea typeface="ＭＳ Ｐゴシック"/>
                          <a:cs typeface="Arial"/>
                        </a:rPr>
                        <a:t>94.48</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effectLst/>
                          <a:latin typeface="ＭＳ Ｐゴシック"/>
                          <a:ea typeface="ＭＳ Ｐゴシック"/>
                          <a:cs typeface="Arial"/>
                        </a:rPr>
                        <a:t>100.00</a:t>
                      </a:r>
                    </a:p>
                  </a:txBody>
                  <a:tcPr anchor="ctr">
                    <a:noFill/>
                  </a:tcPr>
                </a:tc>
                <a:extLst>
                  <a:ext uri="{0D108BD9-81ED-4DB2-BD59-A6C34878D82A}">
                    <a16:rowId xmlns:a16="http://schemas.microsoft.com/office/drawing/2014/main" val="137758401"/>
                  </a:ext>
                </a:extLst>
              </a:tr>
              <a:tr h="362864">
                <a:tc>
                  <a:txBody>
                    <a:bodyPr/>
                    <a:lstStyle/>
                    <a:p>
                      <a:pPr algn="ctr"/>
                      <a:r>
                        <a:rPr kumimoji="1" lang="en-US" altLang="ja-JP"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StyleGAN 3</a:t>
                      </a:r>
                      <a:endPar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effectLst/>
                          <a:latin typeface="ＭＳ Ｐゴシック"/>
                          <a:ea typeface="ＭＳ Ｐゴシック"/>
                          <a:cs typeface="Arial"/>
                        </a:rPr>
                        <a:t>93.27</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b="1" dirty="0">
                          <a:solidFill>
                            <a:srgbClr val="FF0000"/>
                          </a:solidFill>
                          <a:effectLst/>
                          <a:latin typeface="ＭＳ Ｐゴシック"/>
                          <a:ea typeface="ＭＳ Ｐゴシック"/>
                          <a:cs typeface="Arial"/>
                        </a:rPr>
                        <a:t>100.52</a:t>
                      </a:r>
                    </a:p>
                  </a:txBody>
                  <a:tcPr anchor="ctr">
                    <a:noFill/>
                  </a:tcPr>
                </a:tc>
                <a:extLst>
                  <a:ext uri="{0D108BD9-81ED-4DB2-BD59-A6C34878D82A}">
                    <a16:rowId xmlns:a16="http://schemas.microsoft.com/office/drawing/2014/main" val="2232553301"/>
                  </a:ext>
                </a:extLst>
              </a:tr>
              <a:tr h="3628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拡散モデル</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effectLst/>
                          <a:latin typeface="ＭＳ Ｐゴシック"/>
                          <a:ea typeface="ＭＳ Ｐゴシック"/>
                          <a:cs typeface="Arial"/>
                        </a:rPr>
                        <a:t>93.41</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b="1" dirty="0">
                          <a:solidFill>
                            <a:srgbClr val="FF0000"/>
                          </a:solidFill>
                          <a:effectLst/>
                          <a:latin typeface="ＭＳ Ｐゴシック"/>
                          <a:ea typeface="ＭＳ Ｐゴシック"/>
                          <a:cs typeface="Arial"/>
                        </a:rPr>
                        <a:t>100.52</a:t>
                      </a:r>
                    </a:p>
                  </a:txBody>
                  <a:tcPr anchor="ctr">
                    <a:noFill/>
                  </a:tcPr>
                </a:tc>
                <a:extLst>
                  <a:ext uri="{0D108BD9-81ED-4DB2-BD59-A6C34878D82A}">
                    <a16:rowId xmlns:a16="http://schemas.microsoft.com/office/drawing/2014/main" val="3853834988"/>
                  </a:ext>
                </a:extLst>
              </a:tr>
              <a:tr h="362864">
                <a:tc>
                  <a:txBody>
                    <a:bodyPr/>
                    <a:lstStyle/>
                    <a:p>
                      <a:pPr algn="ctr"/>
                      <a:r>
                        <a:rPr lang="en-US" altLang="ja-JP" sz="900" dirty="0">
                          <a:latin typeface="ＭＳ Ｐゴシック" panose="020B0600070205080204" pitchFamily="50" charset="-128"/>
                          <a:ea typeface="ＭＳ Ｐゴシック" panose="020B0600070205080204" pitchFamily="50" charset="-128"/>
                        </a:rPr>
                        <a:t>Progressive GAN</a:t>
                      </a:r>
                      <a:endPar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a:t>
                      </a: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effectLst/>
                          <a:latin typeface="ＭＳ Ｐゴシック"/>
                          <a:ea typeface="ＭＳ Ｐゴシック"/>
                          <a:cs typeface="Arial"/>
                        </a:rPr>
                        <a:t>89.50</a:t>
                      </a:r>
                    </a:p>
                  </a:txBody>
                  <a:tcPr anchor="ctr">
                    <a:noFill/>
                  </a:tcPr>
                </a:tc>
                <a:tc>
                  <a:txBody>
                    <a:bodyPr/>
                    <a:lstStyle/>
                    <a:p>
                      <a:pPr algn="ctr"/>
                      <a:r>
                        <a:rPr lang="en-US" altLang="ja-JP" sz="900" dirty="0">
                          <a:latin typeface="ＭＳ Ｐゴシック"/>
                          <a:ea typeface="ＭＳ Ｐゴシック"/>
                        </a:rPr>
                        <a:t>99.20</a:t>
                      </a:r>
                    </a:p>
                  </a:txBody>
                  <a:tcPr anchor="ctr">
                    <a:noFill/>
                  </a:tcPr>
                </a:tc>
                <a:extLst>
                  <a:ext uri="{0D108BD9-81ED-4DB2-BD59-A6C34878D82A}">
                    <a16:rowId xmlns:a16="http://schemas.microsoft.com/office/drawing/2014/main" val="3696187477"/>
                  </a:ext>
                </a:extLst>
              </a:tr>
              <a:tr h="362864">
                <a:tc>
                  <a:txBody>
                    <a:bodyPr/>
                    <a:lstStyle/>
                    <a:p>
                      <a:pPr algn="ctr"/>
                      <a:r>
                        <a:rPr lang="en-US" altLang="ja-JP" sz="900" dirty="0">
                          <a:latin typeface="ＭＳ Ｐゴシック" panose="020B0600070205080204" pitchFamily="50" charset="-128"/>
                          <a:ea typeface="ＭＳ Ｐゴシック" panose="020B0600070205080204" pitchFamily="50" charset="-128"/>
                        </a:rPr>
                        <a:t>StyleGAN 1</a:t>
                      </a:r>
                      <a:endPar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a:t>
                      </a: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algn="ctr"/>
                      <a:r>
                        <a:rPr lang="en-US" altLang="ja-JP" sz="900" dirty="0">
                          <a:latin typeface="ＭＳ Ｐゴシック"/>
                          <a:ea typeface="ＭＳ Ｐゴシック"/>
                        </a:rPr>
                        <a:t>90.04</a:t>
                      </a:r>
                      <a:endParaRPr lang="ja-JP" altLang="en-US" sz="900">
                        <a:latin typeface="ＭＳ Ｐゴシック"/>
                        <a:ea typeface="ＭＳ Ｐゴシック"/>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effectLst/>
                          <a:latin typeface="ＭＳ Ｐゴシック"/>
                          <a:ea typeface="ＭＳ Ｐゴシック"/>
                          <a:cs typeface="Arial"/>
                        </a:rPr>
                        <a:t>98.68</a:t>
                      </a:r>
                    </a:p>
                  </a:txBody>
                  <a:tcPr anchor="ctr">
                    <a:noFill/>
                  </a:tcPr>
                </a:tc>
                <a:extLst>
                  <a:ext uri="{0D108BD9-81ED-4DB2-BD59-A6C34878D82A}">
                    <a16:rowId xmlns:a16="http://schemas.microsoft.com/office/drawing/2014/main" val="599508890"/>
                  </a:ext>
                </a:extLst>
              </a:tr>
              <a:tr h="362864">
                <a:tc>
                  <a:txBody>
                    <a:bodyPr/>
                    <a:lstStyle/>
                    <a:p>
                      <a:pPr algn="ctr"/>
                      <a:r>
                        <a:rPr lang="en-US" altLang="ja-JP" sz="900" dirty="0">
                          <a:latin typeface="ＭＳ Ｐゴシック" panose="020B0600070205080204" pitchFamily="50" charset="-128"/>
                          <a:ea typeface="ＭＳ Ｐゴシック" panose="020B0600070205080204" pitchFamily="50" charset="-128"/>
                        </a:rPr>
                        <a:t>StyleGAN 2</a:t>
                      </a:r>
                      <a:endPar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a:t>
                      </a: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effectLst/>
                          <a:latin typeface="ＭＳ Ｐゴシック"/>
                          <a:ea typeface="ＭＳ Ｐゴシック"/>
                          <a:cs typeface="Arial"/>
                        </a:rPr>
                        <a:t>91.11</a:t>
                      </a:r>
                    </a:p>
                  </a:txBody>
                  <a:tcPr anchor="ctr">
                    <a:noFill/>
                  </a:tcPr>
                </a:tc>
                <a:tc>
                  <a:txBody>
                    <a:bodyPr/>
                    <a:lstStyle/>
                    <a:p>
                      <a:pPr algn="ctr"/>
                      <a:r>
                        <a:rPr lang="en-US" altLang="ja-JP" sz="900" dirty="0">
                          <a:latin typeface="ＭＳ Ｐゴシック"/>
                          <a:ea typeface="ＭＳ Ｐゴシック"/>
                        </a:rPr>
                        <a:t>99.20</a:t>
                      </a:r>
                      <a:endParaRPr lang="ja-JP" altLang="en-US" sz="900">
                        <a:latin typeface="ＭＳ Ｐゴシック"/>
                        <a:ea typeface="ＭＳ Ｐゴシック"/>
                      </a:endParaRPr>
                    </a:p>
                  </a:txBody>
                  <a:tcPr anchor="ctr">
                    <a:noFill/>
                  </a:tcPr>
                </a:tc>
                <a:extLst>
                  <a:ext uri="{0D108BD9-81ED-4DB2-BD59-A6C34878D82A}">
                    <a16:rowId xmlns:a16="http://schemas.microsoft.com/office/drawing/2014/main" val="302838021"/>
                  </a:ext>
                </a:extLst>
              </a:tr>
              <a:tr h="362864">
                <a:tc>
                  <a:txBody>
                    <a:bodyPr/>
                    <a:lstStyle/>
                    <a:p>
                      <a:pPr algn="ctr"/>
                      <a:r>
                        <a:rPr kumimoji="1" lang="en-US" altLang="ja-JP"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StyleGAN 3</a:t>
                      </a:r>
                      <a:endPar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a:t>
                      </a: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effectLst/>
                          <a:latin typeface="ＭＳ Ｐゴシック"/>
                          <a:ea typeface="ＭＳ Ｐゴシック"/>
                          <a:cs typeface="Arial"/>
                        </a:rPr>
                        <a:t>91.65</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effectLst/>
                          <a:latin typeface="ＭＳ Ｐゴシック"/>
                          <a:ea typeface="ＭＳ Ｐゴシック"/>
                          <a:cs typeface="Arial"/>
                        </a:rPr>
                        <a:t>100.00</a:t>
                      </a:r>
                    </a:p>
                  </a:txBody>
                  <a:tcPr anchor="ctr">
                    <a:noFill/>
                  </a:tcPr>
                </a:tc>
                <a:extLst>
                  <a:ext uri="{0D108BD9-81ED-4DB2-BD59-A6C34878D82A}">
                    <a16:rowId xmlns:a16="http://schemas.microsoft.com/office/drawing/2014/main" val="3513596053"/>
                  </a:ext>
                </a:extLst>
              </a:tr>
              <a:tr h="3628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拡散モデル</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a:t>
                      </a: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effectLst/>
                          <a:latin typeface="ＭＳ Ｐゴシック"/>
                          <a:ea typeface="ＭＳ Ｐゴシック"/>
                          <a:cs typeface="Arial"/>
                        </a:rPr>
                        <a:t>91.11</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effectLst/>
                          <a:latin typeface="ＭＳ Ｐゴシック"/>
                          <a:ea typeface="ＭＳ Ｐゴシック"/>
                          <a:cs typeface="Arial"/>
                        </a:rPr>
                        <a:t>99.87</a:t>
                      </a:r>
                    </a:p>
                  </a:txBody>
                  <a:tcPr anchor="ctr">
                    <a:noFill/>
                  </a:tcPr>
                </a:tc>
                <a:extLst>
                  <a:ext uri="{0D108BD9-81ED-4DB2-BD59-A6C34878D82A}">
                    <a16:rowId xmlns:a16="http://schemas.microsoft.com/office/drawing/2014/main" val="2180667859"/>
                  </a:ext>
                </a:extLst>
              </a:tr>
            </a:tbl>
          </a:graphicData>
        </a:graphic>
      </p:graphicFrame>
      <p:graphicFrame>
        <p:nvGraphicFramePr>
          <p:cNvPr id="7" name="表 6">
            <a:extLst>
              <a:ext uri="{FF2B5EF4-FFF2-40B4-BE49-F238E27FC236}">
                <a16:creationId xmlns:a16="http://schemas.microsoft.com/office/drawing/2014/main" id="{916DB4FD-1C39-DC67-E73E-5183D4FA557A}"/>
              </a:ext>
            </a:extLst>
          </p:cNvPr>
          <p:cNvGraphicFramePr>
            <a:graphicFrameLocks noGrp="1"/>
          </p:cNvGraphicFramePr>
          <p:nvPr>
            <p:extLst>
              <p:ext uri="{D42A27DB-BD31-4B8C-83A1-F6EECF244321}">
                <p14:modId xmlns:p14="http://schemas.microsoft.com/office/powerpoint/2010/main" val="2670462538"/>
              </p:ext>
            </p:extLst>
          </p:nvPr>
        </p:nvGraphicFramePr>
        <p:xfrm>
          <a:off x="6211827" y="1637124"/>
          <a:ext cx="5601671" cy="4354368"/>
        </p:xfrm>
        <a:graphic>
          <a:graphicData uri="http://schemas.openxmlformats.org/drawingml/2006/table">
            <a:tbl>
              <a:tblPr firstRow="1" bandRow="1">
                <a:tableStyleId>{5C22544A-7EE6-4342-B048-85BDC9FD1C3A}</a:tableStyleId>
              </a:tblPr>
              <a:tblGrid>
                <a:gridCol w="1103373">
                  <a:extLst>
                    <a:ext uri="{9D8B030D-6E8A-4147-A177-3AD203B41FA5}">
                      <a16:colId xmlns:a16="http://schemas.microsoft.com/office/drawing/2014/main" val="1675578800"/>
                    </a:ext>
                  </a:extLst>
                </a:gridCol>
                <a:gridCol w="1073925">
                  <a:extLst>
                    <a:ext uri="{9D8B030D-6E8A-4147-A177-3AD203B41FA5}">
                      <a16:colId xmlns:a16="http://schemas.microsoft.com/office/drawing/2014/main" val="3904448718"/>
                    </a:ext>
                  </a:extLst>
                </a:gridCol>
                <a:gridCol w="1138205">
                  <a:extLst>
                    <a:ext uri="{9D8B030D-6E8A-4147-A177-3AD203B41FA5}">
                      <a16:colId xmlns:a16="http://schemas.microsoft.com/office/drawing/2014/main" val="730765675"/>
                    </a:ext>
                  </a:extLst>
                </a:gridCol>
                <a:gridCol w="1138555">
                  <a:extLst>
                    <a:ext uri="{9D8B030D-6E8A-4147-A177-3AD203B41FA5}">
                      <a16:colId xmlns:a16="http://schemas.microsoft.com/office/drawing/2014/main" val="2491857740"/>
                    </a:ext>
                  </a:extLst>
                </a:gridCol>
                <a:gridCol w="1147613">
                  <a:extLst>
                    <a:ext uri="{9D8B030D-6E8A-4147-A177-3AD203B41FA5}">
                      <a16:colId xmlns:a16="http://schemas.microsoft.com/office/drawing/2014/main" val="1634297646"/>
                    </a:ext>
                  </a:extLst>
                </a:gridCol>
              </a:tblGrid>
              <a:tr h="725728">
                <a:tc>
                  <a:txBody>
                    <a:bodyPr/>
                    <a:lstStyle/>
                    <a:p>
                      <a:pPr algn="ctr"/>
                      <a:r>
                        <a:rPr kumimoji="1" lang="ja-JP" altLang="en-US" sz="9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モデル</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9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実画像を</a:t>
                      </a:r>
                      <a:endParaRPr kumimoji="1" lang="en-US" altLang="ja-JP" sz="9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p>
                      <a:pPr algn="ctr"/>
                      <a:r>
                        <a:rPr kumimoji="1" lang="ja-JP" altLang="en-US" sz="9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学習に使用したか</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9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学習の際にデータ拡張をしたか</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900" b="0" dirty="0" err="1">
                          <a:solidFill>
                            <a:schemeClr val="tx1"/>
                          </a:solidFill>
                          <a:latin typeface="ＭＳ Ｐゴシック" panose="020B0600070205080204" pitchFamily="50" charset="-128"/>
                          <a:ea typeface="ＭＳ Ｐゴシック" panose="020B0600070205080204" pitchFamily="50" charset="-128"/>
                        </a:rPr>
                        <a:t>BraTS</a:t>
                      </a:r>
                      <a:r>
                        <a:rPr lang="en-US" altLang="ja-JP" sz="900" b="0" dirty="0">
                          <a:solidFill>
                            <a:schemeClr val="tx1"/>
                          </a:solidFill>
                          <a:latin typeface="ＭＳ Ｐゴシック" panose="020B0600070205080204" pitchFamily="50" charset="-128"/>
                          <a:ea typeface="ＭＳ Ｐゴシック" panose="020B0600070205080204" pitchFamily="50" charset="-128"/>
                        </a:rPr>
                        <a:t> 2020</a:t>
                      </a:r>
                      <a:endParaRPr kumimoji="1" lang="ja-JP" altLang="en-US" sz="900" b="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900" b="0" dirty="0" err="1">
                          <a:solidFill>
                            <a:schemeClr val="tx1"/>
                          </a:solidFill>
                          <a:latin typeface="ＭＳ Ｐゴシック" panose="020B0600070205080204" pitchFamily="50" charset="-128"/>
                          <a:ea typeface="ＭＳ Ｐゴシック" panose="020B0600070205080204" pitchFamily="50" charset="-128"/>
                        </a:rPr>
                        <a:t>BraTS</a:t>
                      </a:r>
                      <a:r>
                        <a:rPr lang="en-US" altLang="ja-JP" sz="900" b="0" dirty="0">
                          <a:solidFill>
                            <a:schemeClr val="tx1"/>
                          </a:solidFill>
                          <a:latin typeface="ＭＳ Ｐゴシック" panose="020B0600070205080204" pitchFamily="50" charset="-128"/>
                          <a:ea typeface="ＭＳ Ｐゴシック" panose="020B0600070205080204" pitchFamily="50" charset="-128"/>
                        </a:rPr>
                        <a:t> 2021</a:t>
                      </a:r>
                      <a:endParaRPr kumimoji="1" lang="ja-JP" altLang="en-US" sz="900" b="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2931568"/>
                  </a:ext>
                </a:extLst>
              </a:tr>
              <a:tr h="362864">
                <a:tc>
                  <a:txBody>
                    <a:bodyPr/>
                    <a:lstStyle/>
                    <a:p>
                      <a:pPr algn="ctr"/>
                      <a:r>
                        <a:rPr lang="en-US" altLang="ja-JP" sz="900" dirty="0">
                          <a:latin typeface="ＭＳ Ｐゴシック" panose="020B0600070205080204" pitchFamily="50" charset="-128"/>
                          <a:ea typeface="ＭＳ Ｐゴシック" panose="020B0600070205080204" pitchFamily="50" charset="-128"/>
                        </a:rPr>
                        <a:t>Progressive GAN</a:t>
                      </a:r>
                      <a:endPar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T w="12700" cap="flat" cmpd="sng" algn="ctr">
                      <a:solidFill>
                        <a:schemeClr val="tx1"/>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a:t>
                      </a: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T w="12700" cap="flat" cmpd="sng" algn="ctr">
                      <a:solidFill>
                        <a:schemeClr val="tx1"/>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lnT w="12700" cap="flat" cmpd="sng" algn="ctr">
                      <a:solidFill>
                        <a:schemeClr val="tx1"/>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effectLst/>
                          <a:latin typeface="ＭＳ Ｐゴシック" panose="020B0600070205080204" pitchFamily="50" charset="-128"/>
                          <a:ea typeface="ＭＳ Ｐゴシック" panose="020B0600070205080204" pitchFamily="50" charset="-128"/>
                          <a:cs typeface="Arial" panose="020B0604020202020204" pitchFamily="34" charset="0"/>
                        </a:rPr>
                        <a:t>81.69</a:t>
                      </a:r>
                    </a:p>
                  </a:txBody>
                  <a:tcPr anchor="ctr">
                    <a:lnT w="12700" cap="flat" cmpd="sng" algn="ctr">
                      <a:solidFill>
                        <a:schemeClr val="tx1"/>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effectLst/>
                          <a:latin typeface="ＭＳ Ｐゴシック" panose="020B0600070205080204" pitchFamily="50" charset="-128"/>
                          <a:ea typeface="ＭＳ Ｐゴシック" panose="020B0600070205080204" pitchFamily="50" charset="-128"/>
                          <a:cs typeface="Arial" panose="020B0604020202020204" pitchFamily="34" charset="0"/>
                        </a:rPr>
                        <a:t>80.82</a:t>
                      </a:r>
                    </a:p>
                  </a:txBody>
                  <a:tcPr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959090370"/>
                  </a:ext>
                </a:extLst>
              </a:tr>
              <a:tr h="362864">
                <a:tc>
                  <a:txBody>
                    <a:bodyPr/>
                    <a:lstStyle/>
                    <a:p>
                      <a:pPr algn="ctr"/>
                      <a:r>
                        <a:rPr lang="en-US" altLang="ja-JP" sz="900" dirty="0">
                          <a:latin typeface="ＭＳ Ｐゴシック" panose="020B0600070205080204" pitchFamily="50" charset="-128"/>
                          <a:ea typeface="ＭＳ Ｐゴシック" panose="020B0600070205080204" pitchFamily="50" charset="-128"/>
                        </a:rPr>
                        <a:t>StyleGAN 1</a:t>
                      </a:r>
                      <a:endPar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a:t>
                      </a: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noFill/>
                  </a:tcPr>
                </a:tc>
                <a:tc>
                  <a:txBody>
                    <a:bodyPr/>
                    <a:lstStyle/>
                    <a:p>
                      <a:pPr algn="ctr"/>
                      <a:r>
                        <a:rPr lang="en-US" altLang="ja-JP" sz="900" dirty="0">
                          <a:latin typeface="ＭＳ Ｐゴシック" panose="020B0600070205080204" pitchFamily="50" charset="-128"/>
                          <a:ea typeface="ＭＳ Ｐゴシック" panose="020B0600070205080204" pitchFamily="50" charset="-128"/>
                        </a:rPr>
                        <a:t>8.74</a:t>
                      </a:r>
                      <a:endParaRPr lang="ja-JP" altLang="en-US" sz="900" dirty="0">
                        <a:latin typeface="ＭＳ Ｐゴシック" panose="020B0600070205080204" pitchFamily="50" charset="-128"/>
                        <a:ea typeface="ＭＳ Ｐゴシック" panose="020B0600070205080204" pitchFamily="50" charset="-128"/>
                      </a:endParaRPr>
                    </a:p>
                  </a:txBody>
                  <a:tcPr anchor="ctr">
                    <a:noFill/>
                  </a:tcPr>
                </a:tc>
                <a:tc>
                  <a:txBody>
                    <a:bodyPr/>
                    <a:lstStyle/>
                    <a:p>
                      <a:pPr algn="ctr"/>
                      <a:r>
                        <a:rPr lang="en-US" altLang="ja-JP" sz="900" dirty="0">
                          <a:latin typeface="ＭＳ Ｐゴシック" panose="020B0600070205080204" pitchFamily="50" charset="-128"/>
                          <a:ea typeface="ＭＳ Ｐゴシック" panose="020B0600070205080204" pitchFamily="50" charset="-128"/>
                        </a:rPr>
                        <a:t>78.97</a:t>
                      </a:r>
                      <a:endParaRPr lang="ja-JP" altLang="en-US" sz="900" dirty="0">
                        <a:latin typeface="ＭＳ Ｐゴシック" panose="020B0600070205080204" pitchFamily="50" charset="-128"/>
                        <a:ea typeface="ＭＳ Ｐゴシック" panose="020B0600070205080204" pitchFamily="50" charset="-128"/>
                      </a:endParaRPr>
                    </a:p>
                  </a:txBody>
                  <a:tcPr anchor="ctr">
                    <a:noFill/>
                  </a:tcPr>
                </a:tc>
                <a:extLst>
                  <a:ext uri="{0D108BD9-81ED-4DB2-BD59-A6C34878D82A}">
                    <a16:rowId xmlns:a16="http://schemas.microsoft.com/office/drawing/2014/main" val="2668172088"/>
                  </a:ext>
                </a:extLst>
              </a:tr>
              <a:tr h="362864">
                <a:tc>
                  <a:txBody>
                    <a:bodyPr/>
                    <a:lstStyle/>
                    <a:p>
                      <a:pPr algn="ctr"/>
                      <a:r>
                        <a:rPr lang="en-US" altLang="ja-JP" sz="900" dirty="0">
                          <a:latin typeface="ＭＳ Ｐゴシック" panose="020B0600070205080204" pitchFamily="50" charset="-128"/>
                          <a:ea typeface="ＭＳ Ｐゴシック" panose="020B0600070205080204" pitchFamily="50" charset="-128"/>
                        </a:rPr>
                        <a:t>StyleGAN 2</a:t>
                      </a:r>
                      <a:endPar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a:t>
                      </a: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effectLst/>
                          <a:latin typeface="ＭＳ Ｐゴシック" panose="020B0600070205080204" pitchFamily="50" charset="-128"/>
                          <a:ea typeface="ＭＳ Ｐゴシック" panose="020B0600070205080204" pitchFamily="50" charset="-128"/>
                          <a:cs typeface="Arial" panose="020B0604020202020204" pitchFamily="34" charset="0"/>
                        </a:rPr>
                        <a:t>84.66</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effectLst/>
                          <a:latin typeface="ＭＳ Ｐゴシック" panose="020B0600070205080204" pitchFamily="50" charset="-128"/>
                          <a:ea typeface="ＭＳ Ｐゴシック" panose="020B0600070205080204" pitchFamily="50" charset="-128"/>
                          <a:cs typeface="Arial" panose="020B0604020202020204" pitchFamily="34" charset="0"/>
                        </a:rPr>
                        <a:t>86.24</a:t>
                      </a:r>
                    </a:p>
                  </a:txBody>
                  <a:tcPr anchor="ctr">
                    <a:noFill/>
                  </a:tcPr>
                </a:tc>
                <a:extLst>
                  <a:ext uri="{0D108BD9-81ED-4DB2-BD59-A6C34878D82A}">
                    <a16:rowId xmlns:a16="http://schemas.microsoft.com/office/drawing/2014/main" val="137758401"/>
                  </a:ext>
                </a:extLst>
              </a:tr>
              <a:tr h="362864">
                <a:tc>
                  <a:txBody>
                    <a:bodyPr/>
                    <a:lstStyle/>
                    <a:p>
                      <a:pPr algn="ctr"/>
                      <a:r>
                        <a:rPr kumimoji="1" lang="en-US" altLang="ja-JP"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StyleGAN 3</a:t>
                      </a:r>
                      <a:endPar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a:t>
                      </a: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effectLst/>
                          <a:latin typeface="ＭＳ Ｐゴシック" panose="020B0600070205080204" pitchFamily="50" charset="-128"/>
                          <a:ea typeface="ＭＳ Ｐゴシック" panose="020B0600070205080204" pitchFamily="50" charset="-128"/>
                          <a:cs typeface="Arial" panose="020B0604020202020204" pitchFamily="34" charset="0"/>
                        </a:rPr>
                        <a:t>81.16</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effectLst/>
                          <a:latin typeface="ＭＳ Ｐゴシック" panose="020B0600070205080204" pitchFamily="50" charset="-128"/>
                          <a:ea typeface="ＭＳ Ｐゴシック" panose="020B0600070205080204" pitchFamily="50" charset="-128"/>
                          <a:cs typeface="Arial" panose="020B0604020202020204" pitchFamily="34" charset="0"/>
                        </a:rPr>
                        <a:t>83.99</a:t>
                      </a:r>
                    </a:p>
                  </a:txBody>
                  <a:tcPr anchor="ctr">
                    <a:noFill/>
                  </a:tcPr>
                </a:tc>
                <a:extLst>
                  <a:ext uri="{0D108BD9-81ED-4DB2-BD59-A6C34878D82A}">
                    <a16:rowId xmlns:a16="http://schemas.microsoft.com/office/drawing/2014/main" val="2232553301"/>
                  </a:ext>
                </a:extLst>
              </a:tr>
              <a:tr h="3628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拡散モデル</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a:t>
                      </a: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〇</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effectLst/>
                          <a:latin typeface="ＭＳ Ｐゴシック" panose="020B0600070205080204" pitchFamily="50" charset="-128"/>
                          <a:ea typeface="ＭＳ Ｐゴシック" panose="020B0600070205080204" pitchFamily="50" charset="-128"/>
                          <a:cs typeface="Arial" panose="020B0604020202020204" pitchFamily="34" charset="0"/>
                        </a:rPr>
                        <a:t>92.06</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b="1" dirty="0">
                          <a:solidFill>
                            <a:srgbClr val="FF0000"/>
                          </a:solidFill>
                          <a:effectLst/>
                          <a:latin typeface="ＭＳ Ｐゴシック" panose="020B0600070205080204" pitchFamily="50" charset="-128"/>
                          <a:ea typeface="ＭＳ Ｐゴシック" panose="020B0600070205080204" pitchFamily="50" charset="-128"/>
                          <a:cs typeface="Arial" panose="020B0604020202020204" pitchFamily="34" charset="0"/>
                        </a:rPr>
                        <a:t>96.42</a:t>
                      </a:r>
                    </a:p>
                  </a:txBody>
                  <a:tcPr anchor="ctr">
                    <a:noFill/>
                  </a:tcPr>
                </a:tc>
                <a:extLst>
                  <a:ext uri="{0D108BD9-81ED-4DB2-BD59-A6C34878D82A}">
                    <a16:rowId xmlns:a16="http://schemas.microsoft.com/office/drawing/2014/main" val="3853834988"/>
                  </a:ext>
                </a:extLst>
              </a:tr>
              <a:tr h="362864">
                <a:tc>
                  <a:txBody>
                    <a:bodyPr/>
                    <a:lstStyle/>
                    <a:p>
                      <a:pPr algn="ctr"/>
                      <a:r>
                        <a:rPr lang="en-US" altLang="ja-JP" sz="900" dirty="0">
                          <a:latin typeface="ＭＳ Ｐゴシック" panose="020B0600070205080204" pitchFamily="50" charset="-128"/>
                          <a:ea typeface="ＭＳ Ｐゴシック" panose="020B0600070205080204" pitchFamily="50" charset="-128"/>
                        </a:rPr>
                        <a:t>Progressive GAN</a:t>
                      </a:r>
                      <a:endPar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a:t>
                      </a: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a:t>
                      </a: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effectLst/>
                          <a:latin typeface="ＭＳ Ｐゴシック" panose="020B0600070205080204" pitchFamily="50" charset="-128"/>
                          <a:ea typeface="ＭＳ Ｐゴシック" panose="020B0600070205080204" pitchFamily="50" charset="-128"/>
                          <a:cs typeface="Arial" panose="020B0604020202020204" pitchFamily="34" charset="0"/>
                        </a:rPr>
                        <a:t>78.73</a:t>
                      </a:r>
                    </a:p>
                  </a:txBody>
                  <a:tcPr anchor="ctr">
                    <a:noFill/>
                  </a:tcPr>
                </a:tc>
                <a:tc>
                  <a:txBody>
                    <a:bodyPr/>
                    <a:lstStyle/>
                    <a:p>
                      <a:pPr algn="ctr"/>
                      <a:r>
                        <a:rPr lang="en-US" altLang="ja-JP" sz="900" dirty="0">
                          <a:latin typeface="ＭＳ Ｐゴシック" panose="020B0600070205080204" pitchFamily="50" charset="-128"/>
                          <a:ea typeface="ＭＳ Ｐゴシック" panose="020B0600070205080204" pitchFamily="50" charset="-128"/>
                        </a:rPr>
                        <a:t>77.38</a:t>
                      </a:r>
                    </a:p>
                  </a:txBody>
                  <a:tcPr anchor="ctr">
                    <a:noFill/>
                  </a:tcPr>
                </a:tc>
                <a:extLst>
                  <a:ext uri="{0D108BD9-81ED-4DB2-BD59-A6C34878D82A}">
                    <a16:rowId xmlns:a16="http://schemas.microsoft.com/office/drawing/2014/main" val="3696187477"/>
                  </a:ext>
                </a:extLst>
              </a:tr>
              <a:tr h="362864">
                <a:tc>
                  <a:txBody>
                    <a:bodyPr/>
                    <a:lstStyle/>
                    <a:p>
                      <a:pPr algn="ctr"/>
                      <a:r>
                        <a:rPr lang="en-US" altLang="ja-JP" sz="900" dirty="0">
                          <a:latin typeface="ＭＳ Ｐゴシック" panose="020B0600070205080204" pitchFamily="50" charset="-128"/>
                          <a:ea typeface="ＭＳ Ｐゴシック" panose="020B0600070205080204" pitchFamily="50" charset="-128"/>
                        </a:rPr>
                        <a:t>StyleGAN 1</a:t>
                      </a:r>
                      <a:endPar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a:t>
                      </a: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a:t>
                      </a: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algn="ctr"/>
                      <a:r>
                        <a:rPr lang="en-US" altLang="ja-JP" sz="900" dirty="0">
                          <a:latin typeface="ＭＳ Ｐゴシック" panose="020B0600070205080204" pitchFamily="50" charset="-128"/>
                          <a:ea typeface="ＭＳ Ｐゴシック" panose="020B0600070205080204" pitchFamily="50" charset="-128"/>
                        </a:rPr>
                        <a:t>8.21</a:t>
                      </a:r>
                      <a:endParaRPr lang="ja-JP" altLang="en-US" sz="900" dirty="0">
                        <a:latin typeface="ＭＳ Ｐゴシック" panose="020B0600070205080204" pitchFamily="50" charset="-128"/>
                        <a:ea typeface="ＭＳ Ｐゴシック" panose="020B0600070205080204" pitchFamily="50" charset="-128"/>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latin typeface="ＭＳ Ｐゴシック" panose="020B0600070205080204" pitchFamily="50" charset="-128"/>
                          <a:ea typeface="ＭＳ Ｐゴシック" panose="020B0600070205080204" pitchFamily="50" charset="-128"/>
                        </a:rPr>
                        <a:t>76.85</a:t>
                      </a:r>
                      <a:endParaRPr lang="en-US" altLang="ja-JP" sz="900" dirty="0">
                        <a:effectLst/>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extLst>
                  <a:ext uri="{0D108BD9-81ED-4DB2-BD59-A6C34878D82A}">
                    <a16:rowId xmlns:a16="http://schemas.microsoft.com/office/drawing/2014/main" val="599508890"/>
                  </a:ext>
                </a:extLst>
              </a:tr>
              <a:tr h="362864">
                <a:tc>
                  <a:txBody>
                    <a:bodyPr/>
                    <a:lstStyle/>
                    <a:p>
                      <a:pPr algn="ctr"/>
                      <a:r>
                        <a:rPr lang="en-US" altLang="ja-JP" sz="900" dirty="0">
                          <a:latin typeface="ＭＳ Ｐゴシック" panose="020B0600070205080204" pitchFamily="50" charset="-128"/>
                          <a:ea typeface="ＭＳ Ｐゴシック" panose="020B0600070205080204" pitchFamily="50" charset="-128"/>
                        </a:rPr>
                        <a:t>StyleGAN 2</a:t>
                      </a:r>
                      <a:endPar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a:t>
                      </a: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a:t>
                      </a: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effectLst/>
                          <a:latin typeface="ＭＳ Ｐゴシック" panose="020B0600070205080204" pitchFamily="50" charset="-128"/>
                          <a:ea typeface="ＭＳ Ｐゴシック" panose="020B0600070205080204" pitchFamily="50" charset="-128"/>
                          <a:cs typeface="Arial" panose="020B0604020202020204" pitchFamily="34" charset="0"/>
                        </a:rPr>
                        <a:t>79.13</a:t>
                      </a:r>
                    </a:p>
                  </a:txBody>
                  <a:tcPr anchor="ctr">
                    <a:noFill/>
                  </a:tcPr>
                </a:tc>
                <a:tc>
                  <a:txBody>
                    <a:bodyPr/>
                    <a:lstStyle/>
                    <a:p>
                      <a:pPr algn="ctr"/>
                      <a:r>
                        <a:rPr lang="en-US" altLang="ja-JP" sz="900" dirty="0">
                          <a:latin typeface="ＭＳ Ｐゴシック" panose="020B0600070205080204" pitchFamily="50" charset="-128"/>
                          <a:ea typeface="ＭＳ Ｐゴシック" panose="020B0600070205080204" pitchFamily="50" charset="-128"/>
                        </a:rPr>
                        <a:t>85.84</a:t>
                      </a:r>
                      <a:endParaRPr lang="ja-JP" altLang="en-US" sz="900" dirty="0">
                        <a:latin typeface="ＭＳ Ｐゴシック" panose="020B0600070205080204" pitchFamily="50" charset="-128"/>
                        <a:ea typeface="ＭＳ Ｐゴシック" panose="020B0600070205080204" pitchFamily="50" charset="-128"/>
                      </a:endParaRPr>
                    </a:p>
                  </a:txBody>
                  <a:tcPr anchor="ctr">
                    <a:noFill/>
                  </a:tcPr>
                </a:tc>
                <a:extLst>
                  <a:ext uri="{0D108BD9-81ED-4DB2-BD59-A6C34878D82A}">
                    <a16:rowId xmlns:a16="http://schemas.microsoft.com/office/drawing/2014/main" val="302838021"/>
                  </a:ext>
                </a:extLst>
              </a:tr>
              <a:tr h="362864">
                <a:tc>
                  <a:txBody>
                    <a:bodyPr/>
                    <a:lstStyle/>
                    <a:p>
                      <a:pPr algn="ctr"/>
                      <a:r>
                        <a:rPr kumimoji="1" lang="en-US" altLang="ja-JP"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StyleGAN 3</a:t>
                      </a:r>
                      <a:endPar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a:t>
                      </a: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a:t>
                      </a: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latin typeface="ＭＳ Ｐゴシック" panose="020B0600070205080204" pitchFamily="50" charset="-128"/>
                          <a:ea typeface="ＭＳ Ｐゴシック" panose="020B0600070205080204" pitchFamily="50" charset="-128"/>
                        </a:rPr>
                        <a:t>78.73</a:t>
                      </a:r>
                      <a:endParaRPr lang="en-US" altLang="ja-JP" sz="900" dirty="0">
                        <a:effectLst/>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effectLst/>
                          <a:latin typeface="ＭＳ Ｐゴシック" panose="020B0600070205080204" pitchFamily="50" charset="-128"/>
                          <a:ea typeface="ＭＳ Ｐゴシック" panose="020B0600070205080204" pitchFamily="50" charset="-128"/>
                          <a:cs typeface="Arial" panose="020B0604020202020204" pitchFamily="34" charset="0"/>
                        </a:rPr>
                        <a:t>82.41</a:t>
                      </a:r>
                    </a:p>
                  </a:txBody>
                  <a:tcPr anchor="ctr">
                    <a:noFill/>
                  </a:tcPr>
                </a:tc>
                <a:extLst>
                  <a:ext uri="{0D108BD9-81ED-4DB2-BD59-A6C34878D82A}">
                    <a16:rowId xmlns:a16="http://schemas.microsoft.com/office/drawing/2014/main" val="3513596053"/>
                  </a:ext>
                </a:extLst>
              </a:tr>
              <a:tr h="3628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拡散モデル</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a:t>
                      </a: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rPr>
                        <a:t>-</a:t>
                      </a:r>
                      <a:endParaRPr kumimoji="1" lang="ja-JP" altLang="en-US" sz="900" b="0" i="0" u="none" strike="noStrike" kern="1200" cap="none" spc="0" normalizeH="0" baseline="0" noProof="0" dirty="0">
                        <a:ln>
                          <a:noFill/>
                        </a:ln>
                        <a:solidFill>
                          <a:prstClr val="black">
                            <a:lumMod val="85000"/>
                            <a:lumOff val="15000"/>
                          </a:prstClr>
                        </a:solidFill>
                        <a:effectLst/>
                        <a:uLnTx/>
                        <a:uFillTx/>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b="1" dirty="0">
                          <a:solidFill>
                            <a:srgbClr val="FF0000"/>
                          </a:solidFill>
                          <a:latin typeface="ＭＳ Ｐゴシック" panose="020B0600070205080204" pitchFamily="50" charset="-128"/>
                          <a:ea typeface="ＭＳ Ｐゴシック" panose="020B0600070205080204" pitchFamily="50" charset="-128"/>
                        </a:rPr>
                        <a:t>89.37</a:t>
                      </a:r>
                      <a:endParaRPr lang="en-US" altLang="ja-JP" sz="900" b="1" dirty="0">
                        <a:solidFill>
                          <a:srgbClr val="FF0000"/>
                        </a:solidFill>
                        <a:effectLst/>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effectLst/>
                          <a:latin typeface="ＭＳ Ｐゴシック" panose="020B0600070205080204" pitchFamily="50" charset="-128"/>
                          <a:ea typeface="ＭＳ Ｐゴシック" panose="020B0600070205080204" pitchFamily="50" charset="-128"/>
                          <a:cs typeface="Arial" panose="020B0604020202020204" pitchFamily="34" charset="0"/>
                        </a:rPr>
                        <a:t>96.30</a:t>
                      </a:r>
                    </a:p>
                  </a:txBody>
                  <a:tcPr anchor="ctr">
                    <a:noFill/>
                  </a:tcPr>
                </a:tc>
                <a:extLst>
                  <a:ext uri="{0D108BD9-81ED-4DB2-BD59-A6C34878D82A}">
                    <a16:rowId xmlns:a16="http://schemas.microsoft.com/office/drawing/2014/main" val="2180667859"/>
                  </a:ext>
                </a:extLst>
              </a:tr>
            </a:tbl>
          </a:graphicData>
        </a:graphic>
      </p:graphicFrame>
      <p:sp>
        <p:nvSpPr>
          <p:cNvPr id="6" name="テキスト ボックス 5">
            <a:extLst>
              <a:ext uri="{FF2B5EF4-FFF2-40B4-BE49-F238E27FC236}">
                <a16:creationId xmlns:a16="http://schemas.microsoft.com/office/drawing/2014/main" id="{52AF3579-EBD2-6F97-1A69-15FC212D44ED}"/>
              </a:ext>
            </a:extLst>
          </p:cNvPr>
          <p:cNvSpPr txBox="1"/>
          <p:nvPr/>
        </p:nvSpPr>
        <p:spPr>
          <a:xfrm>
            <a:off x="780122" y="6272668"/>
            <a:ext cx="10863410" cy="369332"/>
          </a:xfrm>
          <a:prstGeom prst="rect">
            <a:avLst/>
          </a:prstGeom>
          <a:noFill/>
        </p:spPr>
        <p:txBody>
          <a:bodyPr wrap="square">
            <a:spAutoFit/>
          </a:bodyPr>
          <a:lstStyle/>
          <a:p>
            <a:r>
              <a:rPr lang="en-US" altLang="ja-JP" dirty="0">
                <a:latin typeface="ＭＳ Ｐゴシック" panose="020B0600070205080204" pitchFamily="50" charset="-128"/>
                <a:ea typeface="ＭＳ Ｐゴシック" panose="020B0600070205080204" pitchFamily="50" charset="-128"/>
              </a:rPr>
              <a:t>Swin Transformer</a:t>
            </a:r>
            <a:r>
              <a:rPr lang="ja-JP" altLang="en-US" dirty="0">
                <a:latin typeface="ＭＳ Ｐゴシック" panose="020B0600070205080204" pitchFamily="50" charset="-128"/>
                <a:ea typeface="ＭＳ Ｐゴシック" panose="020B0600070205080204" pitchFamily="50" charset="-128"/>
              </a:rPr>
              <a:t>は</a:t>
            </a:r>
            <a:r>
              <a:rPr lang="en-US" altLang="ja-JP" dirty="0">
                <a:latin typeface="ＭＳ Ｐゴシック" panose="020B0600070205080204" pitchFamily="50" charset="-128"/>
                <a:ea typeface="ＭＳ Ｐゴシック" panose="020B0600070205080204" pitchFamily="50" charset="-128"/>
              </a:rPr>
              <a:t>U-Net</a:t>
            </a:r>
            <a:r>
              <a:rPr lang="ja-JP" altLang="en-US" dirty="0">
                <a:latin typeface="ＭＳ Ｐゴシック" panose="020B0600070205080204" pitchFamily="50" charset="-128"/>
                <a:ea typeface="ＭＳ Ｐゴシック" panose="020B0600070205080204" pitchFamily="50" charset="-128"/>
              </a:rPr>
              <a:t>と比較して合成画像のばらつきに対して強く、全体的に高い相対精度を安定して記録</a:t>
            </a:r>
          </a:p>
        </p:txBody>
      </p:sp>
    </p:spTree>
    <p:extLst>
      <p:ext uri="{BB962C8B-B14F-4D97-AF65-F5344CB8AC3E}">
        <p14:creationId xmlns:p14="http://schemas.microsoft.com/office/powerpoint/2010/main" val="1460438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1FD22-DA63-B0E6-13A2-B5077370CEBE}"/>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F6C15A0-2CAF-B852-4376-789498355C19}"/>
              </a:ext>
            </a:extLst>
          </p:cNvPr>
          <p:cNvSpPr txBox="1">
            <a:spLocks noGrp="1" noRot="1" noMove="1" noResize="1" noEditPoints="1" noAdjustHandles="1" noChangeArrowheads="1" noChangeShapeType="1"/>
          </p:cNvSpPr>
          <p:nvPr/>
        </p:nvSpPr>
        <p:spPr>
          <a:xfrm>
            <a:off x="360000" y="216000"/>
            <a:ext cx="6064481"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結果</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　</a:t>
            </a:r>
            <a:r>
              <a:rPr lang="ja-JP" altLang="en-US" sz="2400" dirty="0">
                <a:solidFill>
                  <a:schemeClr val="tx1">
                    <a:lumMod val="75000"/>
                    <a:lumOff val="25000"/>
                  </a:schemeClr>
                </a:solidFill>
                <a:latin typeface="Arial" panose="020B0604020202020204" pitchFamily="34" charset="0"/>
                <a:ea typeface="MS PGothic" panose="020B0600070205080204" pitchFamily="34" charset="-128"/>
                <a:cs typeface="Arial" panose="020B0604020202020204" pitchFamily="34" charset="0"/>
              </a:rPr>
              <a:t>実画像と合成画像の割合による影響</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07FDE6DC-1CB6-BA32-3F00-AA197850ED21}"/>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2" name="TextBox 10">
            <a:extLst>
              <a:ext uri="{FF2B5EF4-FFF2-40B4-BE49-F238E27FC236}">
                <a16:creationId xmlns:a16="http://schemas.microsoft.com/office/drawing/2014/main" id="{0B132C47-8B2E-BBE9-7351-BA1D07F212B2}"/>
              </a:ext>
            </a:extLst>
          </p:cNvPr>
          <p:cNvSpPr txBox="1">
            <a:spLocks/>
          </p:cNvSpPr>
          <p:nvPr/>
        </p:nvSpPr>
        <p:spPr>
          <a:xfrm>
            <a:off x="360000" y="1080000"/>
            <a:ext cx="11466240"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実画像と合成画像の割合による</a:t>
            </a:r>
            <a:r>
              <a:rPr lang="ja-JP" altLang="en-US" sz="2400" dirty="0">
                <a:latin typeface="ＭＳ Ｐゴシック" panose="020B0600070205080204" pitchFamily="50" charset="-128"/>
                <a:ea typeface="ＭＳ Ｐゴシック" panose="020B0600070205080204" pitchFamily="50" charset="-128"/>
              </a:rPr>
              <a:t>セグメンテーション性能（</a:t>
            </a:r>
            <a:r>
              <a:rPr lang="en-US" altLang="ja-JP" sz="2400" dirty="0">
                <a:latin typeface="ＭＳ Ｐゴシック" panose="020B0600070205080204" pitchFamily="50" charset="-128"/>
                <a:ea typeface="ＭＳ Ｐゴシック" panose="020B0600070205080204" pitchFamily="50" charset="-128"/>
              </a:rPr>
              <a:t>Dice</a:t>
            </a:r>
            <a:r>
              <a:rPr lang="ja-JP" altLang="en-US" sz="2400" dirty="0">
                <a:latin typeface="ＭＳ Ｐゴシック" panose="020B0600070205080204" pitchFamily="50" charset="-128"/>
                <a:ea typeface="ＭＳ Ｐゴシック" panose="020B0600070205080204" pitchFamily="50" charset="-128"/>
              </a:rPr>
              <a:t>スコア）の変化</a:t>
            </a:r>
            <a:endParaRPr lang="en-JP" sz="240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p:txBody>
      </p:sp>
      <p:pic>
        <p:nvPicPr>
          <p:cNvPr id="6" name="図 5">
            <a:extLst>
              <a:ext uri="{FF2B5EF4-FFF2-40B4-BE49-F238E27FC236}">
                <a16:creationId xmlns:a16="http://schemas.microsoft.com/office/drawing/2014/main" id="{5CFDD4EC-0F24-1D94-216D-DBED822A6939}"/>
              </a:ext>
            </a:extLst>
          </p:cNvPr>
          <p:cNvPicPr>
            <a:picLocks noChangeAspect="1"/>
          </p:cNvPicPr>
          <p:nvPr/>
        </p:nvPicPr>
        <p:blipFill>
          <a:blip r:embed="rId3"/>
          <a:stretch>
            <a:fillRect/>
          </a:stretch>
        </p:blipFill>
        <p:spPr>
          <a:xfrm>
            <a:off x="1484621" y="1791917"/>
            <a:ext cx="5837388" cy="4275121"/>
          </a:xfrm>
          <a:prstGeom prst="rect">
            <a:avLst/>
          </a:prstGeom>
        </p:spPr>
      </p:pic>
      <p:sp>
        <p:nvSpPr>
          <p:cNvPr id="10" name="テキスト ボックス 9">
            <a:extLst>
              <a:ext uri="{FF2B5EF4-FFF2-40B4-BE49-F238E27FC236}">
                <a16:creationId xmlns:a16="http://schemas.microsoft.com/office/drawing/2014/main" id="{75DB0429-F1BF-1BA7-100B-D9AD91E853E1}"/>
              </a:ext>
            </a:extLst>
          </p:cNvPr>
          <p:cNvSpPr txBox="1"/>
          <p:nvPr/>
        </p:nvSpPr>
        <p:spPr>
          <a:xfrm>
            <a:off x="807720" y="6212075"/>
            <a:ext cx="10393680" cy="400110"/>
          </a:xfrm>
          <a:prstGeom prst="rect">
            <a:avLst/>
          </a:prstGeom>
          <a:noFill/>
        </p:spPr>
        <p:txBody>
          <a:bodyPr wrap="square">
            <a:spAutoFit/>
          </a:bodyPr>
          <a:lstStyle/>
          <a:p>
            <a:r>
              <a:rPr lang="ja-JP" altLang="en-US" sz="2000" dirty="0">
                <a:latin typeface="ＭＳ Ｐゴシック" panose="020B0600070205080204" pitchFamily="50" charset="-128"/>
                <a:ea typeface="ＭＳ Ｐゴシック" panose="020B0600070205080204" pitchFamily="50" charset="-128"/>
              </a:rPr>
              <a:t>データ拡張の有無にかかわらず、合成画像に実画像を加えることで</a:t>
            </a:r>
            <a:r>
              <a:rPr lang="en-US" altLang="ja-JP" sz="2000" dirty="0">
                <a:latin typeface="ＭＳ Ｐゴシック" panose="020B0600070205080204" pitchFamily="50" charset="-128"/>
                <a:ea typeface="ＭＳ Ｐゴシック" panose="020B0600070205080204" pitchFamily="50" charset="-128"/>
              </a:rPr>
              <a:t>Dice</a:t>
            </a:r>
            <a:r>
              <a:rPr lang="ja-JP" altLang="en-US" sz="2000" dirty="0">
                <a:latin typeface="ＭＳ Ｐゴシック" panose="020B0600070205080204" pitchFamily="50" charset="-128"/>
                <a:ea typeface="ＭＳ Ｐゴシック" panose="020B0600070205080204" pitchFamily="50" charset="-128"/>
              </a:rPr>
              <a:t>スコアが大きく向上した</a:t>
            </a:r>
          </a:p>
        </p:txBody>
      </p:sp>
      <p:sp>
        <p:nvSpPr>
          <p:cNvPr id="3" name="テキスト ボックス 2">
            <a:extLst>
              <a:ext uri="{FF2B5EF4-FFF2-40B4-BE49-F238E27FC236}">
                <a16:creationId xmlns:a16="http://schemas.microsoft.com/office/drawing/2014/main" id="{CDD693B5-3620-327D-3BAA-C3B73BECC6F7}"/>
              </a:ext>
            </a:extLst>
          </p:cNvPr>
          <p:cNvSpPr txBox="1"/>
          <p:nvPr/>
        </p:nvSpPr>
        <p:spPr>
          <a:xfrm>
            <a:off x="7322009" y="5328374"/>
            <a:ext cx="4954296" cy="738664"/>
          </a:xfrm>
          <a:prstGeom prst="rect">
            <a:avLst/>
          </a:prstGeom>
          <a:noFill/>
        </p:spPr>
        <p:txBody>
          <a:bodyPr wrap="square">
            <a:spAutoFit/>
          </a:bodyPr>
          <a:lstStyle/>
          <a:p>
            <a:r>
              <a:rPr lang="ja-JP" altLang="en-US" sz="1400" dirty="0">
                <a:latin typeface="ＭＳ Ｐゴシック" panose="020B0600070205080204" pitchFamily="50" charset="-128"/>
                <a:ea typeface="ＭＳ Ｐゴシック" panose="020B0600070205080204" pitchFamily="50" charset="-128"/>
              </a:rPr>
              <a:t>使用モデル：</a:t>
            </a:r>
            <a:r>
              <a:rPr lang="en-US" altLang="ja-JP" sz="1400" dirty="0">
                <a:latin typeface="ＭＳ Ｐゴシック" panose="020B0600070205080204" pitchFamily="50" charset="-128"/>
                <a:ea typeface="ＭＳ Ｐゴシック" panose="020B0600070205080204" pitchFamily="50" charset="-128"/>
              </a:rPr>
              <a:t>U-net</a:t>
            </a:r>
          </a:p>
          <a:p>
            <a:r>
              <a:rPr lang="ja-JP" altLang="en-US" sz="1400" dirty="0">
                <a:latin typeface="ＭＳ Ｐゴシック" panose="020B0600070205080204" pitchFamily="50" charset="-128"/>
                <a:ea typeface="ＭＳ Ｐゴシック" panose="020B0600070205080204" pitchFamily="50" charset="-128"/>
              </a:rPr>
              <a:t>合成画像：</a:t>
            </a:r>
            <a:r>
              <a:rPr lang="en-US" altLang="ja-JP" sz="1400" dirty="0">
                <a:latin typeface="ＭＳ Ｐゴシック" panose="020B0600070205080204" pitchFamily="50" charset="-128"/>
                <a:ea typeface="ＭＳ Ｐゴシック" panose="020B0600070205080204" pitchFamily="50" charset="-128"/>
              </a:rPr>
              <a:t>StyleGAN 3</a:t>
            </a:r>
            <a:r>
              <a:rPr lang="ja-JP" altLang="en-US" sz="1400" dirty="0">
                <a:latin typeface="ＭＳ Ｐゴシック" panose="020B0600070205080204" pitchFamily="50" charset="-128"/>
                <a:ea typeface="ＭＳ Ｐゴシック" panose="020B0600070205080204" pitchFamily="50" charset="-128"/>
              </a:rPr>
              <a:t>で生成されたもの</a:t>
            </a:r>
            <a:endParaRPr lang="en-US" altLang="ja-JP" sz="1400" dirty="0">
              <a:latin typeface="ＭＳ Ｐゴシック" panose="020B0600070205080204" pitchFamily="50" charset="-128"/>
              <a:ea typeface="ＭＳ Ｐゴシック" panose="020B0600070205080204" pitchFamily="50" charset="-128"/>
            </a:endParaRPr>
          </a:p>
          <a:p>
            <a:r>
              <a:rPr lang="ja-JP" altLang="en-US" sz="1400" dirty="0">
                <a:latin typeface="ＭＳ Ｐゴシック" panose="020B0600070205080204" pitchFamily="50" charset="-128"/>
                <a:ea typeface="ＭＳ Ｐゴシック" panose="020B0600070205080204" pitchFamily="50" charset="-128"/>
              </a:rPr>
              <a:t>画像枚数：実画像と合成画像を合わせて常に</a:t>
            </a:r>
            <a:r>
              <a:rPr lang="en-US" altLang="ja-JP" sz="1400" dirty="0">
                <a:latin typeface="ＭＳ Ｐゴシック" panose="020B0600070205080204" pitchFamily="50" charset="-128"/>
                <a:ea typeface="ＭＳ Ｐゴシック" panose="020B0600070205080204" pitchFamily="50" charset="-128"/>
              </a:rPr>
              <a:t>10</a:t>
            </a:r>
            <a:r>
              <a:rPr lang="ja-JP" altLang="en-US" sz="1400" dirty="0">
                <a:latin typeface="ＭＳ Ｐゴシック" panose="020B0600070205080204" pitchFamily="50" charset="-128"/>
                <a:ea typeface="ＭＳ Ｐゴシック" panose="020B0600070205080204" pitchFamily="50" charset="-128"/>
              </a:rPr>
              <a:t>万枚の画像</a:t>
            </a:r>
          </a:p>
        </p:txBody>
      </p:sp>
    </p:spTree>
    <p:extLst>
      <p:ext uri="{BB962C8B-B14F-4D97-AF65-F5344CB8AC3E}">
        <p14:creationId xmlns:p14="http://schemas.microsoft.com/office/powerpoint/2010/main" val="10284195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EF33D-3AEB-8B6C-137B-99B98FBEB2EE}"/>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464BB69A-A194-EB7B-8FDC-2B5E2FBC3246}"/>
              </a:ext>
            </a:extLst>
          </p:cNvPr>
          <p:cNvSpPr txBox="1">
            <a:spLocks noGrp="1" noRot="1" noMove="1" noResize="1" noEditPoints="1" noAdjustHandles="1" noChangeArrowheads="1" noChangeShapeType="1"/>
          </p:cNvSpPr>
          <p:nvPr/>
        </p:nvSpPr>
        <p:spPr>
          <a:xfrm>
            <a:off x="360000" y="216000"/>
            <a:ext cx="1107996"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結言</a:t>
            </a:r>
            <a:endParaRPr kumimoji="1" lang="en-US" altLang="ja-JP" sz="36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BA9C1F6C-D7BF-08C2-B19C-CFAC525BA533}"/>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3" name="テキスト ボックス 2">
            <a:extLst>
              <a:ext uri="{FF2B5EF4-FFF2-40B4-BE49-F238E27FC236}">
                <a16:creationId xmlns:a16="http://schemas.microsoft.com/office/drawing/2014/main" id="{A2B2BD52-6BF8-D50A-FE8D-F96406BD6300}"/>
              </a:ext>
            </a:extLst>
          </p:cNvPr>
          <p:cNvSpPr txBox="1"/>
          <p:nvPr/>
        </p:nvSpPr>
        <p:spPr>
          <a:xfrm>
            <a:off x="477078" y="1763910"/>
            <a:ext cx="10867187" cy="954107"/>
          </a:xfrm>
          <a:prstGeom prst="rect">
            <a:avLst/>
          </a:prstGeom>
          <a:noFill/>
        </p:spPr>
        <p:txBody>
          <a:bodyPr wrap="square">
            <a:spAutoFit/>
          </a:bodyPr>
          <a:lstStyle/>
          <a:p>
            <a:pPr marL="285750" indent="-285750">
              <a:buFont typeface="Arial" panose="020B0604020202020204" pitchFamily="34" charset="0"/>
              <a:buChar char="•"/>
            </a:pPr>
            <a:r>
              <a:rPr lang="en-US" altLang="ja-JP" sz="2800" dirty="0">
                <a:latin typeface="ＭＳ Ｐゴシック" panose="020B0600070205080204" pitchFamily="50" charset="-128"/>
                <a:ea typeface="ＭＳ Ｐゴシック" panose="020B0600070205080204" pitchFamily="50" charset="-128"/>
              </a:rPr>
              <a:t>GAN</a:t>
            </a:r>
            <a:r>
              <a:rPr lang="ja-JP" altLang="en-US" sz="2800" dirty="0">
                <a:latin typeface="ＭＳ Ｐゴシック" panose="020B0600070205080204" pitchFamily="50" charset="-128"/>
                <a:ea typeface="ＭＳ Ｐゴシック" panose="020B0600070205080204" pitchFamily="50" charset="-128"/>
              </a:rPr>
              <a:t>および拡散モデルによって生成された合成</a:t>
            </a:r>
            <a:r>
              <a:rPr lang="en-US" altLang="ja-JP" sz="2800" dirty="0">
                <a:latin typeface="ＭＳ Ｐゴシック" panose="020B0600070205080204" pitchFamily="50" charset="-128"/>
                <a:ea typeface="ＭＳ Ｐゴシック" panose="020B0600070205080204" pitchFamily="50" charset="-128"/>
              </a:rPr>
              <a:t>MRI</a:t>
            </a:r>
            <a:r>
              <a:rPr lang="ja-JP" altLang="en-US" sz="2800" dirty="0">
                <a:latin typeface="ＭＳ Ｐゴシック" panose="020B0600070205080204" pitchFamily="50" charset="-128"/>
                <a:ea typeface="ＭＳ Ｐゴシック" panose="020B0600070205080204" pitchFamily="50" charset="-128"/>
              </a:rPr>
              <a:t>の画像品質</a:t>
            </a:r>
            <a:endParaRPr lang="en-US" altLang="ja-JP" sz="2800" dirty="0">
              <a:latin typeface="ＭＳ Ｐゴシック" panose="020B0600070205080204" pitchFamily="50" charset="-128"/>
              <a:ea typeface="ＭＳ Ｐゴシック" panose="020B0600070205080204" pitchFamily="50" charset="-128"/>
            </a:endParaRPr>
          </a:p>
          <a:p>
            <a:r>
              <a:rPr lang="ja-JP" altLang="en-US" sz="2800" dirty="0">
                <a:latin typeface="ＭＳ Ｐゴシック" panose="020B0600070205080204" pitchFamily="50" charset="-128"/>
                <a:ea typeface="ＭＳ Ｐゴシック" panose="020B0600070205080204" pitchFamily="50" charset="-128"/>
              </a:rPr>
              <a:t>　は定量的に良い評価であったが専門医に見抜かれる画像もあった</a:t>
            </a:r>
            <a:endParaRPr lang="ja-JP" altLang="en-US" sz="2800" dirty="0"/>
          </a:p>
        </p:txBody>
      </p:sp>
      <p:sp>
        <p:nvSpPr>
          <p:cNvPr id="7" name="テキスト ボックス 6">
            <a:extLst>
              <a:ext uri="{FF2B5EF4-FFF2-40B4-BE49-F238E27FC236}">
                <a16:creationId xmlns:a16="http://schemas.microsoft.com/office/drawing/2014/main" id="{2A4E0221-C710-F8E5-7A8E-FB2228D065E1}"/>
              </a:ext>
            </a:extLst>
          </p:cNvPr>
          <p:cNvSpPr txBox="1"/>
          <p:nvPr/>
        </p:nvSpPr>
        <p:spPr>
          <a:xfrm>
            <a:off x="549763" y="3429000"/>
            <a:ext cx="11092474" cy="954107"/>
          </a:xfrm>
          <a:prstGeom prst="rect">
            <a:avLst/>
          </a:prstGeom>
          <a:noFill/>
        </p:spPr>
        <p:txBody>
          <a:bodyPr wrap="square">
            <a:spAutoFit/>
          </a:bodyPr>
          <a:lstStyle/>
          <a:p>
            <a:pPr marL="285750" indent="-285750">
              <a:buFont typeface="Arial" panose="020B0604020202020204" pitchFamily="34" charset="0"/>
              <a:buChar char="•"/>
            </a:pPr>
            <a:r>
              <a:rPr lang="ja-JP" altLang="en-US" sz="2800" dirty="0">
                <a:latin typeface="ＭＳ Ｐゴシック" panose="020B0600070205080204" pitchFamily="50" charset="-128"/>
                <a:ea typeface="ＭＳ Ｐゴシック" panose="020B0600070205080204" pitchFamily="50" charset="-128"/>
              </a:rPr>
              <a:t>セグメンテーション精度においては、拡散モデルおよび一部の</a:t>
            </a:r>
            <a:r>
              <a:rPr lang="en-US" altLang="ja-JP" sz="2800" dirty="0">
                <a:latin typeface="ＭＳ Ｐゴシック" panose="020B0600070205080204" pitchFamily="50" charset="-128"/>
                <a:ea typeface="ＭＳ Ｐゴシック" panose="020B0600070205080204" pitchFamily="50" charset="-128"/>
              </a:rPr>
              <a:t>StyleGAN</a:t>
            </a:r>
            <a:r>
              <a:rPr lang="ja-JP" altLang="en-US" sz="2800" dirty="0">
                <a:latin typeface="ＭＳ Ｐゴシック" panose="020B0600070205080204" pitchFamily="50" charset="-128"/>
                <a:ea typeface="ＭＳ Ｐゴシック" panose="020B0600070205080204" pitchFamily="50" charset="-128"/>
              </a:rPr>
              <a:t>は実画像に匹敵する性能を示した</a:t>
            </a:r>
          </a:p>
        </p:txBody>
      </p:sp>
      <p:sp>
        <p:nvSpPr>
          <p:cNvPr id="9" name="テキスト ボックス 8">
            <a:extLst>
              <a:ext uri="{FF2B5EF4-FFF2-40B4-BE49-F238E27FC236}">
                <a16:creationId xmlns:a16="http://schemas.microsoft.com/office/drawing/2014/main" id="{FDCACA99-D2E7-A109-7896-CFB87DCF4402}"/>
              </a:ext>
            </a:extLst>
          </p:cNvPr>
          <p:cNvSpPr txBox="1"/>
          <p:nvPr/>
        </p:nvSpPr>
        <p:spPr>
          <a:xfrm>
            <a:off x="609599" y="4908131"/>
            <a:ext cx="10018643" cy="954107"/>
          </a:xfrm>
          <a:prstGeom prst="rect">
            <a:avLst/>
          </a:prstGeom>
          <a:noFill/>
        </p:spPr>
        <p:txBody>
          <a:bodyPr wrap="square">
            <a:spAutoFit/>
          </a:bodyPr>
          <a:lstStyle/>
          <a:p>
            <a:pPr marL="285750" indent="-285750">
              <a:buFont typeface="Arial" panose="020B0604020202020204" pitchFamily="34" charset="0"/>
              <a:buChar char="•"/>
            </a:pPr>
            <a:r>
              <a:rPr lang="ja-JP" altLang="en-US" sz="2800" dirty="0">
                <a:latin typeface="ＭＳ Ｐゴシック" panose="020B0600070205080204" pitchFamily="50" charset="-128"/>
                <a:ea typeface="ＭＳ Ｐゴシック" panose="020B0600070205080204" pitchFamily="50" charset="-128"/>
              </a:rPr>
              <a:t>合成画像に少量の実画像を加えることで性能は大きく改善され、実用性が高まることが示された</a:t>
            </a:r>
          </a:p>
        </p:txBody>
      </p:sp>
    </p:spTree>
    <p:extLst>
      <p:ext uri="{BB962C8B-B14F-4D97-AF65-F5344CB8AC3E}">
        <p14:creationId xmlns:p14="http://schemas.microsoft.com/office/powerpoint/2010/main" val="17013801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98C5C-C46B-FC01-2C85-0EF413F5FAC8}"/>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D8E8F053-29E1-8F23-01FE-DA8862BEAA92}"/>
              </a:ext>
            </a:extLst>
          </p:cNvPr>
          <p:cNvSpPr txBox="1">
            <a:spLocks noGrp="1" noRot="1" noMove="1" noResize="1" noEditPoints="1" noAdjustHandles="1" noChangeArrowheads="1" noChangeShapeType="1"/>
          </p:cNvSpPr>
          <p:nvPr/>
        </p:nvSpPr>
        <p:spPr>
          <a:xfrm>
            <a:off x="360000" y="216000"/>
            <a:ext cx="4921540"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補足　</a:t>
            </a:r>
            <a:r>
              <a:rPr lang="en-US" altLang="ja-JP" sz="2400" dirty="0" err="1">
                <a:solidFill>
                  <a:schemeClr val="tx1">
                    <a:lumMod val="75000"/>
                    <a:lumOff val="25000"/>
                  </a:schemeClr>
                </a:solidFill>
                <a:latin typeface="MS PGothic" panose="020B0600070205080204" pitchFamily="34" charset="-128"/>
                <a:ea typeface="MS PGothic" panose="020B0600070205080204" pitchFamily="34" charset="-128"/>
              </a:rPr>
              <a:t>BraTS</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データセットについて</a:t>
            </a:r>
            <a:endParaRPr kumimoji="1"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BACCAD55-07D5-64AB-0A3F-2C8576A81A48}"/>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grpSp>
        <p:nvGrpSpPr>
          <p:cNvPr id="2" name="グループ化 1">
            <a:extLst>
              <a:ext uri="{FF2B5EF4-FFF2-40B4-BE49-F238E27FC236}">
                <a16:creationId xmlns:a16="http://schemas.microsoft.com/office/drawing/2014/main" id="{5549655B-FA79-2049-525B-92AD9D01D411}"/>
              </a:ext>
            </a:extLst>
          </p:cNvPr>
          <p:cNvGrpSpPr/>
          <p:nvPr/>
        </p:nvGrpSpPr>
        <p:grpSpPr>
          <a:xfrm>
            <a:off x="5999236" y="4628299"/>
            <a:ext cx="5880583" cy="1995586"/>
            <a:chOff x="6016517" y="1853592"/>
            <a:chExt cx="5863483" cy="1950083"/>
          </a:xfrm>
        </p:grpSpPr>
        <p:grpSp>
          <p:nvGrpSpPr>
            <p:cNvPr id="6" name="グループ化 5">
              <a:extLst>
                <a:ext uri="{FF2B5EF4-FFF2-40B4-BE49-F238E27FC236}">
                  <a16:creationId xmlns:a16="http://schemas.microsoft.com/office/drawing/2014/main" id="{F3061CB9-4888-E73A-FB4D-F189961D7718}"/>
                </a:ext>
              </a:extLst>
            </p:cNvPr>
            <p:cNvGrpSpPr/>
            <p:nvPr/>
          </p:nvGrpSpPr>
          <p:grpSpPr>
            <a:xfrm>
              <a:off x="6016517" y="2262929"/>
              <a:ext cx="5863483" cy="1540746"/>
              <a:chOff x="5688532" y="2500473"/>
              <a:chExt cx="5863483" cy="1540746"/>
            </a:xfrm>
          </p:grpSpPr>
          <p:sp>
            <p:nvSpPr>
              <p:cNvPr id="8" name="正方形/長方形 7">
                <a:extLst>
                  <a:ext uri="{FF2B5EF4-FFF2-40B4-BE49-F238E27FC236}">
                    <a16:creationId xmlns:a16="http://schemas.microsoft.com/office/drawing/2014/main" id="{703E9364-C995-83EB-AE5C-109555C00CE5}"/>
                  </a:ext>
                </a:extLst>
              </p:cNvPr>
              <p:cNvSpPr/>
              <p:nvPr/>
            </p:nvSpPr>
            <p:spPr>
              <a:xfrm>
                <a:off x="5688532" y="2500473"/>
                <a:ext cx="5779568" cy="1540745"/>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9" name="グループ化 8">
                <a:extLst>
                  <a:ext uri="{FF2B5EF4-FFF2-40B4-BE49-F238E27FC236}">
                    <a16:creationId xmlns:a16="http://schemas.microsoft.com/office/drawing/2014/main" id="{F98966B9-01D1-3134-AD6A-C404C46CD391}"/>
                  </a:ext>
                </a:extLst>
              </p:cNvPr>
              <p:cNvGrpSpPr/>
              <p:nvPr/>
            </p:nvGrpSpPr>
            <p:grpSpPr>
              <a:xfrm>
                <a:off x="5757008" y="2920705"/>
                <a:ext cx="5629895" cy="1120514"/>
                <a:chOff x="5757008" y="2920705"/>
                <a:chExt cx="5629895" cy="1120514"/>
              </a:xfrm>
            </p:grpSpPr>
            <p:pic>
              <p:nvPicPr>
                <p:cNvPr id="15" name="図 14">
                  <a:extLst>
                    <a:ext uri="{FF2B5EF4-FFF2-40B4-BE49-F238E27FC236}">
                      <a16:creationId xmlns:a16="http://schemas.microsoft.com/office/drawing/2014/main" id="{00E508FE-6CC1-B5BA-C3D7-ACD919DD1078}"/>
                    </a:ext>
                  </a:extLst>
                </p:cNvPr>
                <p:cNvPicPr>
                  <a:picLocks noChangeAspect="1"/>
                </p:cNvPicPr>
                <p:nvPr/>
              </p:nvPicPr>
              <p:blipFill>
                <a:blip r:embed="rId3"/>
                <a:srcRect l="5870" t="18829" r="78349" b="-2954"/>
                <a:stretch/>
              </p:blipFill>
              <p:spPr>
                <a:xfrm>
                  <a:off x="5757008" y="2949816"/>
                  <a:ext cx="1080000" cy="1091403"/>
                </a:xfrm>
                <a:prstGeom prst="rect">
                  <a:avLst/>
                </a:prstGeom>
              </p:spPr>
            </p:pic>
            <p:pic>
              <p:nvPicPr>
                <p:cNvPr id="16" name="図 15">
                  <a:extLst>
                    <a:ext uri="{FF2B5EF4-FFF2-40B4-BE49-F238E27FC236}">
                      <a16:creationId xmlns:a16="http://schemas.microsoft.com/office/drawing/2014/main" id="{4EE48102-072B-2A7F-28A8-4B15393B3729}"/>
                    </a:ext>
                  </a:extLst>
                </p:cNvPr>
                <p:cNvPicPr>
                  <a:picLocks noChangeAspect="1"/>
                </p:cNvPicPr>
                <p:nvPr/>
              </p:nvPicPr>
              <p:blipFill>
                <a:blip r:embed="rId3"/>
                <a:srcRect l="24285" t="18014" r="60937"/>
                <a:stretch/>
              </p:blipFill>
              <p:spPr>
                <a:xfrm>
                  <a:off x="6987368" y="2945487"/>
                  <a:ext cx="999777" cy="1051389"/>
                </a:xfrm>
                <a:prstGeom prst="rect">
                  <a:avLst/>
                </a:prstGeom>
              </p:spPr>
            </p:pic>
            <p:pic>
              <p:nvPicPr>
                <p:cNvPr id="17" name="図 16">
                  <a:extLst>
                    <a:ext uri="{FF2B5EF4-FFF2-40B4-BE49-F238E27FC236}">
                      <a16:creationId xmlns:a16="http://schemas.microsoft.com/office/drawing/2014/main" id="{C513D303-9F93-DDB4-63C6-9F4E646FA5C6}"/>
                    </a:ext>
                  </a:extLst>
                </p:cNvPr>
                <p:cNvPicPr>
                  <a:picLocks noChangeAspect="1"/>
                </p:cNvPicPr>
                <p:nvPr/>
              </p:nvPicPr>
              <p:blipFill>
                <a:blip r:embed="rId3"/>
                <a:srcRect l="43530" t="15875" r="41942"/>
                <a:stretch/>
              </p:blipFill>
              <p:spPr>
                <a:xfrm>
                  <a:off x="8144200" y="2945487"/>
                  <a:ext cx="957833" cy="1051389"/>
                </a:xfrm>
                <a:prstGeom prst="rect">
                  <a:avLst/>
                </a:prstGeom>
              </p:spPr>
            </p:pic>
            <p:pic>
              <p:nvPicPr>
                <p:cNvPr id="18" name="図 17">
                  <a:extLst>
                    <a:ext uri="{FF2B5EF4-FFF2-40B4-BE49-F238E27FC236}">
                      <a16:creationId xmlns:a16="http://schemas.microsoft.com/office/drawing/2014/main" id="{022E98AD-4D11-DF7F-4776-0AE45075F01B}"/>
                    </a:ext>
                  </a:extLst>
                </p:cNvPr>
                <p:cNvPicPr>
                  <a:picLocks noChangeAspect="1"/>
                </p:cNvPicPr>
                <p:nvPr/>
              </p:nvPicPr>
              <p:blipFill>
                <a:blip r:embed="rId3"/>
                <a:srcRect l="62839" t="15875" r="23384"/>
                <a:stretch/>
              </p:blipFill>
              <p:spPr>
                <a:xfrm>
                  <a:off x="9293106" y="2930409"/>
                  <a:ext cx="908291" cy="1051389"/>
                </a:xfrm>
                <a:prstGeom prst="rect">
                  <a:avLst/>
                </a:prstGeom>
              </p:spPr>
            </p:pic>
            <p:pic>
              <p:nvPicPr>
                <p:cNvPr id="19" name="図 18">
                  <a:extLst>
                    <a:ext uri="{FF2B5EF4-FFF2-40B4-BE49-F238E27FC236}">
                      <a16:creationId xmlns:a16="http://schemas.microsoft.com/office/drawing/2014/main" id="{0CACC60A-A268-9B4F-5D0D-A946519A0F2E}"/>
                    </a:ext>
                  </a:extLst>
                </p:cNvPr>
                <p:cNvPicPr>
                  <a:picLocks noChangeAspect="1"/>
                </p:cNvPicPr>
                <p:nvPr/>
              </p:nvPicPr>
              <p:blipFill>
                <a:blip r:embed="rId3"/>
                <a:srcRect l="80649" t="15875" r="4573"/>
                <a:stretch/>
              </p:blipFill>
              <p:spPr>
                <a:xfrm>
                  <a:off x="10412554" y="2920705"/>
                  <a:ext cx="974349" cy="1051389"/>
                </a:xfrm>
                <a:prstGeom prst="rect">
                  <a:avLst/>
                </a:prstGeom>
              </p:spPr>
            </p:pic>
          </p:grpSp>
          <p:sp>
            <p:nvSpPr>
              <p:cNvPr id="10" name="テキスト ボックス 9">
                <a:extLst>
                  <a:ext uri="{FF2B5EF4-FFF2-40B4-BE49-F238E27FC236}">
                    <a16:creationId xmlns:a16="http://schemas.microsoft.com/office/drawing/2014/main" id="{9761120B-78F9-35D2-709F-9A02AF24884E}"/>
                  </a:ext>
                </a:extLst>
              </p:cNvPr>
              <p:cNvSpPr txBox="1"/>
              <p:nvPr/>
            </p:nvSpPr>
            <p:spPr>
              <a:xfrm>
                <a:off x="5835691" y="2555868"/>
                <a:ext cx="863209" cy="338554"/>
              </a:xfrm>
              <a:prstGeom prst="rect">
                <a:avLst/>
              </a:prstGeom>
              <a:noFill/>
            </p:spPr>
            <p:txBody>
              <a:bodyPr wrap="square">
                <a:spAutoFit/>
              </a:bodyPr>
              <a:lstStyle/>
              <a:p>
                <a:pPr algn="ctr"/>
                <a:r>
                  <a:rPr lang="en-US" altLang="ja-JP" sz="1600" dirty="0">
                    <a:latin typeface="ＭＳ Ｐゴシック" panose="020B0600070205080204" pitchFamily="50" charset="-128"/>
                    <a:ea typeface="ＭＳ Ｐゴシック" panose="020B0600070205080204" pitchFamily="50" charset="-128"/>
                  </a:rPr>
                  <a:t>T1</a:t>
                </a:r>
                <a:endParaRPr lang="ja-JP" altLang="en-US" sz="1600" dirty="0"/>
              </a:p>
            </p:txBody>
          </p:sp>
          <p:sp>
            <p:nvSpPr>
              <p:cNvPr id="11" name="テキスト ボックス 10">
                <a:extLst>
                  <a:ext uri="{FF2B5EF4-FFF2-40B4-BE49-F238E27FC236}">
                    <a16:creationId xmlns:a16="http://schemas.microsoft.com/office/drawing/2014/main" id="{51D6F528-8560-1751-1EB4-D7A9B95E5B38}"/>
                  </a:ext>
                </a:extLst>
              </p:cNvPr>
              <p:cNvSpPr txBox="1"/>
              <p:nvPr/>
            </p:nvSpPr>
            <p:spPr>
              <a:xfrm>
                <a:off x="7028442" y="2555868"/>
                <a:ext cx="863209" cy="338554"/>
              </a:xfrm>
              <a:prstGeom prst="rect">
                <a:avLst/>
              </a:prstGeom>
              <a:noFill/>
            </p:spPr>
            <p:txBody>
              <a:bodyPr wrap="square">
                <a:spAutoFit/>
              </a:bodyPr>
              <a:lstStyle/>
              <a:p>
                <a:pPr algn="ctr"/>
                <a:r>
                  <a:rPr lang="en-US" altLang="ja-JP" sz="1600" dirty="0">
                    <a:latin typeface="ＭＳ Ｐゴシック" panose="020B0600070205080204" pitchFamily="50" charset="-128"/>
                    <a:ea typeface="ＭＳ Ｐゴシック" panose="020B0600070205080204" pitchFamily="50" charset="-128"/>
                  </a:rPr>
                  <a:t>T1-Gd</a:t>
                </a:r>
                <a:endParaRPr lang="ja-JP" altLang="en-US" sz="1600" dirty="0"/>
              </a:p>
            </p:txBody>
          </p:sp>
          <p:sp>
            <p:nvSpPr>
              <p:cNvPr id="12" name="テキスト ボックス 11">
                <a:extLst>
                  <a:ext uri="{FF2B5EF4-FFF2-40B4-BE49-F238E27FC236}">
                    <a16:creationId xmlns:a16="http://schemas.microsoft.com/office/drawing/2014/main" id="{46147CC5-E43D-ACE5-5247-E0364FF38509}"/>
                  </a:ext>
                </a:extLst>
              </p:cNvPr>
              <p:cNvSpPr txBox="1"/>
              <p:nvPr/>
            </p:nvSpPr>
            <p:spPr>
              <a:xfrm>
                <a:off x="8191481" y="2555868"/>
                <a:ext cx="863209" cy="338554"/>
              </a:xfrm>
              <a:prstGeom prst="rect">
                <a:avLst/>
              </a:prstGeom>
              <a:noFill/>
            </p:spPr>
            <p:txBody>
              <a:bodyPr wrap="square">
                <a:spAutoFit/>
              </a:bodyPr>
              <a:lstStyle/>
              <a:p>
                <a:pPr algn="ctr"/>
                <a:r>
                  <a:rPr lang="en-US" altLang="ja-JP" sz="1600" dirty="0">
                    <a:latin typeface="ＭＳ Ｐゴシック" panose="020B0600070205080204" pitchFamily="50" charset="-128"/>
                    <a:ea typeface="ＭＳ Ｐゴシック" panose="020B0600070205080204" pitchFamily="50" charset="-128"/>
                  </a:rPr>
                  <a:t>T2</a:t>
                </a:r>
                <a:endParaRPr lang="ja-JP" altLang="en-US" sz="1600" dirty="0"/>
              </a:p>
            </p:txBody>
          </p:sp>
          <p:sp>
            <p:nvSpPr>
              <p:cNvPr id="13" name="テキスト ボックス 12">
                <a:extLst>
                  <a:ext uri="{FF2B5EF4-FFF2-40B4-BE49-F238E27FC236}">
                    <a16:creationId xmlns:a16="http://schemas.microsoft.com/office/drawing/2014/main" id="{717ACD89-EA8E-E8FE-7246-5FEEA686BA43}"/>
                  </a:ext>
                </a:extLst>
              </p:cNvPr>
              <p:cNvSpPr txBox="1"/>
              <p:nvPr/>
            </p:nvSpPr>
            <p:spPr>
              <a:xfrm>
                <a:off x="9162209" y="2579572"/>
                <a:ext cx="1170088" cy="330834"/>
              </a:xfrm>
              <a:prstGeom prst="rect">
                <a:avLst/>
              </a:prstGeom>
              <a:noFill/>
            </p:spPr>
            <p:txBody>
              <a:bodyPr wrap="square">
                <a:spAutoFit/>
              </a:bodyPr>
              <a:lstStyle/>
              <a:p>
                <a:pPr algn="ctr"/>
                <a:r>
                  <a:rPr lang="en-US" altLang="ja-JP" sz="1600" dirty="0">
                    <a:latin typeface="ＭＳ Ｐゴシック" panose="020B0600070205080204" pitchFamily="50" charset="-128"/>
                    <a:ea typeface="ＭＳ Ｐゴシック" panose="020B0600070205080204" pitchFamily="50" charset="-128"/>
                  </a:rPr>
                  <a:t>T2-FLAIR</a:t>
                </a:r>
                <a:endParaRPr lang="ja-JP" altLang="en-US" sz="1600" dirty="0"/>
              </a:p>
            </p:txBody>
          </p:sp>
          <p:sp>
            <p:nvSpPr>
              <p:cNvPr id="14" name="テキスト ボックス 13">
                <a:extLst>
                  <a:ext uri="{FF2B5EF4-FFF2-40B4-BE49-F238E27FC236}">
                    <a16:creationId xmlns:a16="http://schemas.microsoft.com/office/drawing/2014/main" id="{4868C19F-BC7C-A508-A062-34CFB5DFC831}"/>
                  </a:ext>
                </a:extLst>
              </p:cNvPr>
              <p:cNvSpPr txBox="1"/>
              <p:nvPr/>
            </p:nvSpPr>
            <p:spPr>
              <a:xfrm>
                <a:off x="10247441" y="2575973"/>
                <a:ext cx="1304574" cy="338554"/>
              </a:xfrm>
              <a:prstGeom prst="rect">
                <a:avLst/>
              </a:prstGeom>
              <a:noFill/>
            </p:spPr>
            <p:txBody>
              <a:bodyPr wrap="square">
                <a:spAutoFit/>
              </a:bodyPr>
              <a:lstStyle/>
              <a:p>
                <a:pPr algn="ctr"/>
                <a:r>
                  <a:rPr lang="en-US" altLang="ja-JP" sz="1600" dirty="0">
                    <a:latin typeface="ＭＳ Ｐゴシック" panose="020B0600070205080204" pitchFamily="50" charset="-128"/>
                    <a:ea typeface="ＭＳ Ｐゴシック" panose="020B0600070205080204" pitchFamily="50" charset="-128"/>
                  </a:rPr>
                  <a:t>SED Mask</a:t>
                </a:r>
                <a:endParaRPr lang="ja-JP" altLang="en-US" sz="1600" dirty="0"/>
              </a:p>
            </p:txBody>
          </p:sp>
        </p:grpSp>
        <p:sp>
          <p:nvSpPr>
            <p:cNvPr id="7" name="テキスト ボックス 6">
              <a:extLst>
                <a:ext uri="{FF2B5EF4-FFF2-40B4-BE49-F238E27FC236}">
                  <a16:creationId xmlns:a16="http://schemas.microsoft.com/office/drawing/2014/main" id="{7861F9E7-F610-1E85-3A03-C446E84A307A}"/>
                </a:ext>
              </a:extLst>
            </p:cNvPr>
            <p:cNvSpPr txBox="1"/>
            <p:nvPr/>
          </p:nvSpPr>
          <p:spPr>
            <a:xfrm>
              <a:off x="6016517" y="1853592"/>
              <a:ext cx="2502949" cy="369332"/>
            </a:xfrm>
            <a:prstGeom prst="rect">
              <a:avLst/>
            </a:prstGeom>
            <a:noFill/>
          </p:spPr>
          <p:txBody>
            <a:bodyPr wrap="square">
              <a:spAutoFit/>
            </a:bodyPr>
            <a:lstStyle/>
            <a:p>
              <a:r>
                <a:rPr kumimoji="1" lang="en-US" altLang="ja-JP" sz="1800" dirty="0" err="1">
                  <a:latin typeface="ＭＳ Ｐゴシック" panose="020B0600070205080204" pitchFamily="50" charset="-128"/>
                  <a:ea typeface="ＭＳ Ｐゴシック" panose="020B0600070205080204" pitchFamily="50" charset="-128"/>
                </a:rPr>
                <a:t>BraTS</a:t>
              </a:r>
              <a:r>
                <a:rPr kumimoji="1" lang="en-US" altLang="ja-JP" sz="1800" dirty="0">
                  <a:latin typeface="ＭＳ Ｐゴシック" panose="020B0600070205080204" pitchFamily="50" charset="-128"/>
                  <a:ea typeface="ＭＳ Ｐゴシック" panose="020B0600070205080204" pitchFamily="50" charset="-128"/>
                </a:rPr>
                <a:t> 2021</a:t>
              </a:r>
              <a:r>
                <a:rPr lang="ja-JP" altLang="en-US" dirty="0">
                  <a:latin typeface="ＭＳ Ｐゴシック" panose="020B0600070205080204" pitchFamily="50" charset="-128"/>
                  <a:ea typeface="ＭＳ Ｐゴシック" panose="020B0600070205080204" pitchFamily="50" charset="-128"/>
                </a:rPr>
                <a:t>に症例の例</a:t>
              </a:r>
              <a:endParaRPr lang="ja-JP" altLang="en-US" dirty="0"/>
            </a:p>
          </p:txBody>
        </p:sp>
      </p:grpSp>
      <p:sp>
        <p:nvSpPr>
          <p:cNvPr id="22" name="TextBox 10">
            <a:extLst>
              <a:ext uri="{FF2B5EF4-FFF2-40B4-BE49-F238E27FC236}">
                <a16:creationId xmlns:a16="http://schemas.microsoft.com/office/drawing/2014/main" id="{E2B597FC-6D6E-C6F1-4B80-C86A0F07F112}"/>
              </a:ext>
            </a:extLst>
          </p:cNvPr>
          <p:cNvSpPr txBox="1"/>
          <p:nvPr/>
        </p:nvSpPr>
        <p:spPr>
          <a:xfrm>
            <a:off x="360000" y="1100548"/>
            <a:ext cx="6517050" cy="830997"/>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ja-JP" altLang="en-US" sz="2400" dirty="0">
                <a:latin typeface="ＭＳ Ｐゴシック" panose="020B0600070205080204" pitchFamily="50" charset="-128"/>
                <a:ea typeface="ＭＳ Ｐゴシック" panose="020B0600070205080204" pitchFamily="50" charset="-128"/>
              </a:rPr>
              <a:t>脳腫瘍患者の多時相</a:t>
            </a:r>
            <a:r>
              <a:rPr lang="en-US" altLang="ja-JP" sz="2400" dirty="0">
                <a:latin typeface="ＭＳ Ｐゴシック" panose="020B0600070205080204" pitchFamily="50" charset="-128"/>
                <a:ea typeface="ＭＳ Ｐゴシック" panose="020B0600070205080204" pitchFamily="50" charset="-128"/>
              </a:rPr>
              <a:t>MRI</a:t>
            </a:r>
            <a:r>
              <a:rPr lang="ja-JP" altLang="en-US" sz="2400" dirty="0">
                <a:latin typeface="ＭＳ Ｐゴシック" panose="020B0600070205080204" pitchFamily="50" charset="-128"/>
                <a:ea typeface="ＭＳ Ｐゴシック" panose="020B0600070205080204" pitchFamily="50" charset="-128"/>
              </a:rPr>
              <a:t>とマスク画像</a:t>
            </a:r>
            <a:endParaRPr lang="ja-JP" altLang="en-US" sz="2400" dirty="0"/>
          </a:p>
          <a:p>
            <a:pPr marL="285757" indent="-285757">
              <a:buFont typeface="Wingdings" pitchFamily="2" charset="2"/>
              <a:buChar char="q"/>
            </a:pPr>
            <a:endParaRPr lang="en-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sp>
        <p:nvSpPr>
          <p:cNvPr id="23" name="テキスト ボックス 22">
            <a:extLst>
              <a:ext uri="{FF2B5EF4-FFF2-40B4-BE49-F238E27FC236}">
                <a16:creationId xmlns:a16="http://schemas.microsoft.com/office/drawing/2014/main" id="{7300606A-103F-9DC1-5C01-7BCC239F9DA4}"/>
              </a:ext>
            </a:extLst>
          </p:cNvPr>
          <p:cNvSpPr txBox="1"/>
          <p:nvPr/>
        </p:nvSpPr>
        <p:spPr>
          <a:xfrm>
            <a:off x="571418" y="1626735"/>
            <a:ext cx="9498375" cy="1631216"/>
          </a:xfrm>
          <a:prstGeom prst="rect">
            <a:avLst/>
          </a:prstGeom>
          <a:noFill/>
        </p:spPr>
        <p:txBody>
          <a:bodyPr wrap="square" rtlCol="0">
            <a:spAutoFit/>
          </a:bodyPr>
          <a:lstStyle/>
          <a:p>
            <a:pPr marL="342900" indent="-342900">
              <a:buFont typeface="Arial" panose="020B0604020202020204" pitchFamily="34" charset="0"/>
              <a:buChar char="•"/>
            </a:pPr>
            <a:r>
              <a:rPr kumimoji="1" lang="ja-JP" altLang="en-US" sz="2000" dirty="0">
                <a:latin typeface="ＭＳ Ｐゴシック" panose="020B0600070205080204" pitchFamily="50" charset="-128"/>
                <a:ea typeface="ＭＳ Ｐゴシック" panose="020B0600070205080204" pitchFamily="50" charset="-128"/>
              </a:rPr>
              <a:t>脳腫瘍診断では、複数の撮像条件（時相）で得られた</a:t>
            </a:r>
            <a:r>
              <a:rPr kumimoji="1" lang="en-US" altLang="ja-JP" sz="2000" dirty="0">
                <a:latin typeface="ＭＳ Ｐゴシック" panose="020B0600070205080204" pitchFamily="50" charset="-128"/>
                <a:ea typeface="ＭＳ Ｐゴシック" panose="020B0600070205080204" pitchFamily="50" charset="-128"/>
              </a:rPr>
              <a:t>MRI</a:t>
            </a:r>
            <a:r>
              <a:rPr kumimoji="1" lang="ja-JP" altLang="en-US" sz="2000" dirty="0">
                <a:latin typeface="ＭＳ Ｐゴシック" panose="020B0600070205080204" pitchFamily="50" charset="-128"/>
                <a:ea typeface="ＭＳ Ｐゴシック" panose="020B0600070205080204" pitchFamily="50" charset="-128"/>
              </a:rPr>
              <a:t>が用いられる</a:t>
            </a:r>
            <a:endParaRPr kumimoji="1" lang="en-US" altLang="ja-JP" sz="2000" dirty="0">
              <a:latin typeface="ＭＳ Ｐゴシック" panose="020B0600070205080204" pitchFamily="50" charset="-128"/>
              <a:ea typeface="ＭＳ Ｐゴシック" panose="020B0600070205080204" pitchFamily="50" charset="-128"/>
            </a:endParaRPr>
          </a:p>
          <a:p>
            <a:pPr marL="342900" indent="-342900">
              <a:buFont typeface="Arial" panose="020B0604020202020204" pitchFamily="34" charset="0"/>
              <a:buChar char="•"/>
            </a:pPr>
            <a:endParaRPr lang="en-US" altLang="ja-JP" sz="2000" dirty="0">
              <a:latin typeface="ＭＳ Ｐゴシック" panose="020B0600070205080204" pitchFamily="50" charset="-128"/>
              <a:ea typeface="ＭＳ Ｐゴシック" panose="020B0600070205080204" pitchFamily="50" charset="-128"/>
            </a:endParaRPr>
          </a:p>
          <a:p>
            <a:pPr marL="342900" indent="-342900">
              <a:buFont typeface="Arial" panose="020B0604020202020204" pitchFamily="34" charset="0"/>
              <a:buChar char="•"/>
            </a:pPr>
            <a:r>
              <a:rPr kumimoji="1" lang="ja-JP" altLang="en-US" sz="2000" dirty="0">
                <a:latin typeface="ＭＳ Ｐゴシック" panose="020B0600070205080204" pitchFamily="50" charset="-128"/>
                <a:ea typeface="ＭＳ Ｐゴシック" panose="020B0600070205080204" pitchFamily="50" charset="-128"/>
              </a:rPr>
              <a:t>マスク画像：壊死、浮腫、造影された腫瘍をアノテーションした画像</a:t>
            </a:r>
            <a:endParaRPr kumimoji="1" lang="en-US" altLang="ja-JP" sz="2000" dirty="0">
              <a:latin typeface="ＭＳ Ｐゴシック" panose="020B0600070205080204" pitchFamily="50" charset="-128"/>
              <a:ea typeface="ＭＳ Ｐゴシック" panose="020B0600070205080204" pitchFamily="50" charset="-128"/>
            </a:endParaRPr>
          </a:p>
          <a:p>
            <a:pPr marL="342900" indent="-342900">
              <a:buFont typeface="Arial" panose="020B0604020202020204" pitchFamily="34" charset="0"/>
              <a:buChar char="•"/>
            </a:pPr>
            <a:endParaRPr kumimoji="1" lang="en-US" altLang="ja-JP" sz="2000"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　</a:t>
            </a:r>
            <a:r>
              <a:rPr lang="en-US" altLang="ja-JP" sz="2000" dirty="0" err="1">
                <a:latin typeface="ＭＳ Ｐゴシック" panose="020B0600070205080204" pitchFamily="50" charset="-128"/>
                <a:ea typeface="ＭＳ Ｐゴシック" panose="020B0600070205080204" pitchFamily="50" charset="-128"/>
              </a:rPr>
              <a:t>BraTS</a:t>
            </a:r>
            <a:r>
              <a:rPr lang="ja-JP" altLang="en-US" sz="2000" dirty="0">
                <a:latin typeface="ＭＳ Ｐゴシック" panose="020B0600070205080204" pitchFamily="50" charset="-128"/>
                <a:ea typeface="ＭＳ Ｐゴシック" panose="020B0600070205080204" pitchFamily="50" charset="-128"/>
              </a:rPr>
              <a:t>では以下の</a:t>
            </a:r>
            <a:r>
              <a:rPr lang="en-US" altLang="ja-JP" sz="2000" dirty="0">
                <a:latin typeface="ＭＳ Ｐゴシック" panose="020B0600070205080204" pitchFamily="50" charset="-128"/>
                <a:ea typeface="ＭＳ Ｐゴシック" panose="020B0600070205080204" pitchFamily="50" charset="-128"/>
              </a:rPr>
              <a:t>4</a:t>
            </a:r>
            <a:r>
              <a:rPr lang="ja-JP" altLang="en-US" sz="2000" dirty="0">
                <a:latin typeface="ＭＳ Ｐゴシック" panose="020B0600070205080204" pitchFamily="50" charset="-128"/>
                <a:ea typeface="ＭＳ Ｐゴシック" panose="020B0600070205080204" pitchFamily="50" charset="-128"/>
              </a:rPr>
              <a:t>種類を使用：</a:t>
            </a:r>
            <a:endParaRPr lang="en-US" altLang="ja-JP" sz="2000" dirty="0">
              <a:latin typeface="ＭＳ Ｐゴシック" panose="020B0600070205080204" pitchFamily="50" charset="-128"/>
              <a:ea typeface="ＭＳ Ｐゴシック" panose="020B0600070205080204" pitchFamily="50" charset="-128"/>
            </a:endParaRPr>
          </a:p>
        </p:txBody>
      </p:sp>
      <p:sp>
        <p:nvSpPr>
          <p:cNvPr id="24" name="テキスト ボックス 23">
            <a:extLst>
              <a:ext uri="{FF2B5EF4-FFF2-40B4-BE49-F238E27FC236}">
                <a16:creationId xmlns:a16="http://schemas.microsoft.com/office/drawing/2014/main" id="{16D47D36-5A87-DB42-6FE7-BEA5A5219E7E}"/>
              </a:ext>
            </a:extLst>
          </p:cNvPr>
          <p:cNvSpPr txBox="1"/>
          <p:nvPr/>
        </p:nvSpPr>
        <p:spPr>
          <a:xfrm>
            <a:off x="1038563" y="3335213"/>
            <a:ext cx="9498375" cy="1323439"/>
          </a:xfrm>
          <a:prstGeom prst="rect">
            <a:avLst/>
          </a:prstGeom>
          <a:noFill/>
        </p:spPr>
        <p:txBody>
          <a:bodyPr wrap="square" rtlCol="0">
            <a:spAutoFit/>
          </a:bodyPr>
          <a:lstStyle/>
          <a:p>
            <a:pPr marL="342900" indent="-342900">
              <a:buFont typeface="ＭＳ Ｐゴシック" panose="020B0600070205080204" pitchFamily="50" charset="-128"/>
              <a:buChar char="￮"/>
            </a:pPr>
            <a:r>
              <a:rPr lang="en-US" altLang="ja-JP" sz="2000" dirty="0">
                <a:latin typeface="ＭＳ Ｐゴシック" panose="020B0600070205080204" pitchFamily="50" charset="-128"/>
                <a:ea typeface="ＭＳ Ｐゴシック" panose="020B0600070205080204" pitchFamily="50" charset="-128"/>
              </a:rPr>
              <a:t>T1-weighted</a:t>
            </a:r>
            <a:r>
              <a:rPr lang="ja-JP" altLang="en-US" sz="2000" dirty="0">
                <a:latin typeface="ＭＳ Ｐゴシック" panose="020B0600070205080204" pitchFamily="50" charset="-128"/>
                <a:ea typeface="ＭＳ Ｐゴシック" panose="020B0600070205080204" pitchFamily="50" charset="-128"/>
              </a:rPr>
              <a:t>（</a:t>
            </a:r>
            <a:r>
              <a:rPr lang="en-US" altLang="ja-JP" sz="2000" dirty="0">
                <a:latin typeface="ＭＳ Ｐゴシック" panose="020B0600070205080204" pitchFamily="50" charset="-128"/>
                <a:ea typeface="ＭＳ Ｐゴシック" panose="020B0600070205080204" pitchFamily="50" charset="-128"/>
              </a:rPr>
              <a:t>T1w</a:t>
            </a:r>
            <a:r>
              <a:rPr lang="ja-JP" altLang="en-US" sz="2000" dirty="0">
                <a:latin typeface="ＭＳ Ｐゴシック" panose="020B0600070205080204" pitchFamily="50" charset="-128"/>
                <a:ea typeface="ＭＳ Ｐゴシック" panose="020B0600070205080204" pitchFamily="50" charset="-128"/>
              </a:rPr>
              <a:t>）：構造描出に優れる</a:t>
            </a:r>
            <a:endParaRPr lang="en-US" altLang="ja-JP" sz="2000" dirty="0">
              <a:latin typeface="ＭＳ Ｐゴシック" panose="020B0600070205080204" pitchFamily="50" charset="-128"/>
              <a:ea typeface="ＭＳ Ｐゴシック" panose="020B0600070205080204" pitchFamily="50" charset="-128"/>
            </a:endParaRPr>
          </a:p>
          <a:p>
            <a:pPr marL="342900" indent="-342900">
              <a:buFont typeface="ＭＳ Ｐゴシック" panose="020B0600070205080204" pitchFamily="50" charset="-128"/>
              <a:buChar char="￮"/>
            </a:pPr>
            <a:r>
              <a:rPr lang="en-US" altLang="ja-JP" sz="2000" dirty="0">
                <a:latin typeface="ＭＳ Ｐゴシック" panose="020B0600070205080204" pitchFamily="50" charset="-128"/>
                <a:ea typeface="ＭＳ Ｐゴシック" panose="020B0600070205080204" pitchFamily="50" charset="-128"/>
              </a:rPr>
              <a:t>T1w with Gd</a:t>
            </a:r>
            <a:r>
              <a:rPr lang="ja-JP" altLang="en-US" sz="2000" dirty="0">
                <a:latin typeface="ＭＳ Ｐゴシック" panose="020B0600070205080204" pitchFamily="50" charset="-128"/>
                <a:ea typeface="ＭＳ Ｐゴシック" panose="020B0600070205080204" pitchFamily="50" charset="-128"/>
              </a:rPr>
              <a:t>（</a:t>
            </a:r>
            <a:r>
              <a:rPr lang="en-US" altLang="ja-JP" sz="2000" dirty="0">
                <a:latin typeface="ＭＳ Ｐゴシック" panose="020B0600070205080204" pitchFamily="50" charset="-128"/>
                <a:ea typeface="ＭＳ Ｐゴシック" panose="020B0600070205080204" pitchFamily="50" charset="-128"/>
              </a:rPr>
              <a:t>T1wGd</a:t>
            </a:r>
            <a:r>
              <a:rPr lang="ja-JP" altLang="en-US" sz="2000" dirty="0">
                <a:latin typeface="ＭＳ Ｐゴシック" panose="020B0600070205080204" pitchFamily="50" charset="-128"/>
                <a:ea typeface="ＭＳ Ｐゴシック" panose="020B0600070205080204" pitchFamily="50" charset="-128"/>
              </a:rPr>
              <a:t>）：造影効果で腫瘍活性部位を強調</a:t>
            </a:r>
            <a:endParaRPr lang="en-US" altLang="ja-JP" sz="2000" dirty="0">
              <a:latin typeface="ＭＳ Ｐゴシック" panose="020B0600070205080204" pitchFamily="50" charset="-128"/>
              <a:ea typeface="ＭＳ Ｐゴシック" panose="020B0600070205080204" pitchFamily="50" charset="-128"/>
            </a:endParaRPr>
          </a:p>
          <a:p>
            <a:pPr marL="342900" indent="-342900">
              <a:buFont typeface="ＭＳ Ｐゴシック" panose="020B0600070205080204" pitchFamily="50" charset="-128"/>
              <a:buChar char="￮"/>
            </a:pPr>
            <a:r>
              <a:rPr lang="en-US" altLang="ja-JP" sz="2000" dirty="0">
                <a:latin typeface="ＭＳ Ｐゴシック" panose="020B0600070205080204" pitchFamily="50" charset="-128"/>
                <a:ea typeface="ＭＳ Ｐゴシック" panose="020B0600070205080204" pitchFamily="50" charset="-128"/>
              </a:rPr>
              <a:t>T2-weighted</a:t>
            </a:r>
            <a:r>
              <a:rPr lang="ja-JP" altLang="en-US" sz="2000" dirty="0">
                <a:latin typeface="ＭＳ Ｐゴシック" panose="020B0600070205080204" pitchFamily="50" charset="-128"/>
                <a:ea typeface="ＭＳ Ｐゴシック" panose="020B0600070205080204" pitchFamily="50" charset="-128"/>
              </a:rPr>
              <a:t>（</a:t>
            </a:r>
            <a:r>
              <a:rPr lang="en-US" altLang="ja-JP" sz="2000" dirty="0">
                <a:latin typeface="ＭＳ Ｐゴシック" panose="020B0600070205080204" pitchFamily="50" charset="-128"/>
                <a:ea typeface="ＭＳ Ｐゴシック" panose="020B0600070205080204" pitchFamily="50" charset="-128"/>
              </a:rPr>
              <a:t>T2w</a:t>
            </a:r>
            <a:r>
              <a:rPr lang="ja-JP" altLang="en-US" sz="2000" dirty="0">
                <a:latin typeface="ＭＳ Ｐゴシック" panose="020B0600070205080204" pitchFamily="50" charset="-128"/>
                <a:ea typeface="ＭＳ Ｐゴシック" panose="020B0600070205080204" pitchFamily="50" charset="-128"/>
              </a:rPr>
              <a:t>）：浮腫・嚢胞の検出に有用</a:t>
            </a:r>
            <a:endParaRPr lang="en-US" altLang="ja-JP" sz="2000" dirty="0">
              <a:latin typeface="ＭＳ Ｐゴシック" panose="020B0600070205080204" pitchFamily="50" charset="-128"/>
              <a:ea typeface="ＭＳ Ｐゴシック" panose="020B0600070205080204" pitchFamily="50" charset="-128"/>
            </a:endParaRPr>
          </a:p>
          <a:p>
            <a:pPr marL="342900" indent="-342900">
              <a:buFont typeface="ＭＳ Ｐゴシック" panose="020B0600070205080204" pitchFamily="50" charset="-128"/>
              <a:buChar char="￮"/>
            </a:pPr>
            <a:r>
              <a:rPr lang="en-US" altLang="ja-JP" sz="2000" dirty="0">
                <a:latin typeface="ＭＳ Ｐゴシック" panose="020B0600070205080204" pitchFamily="50" charset="-128"/>
                <a:ea typeface="ＭＳ Ｐゴシック" panose="020B0600070205080204" pitchFamily="50" charset="-128"/>
              </a:rPr>
              <a:t>T2-FLAIR</a:t>
            </a:r>
            <a:r>
              <a:rPr lang="ja-JP" altLang="en-US" sz="2000" dirty="0">
                <a:latin typeface="ＭＳ Ｐゴシック" panose="020B0600070205080204" pitchFamily="50" charset="-128"/>
                <a:ea typeface="ＭＳ Ｐゴシック" panose="020B0600070205080204" pitchFamily="50" charset="-128"/>
              </a:rPr>
              <a:t>：脳脊髄液を抑えて病変をより明瞭に</a:t>
            </a:r>
            <a:endParaRPr lang="en-US" altLang="ja-JP" sz="2000" dirty="0">
              <a:latin typeface="ＭＳ Ｐゴシック" panose="020B0600070205080204" pitchFamily="50" charset="-128"/>
              <a:ea typeface="ＭＳ Ｐゴシック" panose="020B0600070205080204" pitchFamily="50" charset="-128"/>
            </a:endParaRPr>
          </a:p>
        </p:txBody>
      </p:sp>
    </p:spTree>
    <p:extLst>
      <p:ext uri="{BB962C8B-B14F-4D97-AF65-F5344CB8AC3E}">
        <p14:creationId xmlns:p14="http://schemas.microsoft.com/office/powerpoint/2010/main" val="22499124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FD31C-1765-5B5B-185C-AB56D1F57980}"/>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AB60C47F-14A4-67D7-EF1B-44EB9F1051AC}"/>
              </a:ext>
            </a:extLst>
          </p:cNvPr>
          <p:cNvSpPr txBox="1">
            <a:spLocks noGrp="1" noRot="1" noMove="1" noResize="1" noEditPoints="1" noAdjustHandles="1" noChangeArrowheads="1" noChangeShapeType="1"/>
          </p:cNvSpPr>
          <p:nvPr/>
        </p:nvSpPr>
        <p:spPr>
          <a:xfrm>
            <a:off x="360000" y="216000"/>
            <a:ext cx="5617243"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補足　</a:t>
            </a:r>
            <a:r>
              <a:rPr lang="en-US" altLang="ja-JP" sz="2400" dirty="0">
                <a:solidFill>
                  <a:schemeClr val="tx1">
                    <a:lumMod val="75000"/>
                    <a:lumOff val="25000"/>
                  </a:schemeClr>
                </a:solidFill>
                <a:latin typeface="MS PGothic" panose="020B0600070205080204" pitchFamily="34" charset="-128"/>
                <a:ea typeface="MS PGothic" panose="020B0600070205080204" pitchFamily="34" charset="-128"/>
              </a:rPr>
              <a:t>GAN</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（敵対的生成ネットワーク）</a:t>
            </a:r>
            <a:endParaRPr kumimoji="1"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EB7B0B8F-BBAD-FEB7-44FF-6019BF847EE2}"/>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grpSp>
        <p:nvGrpSpPr>
          <p:cNvPr id="3" name="グループ化 2">
            <a:extLst>
              <a:ext uri="{FF2B5EF4-FFF2-40B4-BE49-F238E27FC236}">
                <a16:creationId xmlns:a16="http://schemas.microsoft.com/office/drawing/2014/main" id="{9299580A-1650-E5D9-CEA6-9D5DF79CCADE}"/>
              </a:ext>
            </a:extLst>
          </p:cNvPr>
          <p:cNvGrpSpPr/>
          <p:nvPr/>
        </p:nvGrpSpPr>
        <p:grpSpPr>
          <a:xfrm>
            <a:off x="710239" y="1336641"/>
            <a:ext cx="8968320" cy="3189372"/>
            <a:chOff x="993670" y="3302601"/>
            <a:chExt cx="8968320" cy="3189372"/>
          </a:xfrm>
        </p:grpSpPr>
        <p:sp>
          <p:nvSpPr>
            <p:cNvPr id="20" name="楕円 19">
              <a:extLst>
                <a:ext uri="{FF2B5EF4-FFF2-40B4-BE49-F238E27FC236}">
                  <a16:creationId xmlns:a16="http://schemas.microsoft.com/office/drawing/2014/main" id="{F6EBBC68-4AB1-BCE1-70CC-C6B6A81EE5AC}"/>
                </a:ext>
              </a:extLst>
            </p:cNvPr>
            <p:cNvSpPr/>
            <p:nvPr/>
          </p:nvSpPr>
          <p:spPr>
            <a:xfrm>
              <a:off x="993670" y="3518359"/>
              <a:ext cx="1329566" cy="1012726"/>
            </a:xfrm>
            <a:prstGeom prst="ellipse">
              <a:avLst/>
            </a:prstGeom>
            <a:solidFill>
              <a:schemeClr val="accent1">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lang="en-US" altLang="ja-JP" dirty="0">
                  <a:solidFill>
                    <a:schemeClr val="tx1"/>
                  </a:solidFill>
                  <a:latin typeface="ＭＳ Ｐゴシック" panose="020B0600070205080204" pitchFamily="50" charset="-128"/>
                  <a:ea typeface="ＭＳ Ｐゴシック" panose="020B0600070205080204" pitchFamily="50" charset="-128"/>
                </a:rPr>
                <a:t>Z</a:t>
              </a:r>
            </a:p>
            <a:p>
              <a:pPr algn="ctr"/>
              <a:r>
                <a:rPr kumimoji="1" lang="en-US" altLang="ja-JP" dirty="0">
                  <a:solidFill>
                    <a:schemeClr val="tx1"/>
                  </a:solidFill>
                  <a:latin typeface="ＭＳ Ｐゴシック" panose="020B0600070205080204" pitchFamily="50" charset="-128"/>
                  <a:ea typeface="ＭＳ Ｐゴシック" panose="020B0600070205080204" pitchFamily="50" charset="-128"/>
                </a:rPr>
                <a:t>(</a:t>
              </a:r>
              <a:r>
                <a:rPr kumimoji="1" lang="ja-JP" altLang="en-US" dirty="0">
                  <a:solidFill>
                    <a:schemeClr val="tx1"/>
                  </a:solidFill>
                  <a:latin typeface="ＭＳ Ｐゴシック" panose="020B0600070205080204" pitchFamily="50" charset="-128"/>
                  <a:ea typeface="ＭＳ Ｐゴシック" panose="020B0600070205080204" pitchFamily="50" charset="-128"/>
                </a:rPr>
                <a:t>ノイズ）</a:t>
              </a:r>
            </a:p>
          </p:txBody>
        </p:sp>
        <p:sp>
          <p:nvSpPr>
            <p:cNvPr id="21" name="台形 20">
              <a:extLst>
                <a:ext uri="{FF2B5EF4-FFF2-40B4-BE49-F238E27FC236}">
                  <a16:creationId xmlns:a16="http://schemas.microsoft.com/office/drawing/2014/main" id="{1A6EA92B-77A8-501A-52A6-B12BE4C52B8B}"/>
                </a:ext>
              </a:extLst>
            </p:cNvPr>
            <p:cNvSpPr/>
            <p:nvPr/>
          </p:nvSpPr>
          <p:spPr>
            <a:xfrm rot="5400000">
              <a:off x="2965188" y="3221659"/>
              <a:ext cx="1471944" cy="1633828"/>
            </a:xfrm>
            <a:prstGeom prst="trapezoid">
              <a:avLst/>
            </a:prstGeom>
            <a:solidFill>
              <a:schemeClr val="accent2">
                <a:lumMod val="60000"/>
                <a:lumOff val="40000"/>
                <a:alpha val="97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endParaRPr kumimoji="1" lang="ja-JP" altLang="en-US" dirty="0"/>
            </a:p>
          </p:txBody>
        </p:sp>
        <p:cxnSp>
          <p:nvCxnSpPr>
            <p:cNvPr id="25" name="直線矢印コネクタ 24">
              <a:extLst>
                <a:ext uri="{FF2B5EF4-FFF2-40B4-BE49-F238E27FC236}">
                  <a16:creationId xmlns:a16="http://schemas.microsoft.com/office/drawing/2014/main" id="{D06ABC09-7F14-FA8B-29C0-4B310E2D26C5}"/>
                </a:ext>
              </a:extLst>
            </p:cNvPr>
            <p:cNvCxnSpPr>
              <a:cxnSpLocks/>
            </p:cNvCxnSpPr>
            <p:nvPr/>
          </p:nvCxnSpPr>
          <p:spPr>
            <a:xfrm>
              <a:off x="2323236" y="4005525"/>
              <a:ext cx="565518"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6" name="直線矢印コネクタ 25">
              <a:extLst>
                <a:ext uri="{FF2B5EF4-FFF2-40B4-BE49-F238E27FC236}">
                  <a16:creationId xmlns:a16="http://schemas.microsoft.com/office/drawing/2014/main" id="{9F3D74A1-E46A-17A1-82F5-D761E309F965}"/>
                </a:ext>
              </a:extLst>
            </p:cNvPr>
            <p:cNvCxnSpPr>
              <a:cxnSpLocks/>
            </p:cNvCxnSpPr>
            <p:nvPr/>
          </p:nvCxnSpPr>
          <p:spPr>
            <a:xfrm>
              <a:off x="4518075" y="4024722"/>
              <a:ext cx="602699"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7" name="テキスト ボックス 26">
              <a:extLst>
                <a:ext uri="{FF2B5EF4-FFF2-40B4-BE49-F238E27FC236}">
                  <a16:creationId xmlns:a16="http://schemas.microsoft.com/office/drawing/2014/main" id="{5799CAC1-6A20-BA85-279C-CBCD561D8388}"/>
                </a:ext>
              </a:extLst>
            </p:cNvPr>
            <p:cNvSpPr txBox="1"/>
            <p:nvPr/>
          </p:nvSpPr>
          <p:spPr>
            <a:xfrm>
              <a:off x="3242303" y="3820990"/>
              <a:ext cx="871323" cy="369070"/>
            </a:xfrm>
            <a:prstGeom prst="rect">
              <a:avLst/>
            </a:prstGeom>
            <a:noFill/>
          </p:spPr>
          <p:txBody>
            <a:bodyPr wrap="square" rtlCol="0">
              <a:spAutoFit/>
            </a:bodyPr>
            <a:lstStyle/>
            <a:p>
              <a:r>
                <a:rPr kumimoji="1" lang="ja-JP" altLang="en-US" dirty="0">
                  <a:latin typeface="ＭＳ Ｐゴシック" panose="020B0600070205080204" pitchFamily="50" charset="-128"/>
                  <a:ea typeface="ＭＳ Ｐゴシック" panose="020B0600070205080204" pitchFamily="50" charset="-128"/>
                </a:rPr>
                <a:t>生成器</a:t>
              </a:r>
            </a:p>
          </p:txBody>
        </p:sp>
        <p:sp>
          <p:nvSpPr>
            <p:cNvPr id="28" name="四角形: 角を丸くする 27">
              <a:extLst>
                <a:ext uri="{FF2B5EF4-FFF2-40B4-BE49-F238E27FC236}">
                  <a16:creationId xmlns:a16="http://schemas.microsoft.com/office/drawing/2014/main" id="{D84ADDD3-DB45-BD73-014B-C3F0D69F5753}"/>
                </a:ext>
              </a:extLst>
            </p:cNvPr>
            <p:cNvSpPr/>
            <p:nvPr/>
          </p:nvSpPr>
          <p:spPr>
            <a:xfrm>
              <a:off x="5129330" y="5451545"/>
              <a:ext cx="1515775" cy="1040428"/>
            </a:xfrm>
            <a:prstGeom prst="roundRect">
              <a:avLst/>
            </a:prstGeom>
            <a:solidFill>
              <a:schemeClr val="accent6">
                <a:lumMod val="60000"/>
                <a:lumOff val="4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latin typeface="ＭＳ Ｐゴシック" panose="020B0600070205080204" pitchFamily="50" charset="-128"/>
                  <a:ea typeface="ＭＳ Ｐゴシック" panose="020B0600070205080204" pitchFamily="50" charset="-128"/>
                </a:rPr>
                <a:t>本物</a:t>
              </a:r>
              <a:r>
                <a:rPr lang="ja-JP" altLang="en-US" dirty="0">
                  <a:solidFill>
                    <a:schemeClr val="tx1"/>
                  </a:solidFill>
                  <a:latin typeface="ＭＳ Ｐゴシック" panose="020B0600070205080204" pitchFamily="50" charset="-128"/>
                  <a:ea typeface="ＭＳ Ｐゴシック" panose="020B0600070205080204" pitchFamily="50" charset="-128"/>
                </a:rPr>
                <a:t>の画像</a:t>
              </a:r>
              <a:endParaRPr kumimoji="1" lang="ja-JP" altLang="en-US" dirty="0">
                <a:solidFill>
                  <a:schemeClr val="tx1"/>
                </a:solidFill>
                <a:latin typeface="ＭＳ Ｐゴシック" panose="020B0600070205080204" pitchFamily="50" charset="-128"/>
                <a:ea typeface="ＭＳ Ｐゴシック" panose="020B0600070205080204" pitchFamily="50" charset="-128"/>
              </a:endParaRPr>
            </a:p>
          </p:txBody>
        </p:sp>
        <p:sp>
          <p:nvSpPr>
            <p:cNvPr id="29" name="台形 28">
              <a:extLst>
                <a:ext uri="{FF2B5EF4-FFF2-40B4-BE49-F238E27FC236}">
                  <a16:creationId xmlns:a16="http://schemas.microsoft.com/office/drawing/2014/main" id="{DB0ED3DF-22D7-A7D5-0A38-64C724785509}"/>
                </a:ext>
              </a:extLst>
            </p:cNvPr>
            <p:cNvSpPr/>
            <p:nvPr/>
          </p:nvSpPr>
          <p:spPr>
            <a:xfrm rot="16200000">
              <a:off x="7806405" y="4136226"/>
              <a:ext cx="1471944" cy="1633828"/>
            </a:xfrm>
            <a:prstGeom prst="trapezoid">
              <a:avLst/>
            </a:prstGeom>
            <a:solidFill>
              <a:schemeClr val="accent2">
                <a:lumMod val="60000"/>
                <a:lumOff val="40000"/>
                <a:alpha val="97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endParaRPr kumimoji="1" lang="ja-JP" altLang="en-US" dirty="0"/>
            </a:p>
          </p:txBody>
        </p:sp>
        <p:cxnSp>
          <p:nvCxnSpPr>
            <p:cNvPr id="30" name="直線矢印コネクタ 29">
              <a:extLst>
                <a:ext uri="{FF2B5EF4-FFF2-40B4-BE49-F238E27FC236}">
                  <a16:creationId xmlns:a16="http://schemas.microsoft.com/office/drawing/2014/main" id="{2FBBEF88-F780-2BC3-B5DC-A6CF0E8625D4}"/>
                </a:ext>
              </a:extLst>
            </p:cNvPr>
            <p:cNvCxnSpPr>
              <a:cxnSpLocks/>
            </p:cNvCxnSpPr>
            <p:nvPr/>
          </p:nvCxnSpPr>
          <p:spPr>
            <a:xfrm>
              <a:off x="7148109" y="4953140"/>
              <a:ext cx="602699"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1" name="直線コネクタ 30">
              <a:extLst>
                <a:ext uri="{FF2B5EF4-FFF2-40B4-BE49-F238E27FC236}">
                  <a16:creationId xmlns:a16="http://schemas.microsoft.com/office/drawing/2014/main" id="{42CD6DD9-25FE-1E72-911E-2C2629E36839}"/>
                </a:ext>
              </a:extLst>
            </p:cNvPr>
            <p:cNvCxnSpPr>
              <a:cxnSpLocks/>
            </p:cNvCxnSpPr>
            <p:nvPr/>
          </p:nvCxnSpPr>
          <p:spPr>
            <a:xfrm>
              <a:off x="7135290" y="4038572"/>
              <a:ext cx="4172" cy="189053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 name="直線コネクタ 31">
              <a:extLst>
                <a:ext uri="{FF2B5EF4-FFF2-40B4-BE49-F238E27FC236}">
                  <a16:creationId xmlns:a16="http://schemas.microsoft.com/office/drawing/2014/main" id="{84ACDFA4-7DA7-8232-3108-CE0E4D4B1ECB}"/>
                </a:ext>
              </a:extLst>
            </p:cNvPr>
            <p:cNvCxnSpPr>
              <a:cxnSpLocks/>
            </p:cNvCxnSpPr>
            <p:nvPr/>
          </p:nvCxnSpPr>
          <p:spPr>
            <a:xfrm flipH="1">
              <a:off x="6636222" y="4038572"/>
              <a:ext cx="511887"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D9C3DC70-47CE-8041-63CB-9903D9B3D4AC}"/>
                </a:ext>
              </a:extLst>
            </p:cNvPr>
            <p:cNvCxnSpPr>
              <a:cxnSpLocks/>
            </p:cNvCxnSpPr>
            <p:nvPr/>
          </p:nvCxnSpPr>
          <p:spPr>
            <a:xfrm flipH="1">
              <a:off x="6636222" y="5929102"/>
              <a:ext cx="511887"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4" name="テキスト ボックス 33">
              <a:extLst>
                <a:ext uri="{FF2B5EF4-FFF2-40B4-BE49-F238E27FC236}">
                  <a16:creationId xmlns:a16="http://schemas.microsoft.com/office/drawing/2014/main" id="{B60290EF-1298-4A49-98A4-7D3A992502E4}"/>
                </a:ext>
              </a:extLst>
            </p:cNvPr>
            <p:cNvSpPr txBox="1"/>
            <p:nvPr/>
          </p:nvSpPr>
          <p:spPr>
            <a:xfrm>
              <a:off x="8126072" y="4774545"/>
              <a:ext cx="871323" cy="369070"/>
            </a:xfrm>
            <a:prstGeom prst="rect">
              <a:avLst/>
            </a:prstGeom>
            <a:noFill/>
          </p:spPr>
          <p:txBody>
            <a:bodyPr wrap="square" rtlCol="0">
              <a:spAutoFit/>
            </a:bodyPr>
            <a:lstStyle/>
            <a:p>
              <a:r>
                <a:rPr kumimoji="1" lang="ja-JP" altLang="en-US" dirty="0">
                  <a:latin typeface="ＭＳ Ｐゴシック" panose="020B0600070205080204" pitchFamily="50" charset="-128"/>
                  <a:ea typeface="ＭＳ Ｐゴシック" panose="020B0600070205080204" pitchFamily="50" charset="-128"/>
                </a:rPr>
                <a:t>識別器</a:t>
              </a:r>
            </a:p>
          </p:txBody>
        </p:sp>
        <p:cxnSp>
          <p:nvCxnSpPr>
            <p:cNvPr id="35" name="直線矢印コネクタ 34">
              <a:extLst>
                <a:ext uri="{FF2B5EF4-FFF2-40B4-BE49-F238E27FC236}">
                  <a16:creationId xmlns:a16="http://schemas.microsoft.com/office/drawing/2014/main" id="{DA2D4F75-2486-EA40-A38A-7BFE22D06F8C}"/>
                </a:ext>
              </a:extLst>
            </p:cNvPr>
            <p:cNvCxnSpPr>
              <a:cxnSpLocks/>
            </p:cNvCxnSpPr>
            <p:nvPr/>
          </p:nvCxnSpPr>
          <p:spPr>
            <a:xfrm>
              <a:off x="9359291" y="4953139"/>
              <a:ext cx="602699"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6" name="四角形: 角を丸くする 35">
              <a:extLst>
                <a:ext uri="{FF2B5EF4-FFF2-40B4-BE49-F238E27FC236}">
                  <a16:creationId xmlns:a16="http://schemas.microsoft.com/office/drawing/2014/main" id="{76E19DEF-5174-FAA7-D6CD-8823D440AD8B}"/>
                </a:ext>
              </a:extLst>
            </p:cNvPr>
            <p:cNvSpPr/>
            <p:nvPr/>
          </p:nvSpPr>
          <p:spPr>
            <a:xfrm>
              <a:off x="5120447" y="3518359"/>
              <a:ext cx="1515775" cy="1040428"/>
            </a:xfrm>
            <a:prstGeom prst="roundRect">
              <a:avLst/>
            </a:prstGeom>
            <a:solidFill>
              <a:schemeClr val="accent4">
                <a:lumMod val="60000"/>
                <a:lumOff val="40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latin typeface="ＭＳ Ｐゴシック" panose="020B0600070205080204" pitchFamily="50" charset="-128"/>
                  <a:ea typeface="ＭＳ Ｐゴシック" panose="020B0600070205080204" pitchFamily="50" charset="-128"/>
                </a:rPr>
                <a:t>合成画像</a:t>
              </a:r>
            </a:p>
          </p:txBody>
        </p:sp>
      </p:grpSp>
      <p:sp>
        <p:nvSpPr>
          <p:cNvPr id="37" name="テキスト ボックス 36">
            <a:extLst>
              <a:ext uri="{FF2B5EF4-FFF2-40B4-BE49-F238E27FC236}">
                <a16:creationId xmlns:a16="http://schemas.microsoft.com/office/drawing/2014/main" id="{0C9303C9-11D1-80D4-FFA7-D211EC24D4F9}"/>
              </a:ext>
            </a:extLst>
          </p:cNvPr>
          <p:cNvSpPr txBox="1"/>
          <p:nvPr/>
        </p:nvSpPr>
        <p:spPr>
          <a:xfrm>
            <a:off x="2119547" y="5461615"/>
            <a:ext cx="7438417" cy="1015663"/>
          </a:xfrm>
          <a:prstGeom prst="rect">
            <a:avLst/>
          </a:prstGeom>
          <a:noFill/>
        </p:spPr>
        <p:txBody>
          <a:bodyPr wrap="square" rtlCol="0">
            <a:spAutoFit/>
          </a:bodyPr>
          <a:lstStyle/>
          <a:p>
            <a:pPr marL="285750" indent="-28575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cs typeface="Arial" panose="020B0604020202020204" pitchFamily="34" charset="0"/>
              </a:rPr>
              <a:t>生成器は識別器を誤認させる合成画像を生成できるように学習</a:t>
            </a:r>
            <a:endParaRPr lang="en-US" altLang="ja-JP" sz="2000" dirty="0">
              <a:latin typeface="ＭＳ Ｐゴシック" panose="020B0600070205080204" pitchFamily="50" charset="-128"/>
              <a:ea typeface="ＭＳ Ｐゴシック" panose="020B0600070205080204" pitchFamily="50" charset="-128"/>
              <a:cs typeface="Arial" panose="020B0604020202020204" pitchFamily="34" charset="0"/>
            </a:endParaRPr>
          </a:p>
          <a:p>
            <a:endParaRPr lang="en-US" altLang="ja-JP" sz="2000" dirty="0">
              <a:latin typeface="ＭＳ Ｐゴシック" panose="020B0600070205080204" pitchFamily="50" charset="-128"/>
              <a:ea typeface="ＭＳ Ｐゴシック" panose="020B0600070205080204" pitchFamily="50" charset="-128"/>
              <a:cs typeface="Arial" panose="020B0604020202020204" pitchFamily="34" charset="0"/>
            </a:endParaRPr>
          </a:p>
          <a:p>
            <a:pPr marL="285750" indent="-28575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cs typeface="Arial" panose="020B0604020202020204" pitchFamily="34" charset="0"/>
              </a:rPr>
              <a:t>識別器で本物の画像と合成画像を正確に識別できるように学習</a:t>
            </a:r>
            <a:endParaRPr lang="en-US" altLang="ja-JP" sz="2000" dirty="0">
              <a:latin typeface="ＭＳ Ｐゴシック" panose="020B0600070205080204" pitchFamily="50" charset="-128"/>
              <a:ea typeface="ＭＳ Ｐゴシック" panose="020B0600070205080204" pitchFamily="50" charset="-128"/>
              <a:cs typeface="Arial" panose="020B0604020202020204" pitchFamily="34" charset="0"/>
            </a:endParaRPr>
          </a:p>
        </p:txBody>
      </p:sp>
      <p:grpSp>
        <p:nvGrpSpPr>
          <p:cNvPr id="38" name="グループ化 37">
            <a:extLst>
              <a:ext uri="{FF2B5EF4-FFF2-40B4-BE49-F238E27FC236}">
                <a16:creationId xmlns:a16="http://schemas.microsoft.com/office/drawing/2014/main" id="{792830BE-7352-DA2C-5C5F-2D46A1C47219}"/>
              </a:ext>
            </a:extLst>
          </p:cNvPr>
          <p:cNvGrpSpPr/>
          <p:nvPr/>
        </p:nvGrpSpPr>
        <p:grpSpPr>
          <a:xfrm>
            <a:off x="9557964" y="4377690"/>
            <a:ext cx="2020392" cy="782149"/>
            <a:chOff x="9242080" y="5585057"/>
            <a:chExt cx="2020392" cy="782149"/>
          </a:xfrm>
        </p:grpSpPr>
        <p:sp>
          <p:nvSpPr>
            <p:cNvPr id="39" name="テキスト ボックス 38">
              <a:extLst>
                <a:ext uri="{FF2B5EF4-FFF2-40B4-BE49-F238E27FC236}">
                  <a16:creationId xmlns:a16="http://schemas.microsoft.com/office/drawing/2014/main" id="{08CD80E3-A298-EB45-E6CB-2D7C4CE291E1}"/>
                </a:ext>
              </a:extLst>
            </p:cNvPr>
            <p:cNvSpPr txBox="1"/>
            <p:nvPr/>
          </p:nvSpPr>
          <p:spPr>
            <a:xfrm>
              <a:off x="9381725" y="5997874"/>
              <a:ext cx="1718414" cy="369332"/>
            </a:xfrm>
            <a:prstGeom prst="rect">
              <a:avLst/>
            </a:prstGeom>
            <a:noFill/>
          </p:spPr>
          <p:txBody>
            <a:bodyPr wrap="square" rtlCol="0">
              <a:spAutoFit/>
            </a:bodyPr>
            <a:lstStyle/>
            <a:p>
              <a:pPr algn="ctr"/>
              <a:r>
                <a:rPr lang="ja-JP" altLang="en-US" dirty="0">
                  <a:latin typeface="ＭＳ Ｐゴシック" panose="020B0600070205080204" pitchFamily="50" charset="-128"/>
                  <a:ea typeface="ＭＳ Ｐゴシック" panose="020B0600070205080204" pitchFamily="50" charset="-128"/>
                </a:rPr>
                <a:t>本物の画像</a:t>
              </a:r>
              <a:r>
                <a:rPr lang="en-US" altLang="ja-JP" dirty="0">
                  <a:latin typeface="ＭＳ Ｐゴシック" panose="020B0600070205080204" pitchFamily="50" charset="-128"/>
                  <a:ea typeface="ＭＳ Ｐゴシック" panose="020B0600070205080204" pitchFamily="50" charset="-128"/>
                </a:rPr>
                <a:t>= </a:t>
              </a:r>
              <a:r>
                <a:rPr lang="ja-JP" altLang="en-US" dirty="0">
                  <a:latin typeface="ＭＳ Ｐゴシック" panose="020B0600070205080204" pitchFamily="50" charset="-128"/>
                  <a:ea typeface="ＭＳ Ｐゴシック" panose="020B0600070205080204" pitchFamily="50" charset="-128"/>
                </a:rPr>
                <a:t>１</a:t>
              </a:r>
              <a:endParaRPr kumimoji="1" lang="ja-JP" altLang="en-US" dirty="0">
                <a:latin typeface="ＭＳ Ｐゴシック" panose="020B0600070205080204" pitchFamily="50" charset="-128"/>
                <a:ea typeface="ＭＳ Ｐゴシック" panose="020B0600070205080204" pitchFamily="50" charset="-128"/>
              </a:endParaRPr>
            </a:p>
          </p:txBody>
        </p:sp>
        <p:sp>
          <p:nvSpPr>
            <p:cNvPr id="40" name="テキスト ボックス 39">
              <a:extLst>
                <a:ext uri="{FF2B5EF4-FFF2-40B4-BE49-F238E27FC236}">
                  <a16:creationId xmlns:a16="http://schemas.microsoft.com/office/drawing/2014/main" id="{C179679E-504A-DEB0-6C70-52C844BDC833}"/>
                </a:ext>
              </a:extLst>
            </p:cNvPr>
            <p:cNvSpPr txBox="1"/>
            <p:nvPr/>
          </p:nvSpPr>
          <p:spPr>
            <a:xfrm>
              <a:off x="9242080" y="5585057"/>
              <a:ext cx="2020392" cy="369332"/>
            </a:xfrm>
            <a:prstGeom prst="rect">
              <a:avLst/>
            </a:prstGeom>
            <a:noFill/>
          </p:spPr>
          <p:txBody>
            <a:bodyPr wrap="square" rtlCol="0">
              <a:spAutoFit/>
            </a:bodyPr>
            <a:lstStyle/>
            <a:p>
              <a:pPr algn="ctr"/>
              <a:r>
                <a:rPr lang="ja-JP" altLang="en-US" dirty="0">
                  <a:latin typeface="ＭＳ Ｐゴシック" panose="020B0600070205080204" pitchFamily="50" charset="-128"/>
                  <a:ea typeface="ＭＳ Ｐゴシック" panose="020B0600070205080204" pitchFamily="50" charset="-128"/>
                </a:rPr>
                <a:t>合成画像 </a:t>
              </a:r>
              <a:r>
                <a:rPr lang="en-US" altLang="ja-JP" dirty="0">
                  <a:latin typeface="ＭＳ Ｐゴシック" panose="020B0600070205080204" pitchFamily="50" charset="-128"/>
                  <a:ea typeface="ＭＳ Ｐゴシック" panose="020B0600070205080204" pitchFamily="50" charset="-128"/>
                </a:rPr>
                <a:t>= 0</a:t>
              </a:r>
              <a:endParaRPr kumimoji="1" lang="ja-JP" altLang="en-US" dirty="0">
                <a:latin typeface="ＭＳ Ｐゴシック" panose="020B0600070205080204" pitchFamily="50" charset="-128"/>
                <a:ea typeface="ＭＳ Ｐゴシック" panose="020B0600070205080204" pitchFamily="50" charset="-128"/>
              </a:endParaRPr>
            </a:p>
          </p:txBody>
        </p:sp>
      </p:grpSp>
      <p:sp>
        <p:nvSpPr>
          <p:cNvPr id="41" name="テキスト ボックス 40">
            <a:extLst>
              <a:ext uri="{FF2B5EF4-FFF2-40B4-BE49-F238E27FC236}">
                <a16:creationId xmlns:a16="http://schemas.microsoft.com/office/drawing/2014/main" id="{D5EB5F17-8A09-2825-E9F5-152CB1020546}"/>
              </a:ext>
            </a:extLst>
          </p:cNvPr>
          <p:cNvSpPr txBox="1"/>
          <p:nvPr/>
        </p:nvSpPr>
        <p:spPr>
          <a:xfrm>
            <a:off x="9557964" y="2808585"/>
            <a:ext cx="2020392" cy="369332"/>
          </a:xfrm>
          <a:prstGeom prst="rect">
            <a:avLst/>
          </a:prstGeom>
          <a:noFill/>
        </p:spPr>
        <p:txBody>
          <a:bodyPr wrap="square" rtlCol="0">
            <a:spAutoFit/>
          </a:bodyPr>
          <a:lstStyle/>
          <a:p>
            <a:pPr algn="ctr"/>
            <a:r>
              <a:rPr kumimoji="1" lang="en-US" altLang="ja-JP" dirty="0">
                <a:latin typeface="ＭＳ Ｐゴシック" panose="020B0600070205080204" pitchFamily="50" charset="-128"/>
                <a:ea typeface="ＭＳ Ｐゴシック" panose="020B0600070205080204" pitchFamily="50" charset="-128"/>
              </a:rPr>
              <a:t>0</a:t>
            </a:r>
            <a:r>
              <a:rPr kumimoji="1" lang="ja-JP" altLang="en-US" dirty="0">
                <a:latin typeface="ＭＳ Ｐゴシック" panose="020B0600070205080204" pitchFamily="50" charset="-128"/>
                <a:ea typeface="ＭＳ Ｐゴシック" panose="020B0600070205080204" pitchFamily="50" charset="-128"/>
              </a:rPr>
              <a:t>～</a:t>
            </a:r>
            <a:r>
              <a:rPr kumimoji="1" lang="en-US" altLang="ja-JP" dirty="0">
                <a:latin typeface="ＭＳ Ｐゴシック" panose="020B0600070205080204" pitchFamily="50" charset="-128"/>
                <a:ea typeface="ＭＳ Ｐゴシック" panose="020B0600070205080204" pitchFamily="50" charset="-128"/>
              </a:rPr>
              <a:t>1</a:t>
            </a:r>
            <a:r>
              <a:rPr kumimoji="1" lang="ja-JP" altLang="en-US" dirty="0">
                <a:latin typeface="ＭＳ Ｐゴシック" panose="020B0600070205080204" pitchFamily="50" charset="-128"/>
                <a:ea typeface="ＭＳ Ｐゴシック" panose="020B0600070205080204" pitchFamily="50" charset="-128"/>
              </a:rPr>
              <a:t>の値を出力</a:t>
            </a:r>
          </a:p>
        </p:txBody>
      </p:sp>
      <p:cxnSp>
        <p:nvCxnSpPr>
          <p:cNvPr id="42" name="直線矢印コネクタ 41">
            <a:extLst>
              <a:ext uri="{FF2B5EF4-FFF2-40B4-BE49-F238E27FC236}">
                <a16:creationId xmlns:a16="http://schemas.microsoft.com/office/drawing/2014/main" id="{923140AD-1ED5-7508-698C-D17251AB3A58}"/>
              </a:ext>
            </a:extLst>
          </p:cNvPr>
          <p:cNvCxnSpPr>
            <a:cxnSpLocks/>
          </p:cNvCxnSpPr>
          <p:nvPr/>
        </p:nvCxnSpPr>
        <p:spPr>
          <a:xfrm>
            <a:off x="10568160" y="3329940"/>
            <a:ext cx="0" cy="1047750"/>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661816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A9B50-411F-EF2A-9BC3-B9AC9F5DF3EB}"/>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D359A68B-1E16-5A9F-7ACE-9043F752BB8D}"/>
              </a:ext>
            </a:extLst>
          </p:cNvPr>
          <p:cNvSpPr txBox="1">
            <a:spLocks noGrp="1" noRot="1" noMove="1" noResize="1" noEditPoints="1" noAdjustHandles="1" noChangeArrowheads="1" noChangeShapeType="1"/>
          </p:cNvSpPr>
          <p:nvPr/>
        </p:nvSpPr>
        <p:spPr>
          <a:xfrm>
            <a:off x="360000" y="216000"/>
            <a:ext cx="5516254"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補足　</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拡散モデル（</a:t>
            </a:r>
            <a:r>
              <a:rPr lang="en-US" altLang="ja-JP" sz="2400" dirty="0">
                <a:solidFill>
                  <a:schemeClr val="tx1">
                    <a:lumMod val="75000"/>
                    <a:lumOff val="25000"/>
                  </a:schemeClr>
                </a:solidFill>
                <a:latin typeface="MS PGothic" panose="020B0600070205080204" pitchFamily="34" charset="-128"/>
                <a:ea typeface="MS PGothic" panose="020B0600070205080204" pitchFamily="34" charset="-128"/>
              </a:rPr>
              <a:t>Diffusion</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　</a:t>
            </a:r>
            <a:r>
              <a:rPr lang="en-US" altLang="ja-JP" sz="2400" dirty="0">
                <a:solidFill>
                  <a:schemeClr val="tx1">
                    <a:lumMod val="75000"/>
                    <a:lumOff val="25000"/>
                  </a:schemeClr>
                </a:solidFill>
                <a:latin typeface="MS PGothic" panose="020B0600070205080204" pitchFamily="34" charset="-128"/>
                <a:ea typeface="MS PGothic" panose="020B0600070205080204" pitchFamily="34" charset="-128"/>
              </a:rPr>
              <a:t>Model</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　</a:t>
            </a:r>
            <a:endParaRPr kumimoji="1"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3C2F5380-2889-CE01-6EE3-36CCDD70998A}"/>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2" name="四角形: 角を丸くする 1">
            <a:extLst>
              <a:ext uri="{FF2B5EF4-FFF2-40B4-BE49-F238E27FC236}">
                <a16:creationId xmlns:a16="http://schemas.microsoft.com/office/drawing/2014/main" id="{B2A6F2B3-EBB8-B42F-6F0C-E95529E10AF7}"/>
              </a:ext>
            </a:extLst>
          </p:cNvPr>
          <p:cNvSpPr/>
          <p:nvPr/>
        </p:nvSpPr>
        <p:spPr>
          <a:xfrm>
            <a:off x="4716776" y="1078876"/>
            <a:ext cx="7043037" cy="5703996"/>
          </a:xfrm>
          <a:prstGeom prst="roundRect">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EF0A17C7-35EB-EF17-737E-86942260F3F9}"/>
              </a:ext>
            </a:extLst>
          </p:cNvPr>
          <p:cNvSpPr/>
          <p:nvPr/>
        </p:nvSpPr>
        <p:spPr>
          <a:xfrm>
            <a:off x="566397" y="1035673"/>
            <a:ext cx="3554776" cy="5703996"/>
          </a:xfrm>
          <a:prstGeom prst="roundRect">
            <a:avLst/>
          </a:prstGeom>
          <a:solidFill>
            <a:schemeClr val="accent4">
              <a:lumMod val="20000"/>
              <a:lumOff val="80000"/>
            </a:schemeClr>
          </a:solidFill>
          <a:ln w="38100">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6" name="図 5">
            <a:extLst>
              <a:ext uri="{FF2B5EF4-FFF2-40B4-BE49-F238E27FC236}">
                <a16:creationId xmlns:a16="http://schemas.microsoft.com/office/drawing/2014/main" id="{8F0B4B87-3508-F723-F5E8-FEA8C7E2A8BB}"/>
              </a:ext>
            </a:extLst>
          </p:cNvPr>
          <p:cNvPicPr>
            <a:picLocks noChangeAspect="1"/>
          </p:cNvPicPr>
          <p:nvPr/>
        </p:nvPicPr>
        <p:blipFill>
          <a:blip r:embed="rId3"/>
          <a:stretch>
            <a:fillRect/>
          </a:stretch>
        </p:blipFill>
        <p:spPr>
          <a:xfrm>
            <a:off x="9762892" y="3601438"/>
            <a:ext cx="1660889" cy="1375423"/>
          </a:xfrm>
          <a:prstGeom prst="rect">
            <a:avLst/>
          </a:prstGeom>
        </p:spPr>
      </p:pic>
      <p:pic>
        <p:nvPicPr>
          <p:cNvPr id="7" name="図 6">
            <a:extLst>
              <a:ext uri="{FF2B5EF4-FFF2-40B4-BE49-F238E27FC236}">
                <a16:creationId xmlns:a16="http://schemas.microsoft.com/office/drawing/2014/main" id="{69A1692C-B384-5F20-31D2-FAC3D63C84CC}"/>
              </a:ext>
            </a:extLst>
          </p:cNvPr>
          <p:cNvPicPr>
            <a:picLocks noChangeAspect="1"/>
          </p:cNvPicPr>
          <p:nvPr/>
        </p:nvPicPr>
        <p:blipFill>
          <a:blip r:embed="rId4"/>
          <a:stretch>
            <a:fillRect/>
          </a:stretch>
        </p:blipFill>
        <p:spPr>
          <a:xfrm>
            <a:off x="839562" y="2264765"/>
            <a:ext cx="1489884" cy="1257090"/>
          </a:xfrm>
          <a:prstGeom prst="rect">
            <a:avLst/>
          </a:prstGeom>
        </p:spPr>
      </p:pic>
      <p:pic>
        <p:nvPicPr>
          <p:cNvPr id="8" name="図 7">
            <a:extLst>
              <a:ext uri="{FF2B5EF4-FFF2-40B4-BE49-F238E27FC236}">
                <a16:creationId xmlns:a16="http://schemas.microsoft.com/office/drawing/2014/main" id="{BAE7A96D-D98A-EBB1-E39F-763D621334BE}"/>
              </a:ext>
            </a:extLst>
          </p:cNvPr>
          <p:cNvPicPr>
            <a:picLocks noChangeAspect="1"/>
          </p:cNvPicPr>
          <p:nvPr/>
        </p:nvPicPr>
        <p:blipFill>
          <a:blip r:embed="rId5"/>
          <a:stretch>
            <a:fillRect/>
          </a:stretch>
        </p:blipFill>
        <p:spPr>
          <a:xfrm>
            <a:off x="5018546" y="2235993"/>
            <a:ext cx="1562318" cy="1314633"/>
          </a:xfrm>
          <a:prstGeom prst="rect">
            <a:avLst/>
          </a:prstGeom>
        </p:spPr>
      </p:pic>
      <p:pic>
        <p:nvPicPr>
          <p:cNvPr id="9" name="図 8">
            <a:extLst>
              <a:ext uri="{FF2B5EF4-FFF2-40B4-BE49-F238E27FC236}">
                <a16:creationId xmlns:a16="http://schemas.microsoft.com/office/drawing/2014/main" id="{5E7A848A-6BD4-66D0-DB21-EEB23C150764}"/>
              </a:ext>
            </a:extLst>
          </p:cNvPr>
          <p:cNvPicPr>
            <a:picLocks noChangeAspect="1"/>
          </p:cNvPicPr>
          <p:nvPr/>
        </p:nvPicPr>
        <p:blipFill>
          <a:blip r:embed="rId6"/>
          <a:stretch>
            <a:fillRect/>
          </a:stretch>
        </p:blipFill>
        <p:spPr>
          <a:xfrm>
            <a:off x="7463656" y="2286805"/>
            <a:ext cx="1543265" cy="1314633"/>
          </a:xfrm>
          <a:prstGeom prst="rect">
            <a:avLst/>
          </a:prstGeom>
        </p:spPr>
      </p:pic>
      <p:pic>
        <p:nvPicPr>
          <p:cNvPr id="10" name="図 9">
            <a:extLst>
              <a:ext uri="{FF2B5EF4-FFF2-40B4-BE49-F238E27FC236}">
                <a16:creationId xmlns:a16="http://schemas.microsoft.com/office/drawing/2014/main" id="{4F642DF1-86E7-C602-30C2-F5A2D6E20D9A}"/>
              </a:ext>
            </a:extLst>
          </p:cNvPr>
          <p:cNvPicPr>
            <a:picLocks noChangeAspect="1"/>
          </p:cNvPicPr>
          <p:nvPr/>
        </p:nvPicPr>
        <p:blipFill>
          <a:blip r:embed="rId7"/>
          <a:stretch>
            <a:fillRect/>
          </a:stretch>
        </p:blipFill>
        <p:spPr>
          <a:xfrm>
            <a:off x="5075745" y="4827714"/>
            <a:ext cx="1562318" cy="1314633"/>
          </a:xfrm>
          <a:prstGeom prst="rect">
            <a:avLst/>
          </a:prstGeom>
        </p:spPr>
      </p:pic>
      <p:sp>
        <p:nvSpPr>
          <p:cNvPr id="11" name="テキスト ボックス 10">
            <a:extLst>
              <a:ext uri="{FF2B5EF4-FFF2-40B4-BE49-F238E27FC236}">
                <a16:creationId xmlns:a16="http://schemas.microsoft.com/office/drawing/2014/main" id="{07859A70-FB10-470E-5C50-C4F11D7CED43}"/>
              </a:ext>
            </a:extLst>
          </p:cNvPr>
          <p:cNvSpPr txBox="1"/>
          <p:nvPr/>
        </p:nvSpPr>
        <p:spPr>
          <a:xfrm>
            <a:off x="7559593" y="1078876"/>
            <a:ext cx="1447328" cy="461665"/>
          </a:xfrm>
          <a:prstGeom prst="rect">
            <a:avLst/>
          </a:prstGeom>
          <a:noFill/>
        </p:spPr>
        <p:txBody>
          <a:bodyPr wrap="square" rtlCol="0">
            <a:spAutoFit/>
          </a:bodyPr>
          <a:lstStyle/>
          <a:p>
            <a:r>
              <a:rPr lang="ja-JP" altLang="en-US" sz="2400" dirty="0">
                <a:latin typeface="ＭＳ Ｐゴシック" panose="020B0600070205080204" pitchFamily="50" charset="-128"/>
                <a:ea typeface="ＭＳ Ｐゴシック" panose="020B0600070205080204" pitchFamily="50" charset="-128"/>
              </a:rPr>
              <a:t>潜在空間</a:t>
            </a:r>
            <a:endParaRPr lang="en-US" altLang="ja-JP" sz="2400" dirty="0">
              <a:latin typeface="ＭＳ Ｐゴシック" panose="020B0600070205080204" pitchFamily="50" charset="-128"/>
              <a:ea typeface="ＭＳ Ｐゴシック" panose="020B0600070205080204" pitchFamily="50" charset="-128"/>
            </a:endParaRPr>
          </a:p>
        </p:txBody>
      </p:sp>
      <p:sp>
        <p:nvSpPr>
          <p:cNvPr id="12" name="テキスト ボックス 11">
            <a:extLst>
              <a:ext uri="{FF2B5EF4-FFF2-40B4-BE49-F238E27FC236}">
                <a16:creationId xmlns:a16="http://schemas.microsoft.com/office/drawing/2014/main" id="{6AB1E338-6E6A-C5EE-8D76-DE9A2E639C91}"/>
              </a:ext>
            </a:extLst>
          </p:cNvPr>
          <p:cNvSpPr txBox="1"/>
          <p:nvPr/>
        </p:nvSpPr>
        <p:spPr>
          <a:xfrm>
            <a:off x="1369375" y="1009670"/>
            <a:ext cx="2521093" cy="461665"/>
          </a:xfrm>
          <a:prstGeom prst="rect">
            <a:avLst/>
          </a:prstGeom>
          <a:noFill/>
        </p:spPr>
        <p:txBody>
          <a:bodyPr wrap="square" rtlCol="0">
            <a:spAutoFit/>
          </a:bodyPr>
          <a:lstStyle/>
          <a:p>
            <a:r>
              <a:rPr lang="ja-JP" altLang="en-US" sz="2400" dirty="0">
                <a:latin typeface="ＭＳ Ｐゴシック" panose="020B0600070205080204" pitchFamily="50" charset="-128"/>
                <a:ea typeface="ＭＳ Ｐゴシック" panose="020B0600070205080204" pitchFamily="50" charset="-128"/>
              </a:rPr>
              <a:t>ピクセル空間</a:t>
            </a:r>
            <a:endParaRPr lang="en-US" altLang="ja-JP" sz="2400" dirty="0">
              <a:latin typeface="ＭＳ Ｐゴシック" panose="020B0600070205080204" pitchFamily="50" charset="-128"/>
              <a:ea typeface="ＭＳ Ｐゴシック" panose="020B0600070205080204" pitchFamily="50" charset="-128"/>
            </a:endParaRPr>
          </a:p>
        </p:txBody>
      </p:sp>
      <p:sp>
        <p:nvSpPr>
          <p:cNvPr id="13" name="矢印: 下 12">
            <a:extLst>
              <a:ext uri="{FF2B5EF4-FFF2-40B4-BE49-F238E27FC236}">
                <a16:creationId xmlns:a16="http://schemas.microsoft.com/office/drawing/2014/main" id="{BEA1CA31-1B40-836E-21DA-95C80B62EC22}"/>
              </a:ext>
            </a:extLst>
          </p:cNvPr>
          <p:cNvSpPr/>
          <p:nvPr/>
        </p:nvSpPr>
        <p:spPr>
          <a:xfrm rot="-5400000">
            <a:off x="3531211" y="1680631"/>
            <a:ext cx="326450" cy="2521095"/>
          </a:xfrm>
          <a:prstGeom prst="downArrow">
            <a:avLst/>
          </a:prstGeom>
          <a:solidFill>
            <a:schemeClr val="accent6">
              <a:lumMod val="60000"/>
              <a:lumOff val="4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4" name="四角形: 角を丸くする 13">
            <a:extLst>
              <a:ext uri="{FF2B5EF4-FFF2-40B4-BE49-F238E27FC236}">
                <a16:creationId xmlns:a16="http://schemas.microsoft.com/office/drawing/2014/main" id="{E417C31C-ABD0-5DE8-32F7-B583C4A48E2A}"/>
              </a:ext>
            </a:extLst>
          </p:cNvPr>
          <p:cNvSpPr/>
          <p:nvPr/>
        </p:nvSpPr>
        <p:spPr>
          <a:xfrm>
            <a:off x="7513186" y="4816572"/>
            <a:ext cx="1450615" cy="1451011"/>
          </a:xfrm>
          <a:prstGeom prst="round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dirty="0">
                <a:solidFill>
                  <a:schemeClr val="tx1"/>
                </a:solidFill>
                <a:latin typeface="ＭＳ Ｐゴシック" panose="020B0600070205080204" pitchFamily="50" charset="-128"/>
                <a:ea typeface="ＭＳ Ｐゴシック" panose="020B0600070205080204" pitchFamily="50" charset="-128"/>
              </a:rPr>
              <a:t>U-Net</a:t>
            </a:r>
            <a:endParaRPr kumimoji="1" lang="ja-JP" altLang="en-US" sz="2400" dirty="0">
              <a:solidFill>
                <a:schemeClr val="tx1"/>
              </a:solidFill>
              <a:latin typeface="ＭＳ Ｐゴシック" panose="020B0600070205080204" pitchFamily="50" charset="-128"/>
              <a:ea typeface="ＭＳ Ｐゴシック" panose="020B0600070205080204" pitchFamily="50" charset="-128"/>
            </a:endParaRPr>
          </a:p>
        </p:txBody>
      </p:sp>
      <p:sp>
        <p:nvSpPr>
          <p:cNvPr id="15" name="台形 14">
            <a:extLst>
              <a:ext uri="{FF2B5EF4-FFF2-40B4-BE49-F238E27FC236}">
                <a16:creationId xmlns:a16="http://schemas.microsoft.com/office/drawing/2014/main" id="{C7DD4494-9DF8-A16F-2B42-A200BD721475}"/>
              </a:ext>
            </a:extLst>
          </p:cNvPr>
          <p:cNvSpPr/>
          <p:nvPr/>
        </p:nvSpPr>
        <p:spPr>
          <a:xfrm rot="5400000">
            <a:off x="2128875" y="2662478"/>
            <a:ext cx="1988720" cy="461665"/>
          </a:xfrm>
          <a:prstGeom prst="trapezoid">
            <a:avLst/>
          </a:prstGeom>
          <a:solidFill>
            <a:schemeClr val="accent6">
              <a:lumMod val="20000"/>
              <a:lumOff val="80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latin typeface="ＭＳ Ｐゴシック" panose="020B0600070205080204" pitchFamily="50" charset="-128"/>
                <a:ea typeface="ＭＳ Ｐゴシック" panose="020B0600070205080204" pitchFamily="50" charset="-128"/>
              </a:rPr>
              <a:t>VAE Encoder</a:t>
            </a:r>
            <a:endParaRPr kumimoji="1" lang="ja-JP" altLang="en-US" dirty="0">
              <a:solidFill>
                <a:schemeClr val="tx1"/>
              </a:solidFill>
              <a:latin typeface="ＭＳ Ｐゴシック" panose="020B0600070205080204" pitchFamily="50" charset="-128"/>
              <a:ea typeface="ＭＳ Ｐゴシック" panose="020B0600070205080204" pitchFamily="50" charset="-128"/>
            </a:endParaRPr>
          </a:p>
        </p:txBody>
      </p:sp>
      <p:sp>
        <p:nvSpPr>
          <p:cNvPr id="16" name="矢印: 下 15">
            <a:extLst>
              <a:ext uri="{FF2B5EF4-FFF2-40B4-BE49-F238E27FC236}">
                <a16:creationId xmlns:a16="http://schemas.microsoft.com/office/drawing/2014/main" id="{A35061F3-31B5-5AD3-3EE9-B504561F558C}"/>
              </a:ext>
            </a:extLst>
          </p:cNvPr>
          <p:cNvSpPr/>
          <p:nvPr/>
        </p:nvSpPr>
        <p:spPr>
          <a:xfrm rot="-5400000">
            <a:off x="6859035" y="2576525"/>
            <a:ext cx="326450" cy="633567"/>
          </a:xfrm>
          <a:prstGeom prst="downArrow">
            <a:avLst/>
          </a:prstGeom>
          <a:solidFill>
            <a:schemeClr val="tx1">
              <a:lumMod val="50000"/>
              <a:lumOff val="50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7" name="矢印: 下 16">
            <a:extLst>
              <a:ext uri="{FF2B5EF4-FFF2-40B4-BE49-F238E27FC236}">
                <a16:creationId xmlns:a16="http://schemas.microsoft.com/office/drawing/2014/main" id="{123BBC70-8185-2EB4-2EFC-9A2B90734F75}"/>
              </a:ext>
            </a:extLst>
          </p:cNvPr>
          <p:cNvSpPr/>
          <p:nvPr/>
        </p:nvSpPr>
        <p:spPr>
          <a:xfrm rot="-3600000">
            <a:off x="9370532" y="2787620"/>
            <a:ext cx="326450" cy="633567"/>
          </a:xfrm>
          <a:prstGeom prst="downArrow">
            <a:avLst/>
          </a:prstGeom>
          <a:solidFill>
            <a:schemeClr val="tx1">
              <a:lumMod val="50000"/>
              <a:lumOff val="50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 name="テキスト ボックス 17">
            <a:extLst>
              <a:ext uri="{FF2B5EF4-FFF2-40B4-BE49-F238E27FC236}">
                <a16:creationId xmlns:a16="http://schemas.microsoft.com/office/drawing/2014/main" id="{C8317474-4D0F-7827-3DBE-6F956F68954B}"/>
              </a:ext>
            </a:extLst>
          </p:cNvPr>
          <p:cNvSpPr txBox="1"/>
          <p:nvPr/>
        </p:nvSpPr>
        <p:spPr>
          <a:xfrm>
            <a:off x="849471" y="3550626"/>
            <a:ext cx="1447328" cy="400110"/>
          </a:xfrm>
          <a:prstGeom prst="rect">
            <a:avLst/>
          </a:prstGeom>
          <a:noFill/>
        </p:spPr>
        <p:txBody>
          <a:bodyPr wrap="square" rtlCol="0">
            <a:spAutoFit/>
          </a:bodyPr>
          <a:lstStyle/>
          <a:p>
            <a:r>
              <a:rPr lang="ja-JP" altLang="en-US" sz="2000" dirty="0">
                <a:latin typeface="ＭＳ Ｐゴシック" panose="020B0600070205080204" pitchFamily="50" charset="-128"/>
                <a:ea typeface="ＭＳ Ｐゴシック" panose="020B0600070205080204" pitchFamily="50" charset="-128"/>
              </a:rPr>
              <a:t>入力データ</a:t>
            </a:r>
            <a:endParaRPr lang="en-US" altLang="ja-JP" sz="2000" dirty="0">
              <a:latin typeface="ＭＳ Ｐゴシック" panose="020B0600070205080204" pitchFamily="50" charset="-128"/>
              <a:ea typeface="ＭＳ Ｐゴシック" panose="020B0600070205080204" pitchFamily="50" charset="-128"/>
            </a:endParaRPr>
          </a:p>
        </p:txBody>
      </p:sp>
      <p:sp>
        <p:nvSpPr>
          <p:cNvPr id="19" name="矢印: 下 18">
            <a:extLst>
              <a:ext uri="{FF2B5EF4-FFF2-40B4-BE49-F238E27FC236}">
                <a16:creationId xmlns:a16="http://schemas.microsoft.com/office/drawing/2014/main" id="{AEBE0319-1E61-2739-0399-FE6D3924891B}"/>
              </a:ext>
            </a:extLst>
          </p:cNvPr>
          <p:cNvSpPr/>
          <p:nvPr/>
        </p:nvSpPr>
        <p:spPr>
          <a:xfrm rot="5400000">
            <a:off x="3531210" y="4281531"/>
            <a:ext cx="326450" cy="2521095"/>
          </a:xfrm>
          <a:prstGeom prst="downArrow">
            <a:avLst/>
          </a:prstGeom>
          <a:solidFill>
            <a:schemeClr val="accent6">
              <a:lumMod val="60000"/>
              <a:lumOff val="4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0" name="台形 19">
            <a:extLst>
              <a:ext uri="{FF2B5EF4-FFF2-40B4-BE49-F238E27FC236}">
                <a16:creationId xmlns:a16="http://schemas.microsoft.com/office/drawing/2014/main" id="{8C58D5FB-F3E6-3C34-DB8B-CE5D22B535DB}"/>
              </a:ext>
            </a:extLst>
          </p:cNvPr>
          <p:cNvSpPr/>
          <p:nvPr/>
        </p:nvSpPr>
        <p:spPr>
          <a:xfrm rot="16200000">
            <a:off x="2128875" y="5311244"/>
            <a:ext cx="1988721" cy="461665"/>
          </a:xfrm>
          <a:prstGeom prst="trapezoid">
            <a:avLst/>
          </a:prstGeom>
          <a:solidFill>
            <a:schemeClr val="accent6">
              <a:lumMod val="20000"/>
              <a:lumOff val="80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latin typeface="ＭＳ Ｐゴシック" panose="020B0600070205080204" pitchFamily="50" charset="-128"/>
                <a:ea typeface="ＭＳ Ｐゴシック" panose="020B0600070205080204" pitchFamily="50" charset="-128"/>
              </a:rPr>
              <a:t>VAE Decoder</a:t>
            </a:r>
            <a:endParaRPr kumimoji="1" lang="ja-JP" altLang="en-US" dirty="0">
              <a:solidFill>
                <a:schemeClr val="tx1"/>
              </a:solidFill>
              <a:latin typeface="ＭＳ Ｐゴシック" panose="020B0600070205080204" pitchFamily="50" charset="-128"/>
              <a:ea typeface="ＭＳ Ｐゴシック" panose="020B0600070205080204" pitchFamily="50" charset="-128"/>
            </a:endParaRPr>
          </a:p>
        </p:txBody>
      </p:sp>
      <p:sp>
        <p:nvSpPr>
          <p:cNvPr id="21" name="テキスト ボックス 20">
            <a:extLst>
              <a:ext uri="{FF2B5EF4-FFF2-40B4-BE49-F238E27FC236}">
                <a16:creationId xmlns:a16="http://schemas.microsoft.com/office/drawing/2014/main" id="{EADBDD64-6152-EDC1-1F71-1E560F04C6F3}"/>
              </a:ext>
            </a:extLst>
          </p:cNvPr>
          <p:cNvSpPr txBox="1"/>
          <p:nvPr/>
        </p:nvSpPr>
        <p:spPr>
          <a:xfrm>
            <a:off x="816142" y="6142347"/>
            <a:ext cx="1447328" cy="400110"/>
          </a:xfrm>
          <a:prstGeom prst="rect">
            <a:avLst/>
          </a:prstGeom>
          <a:noFill/>
        </p:spPr>
        <p:txBody>
          <a:bodyPr wrap="square" rtlCol="0">
            <a:spAutoFit/>
          </a:bodyPr>
          <a:lstStyle/>
          <a:p>
            <a:r>
              <a:rPr lang="ja-JP" altLang="en-US" sz="2000" dirty="0">
                <a:latin typeface="ＭＳ Ｐゴシック" panose="020B0600070205080204" pitchFamily="50" charset="-128"/>
                <a:ea typeface="ＭＳ Ｐゴシック" panose="020B0600070205080204" pitchFamily="50" charset="-128"/>
              </a:rPr>
              <a:t>出力データ</a:t>
            </a:r>
            <a:endParaRPr lang="en-US" altLang="ja-JP" sz="2000" dirty="0">
              <a:latin typeface="ＭＳ Ｐゴシック" panose="020B0600070205080204" pitchFamily="50" charset="-128"/>
              <a:ea typeface="ＭＳ Ｐゴシック" panose="020B0600070205080204" pitchFamily="50" charset="-128"/>
            </a:endParaRPr>
          </a:p>
        </p:txBody>
      </p:sp>
      <p:sp>
        <p:nvSpPr>
          <p:cNvPr id="25" name="テキスト ボックス 24">
            <a:extLst>
              <a:ext uri="{FF2B5EF4-FFF2-40B4-BE49-F238E27FC236}">
                <a16:creationId xmlns:a16="http://schemas.microsoft.com/office/drawing/2014/main" id="{3410517A-E1EC-D516-9D6F-F65448DB756B}"/>
              </a:ext>
            </a:extLst>
          </p:cNvPr>
          <p:cNvSpPr txBox="1"/>
          <p:nvPr/>
        </p:nvSpPr>
        <p:spPr>
          <a:xfrm>
            <a:off x="6354749" y="1656878"/>
            <a:ext cx="1745061" cy="400110"/>
          </a:xfrm>
          <a:prstGeom prst="rect">
            <a:avLst/>
          </a:prstGeom>
          <a:noFill/>
        </p:spPr>
        <p:txBody>
          <a:bodyPr wrap="square" rtlCol="0">
            <a:spAutoFit/>
          </a:bodyPr>
          <a:lstStyle/>
          <a:p>
            <a:r>
              <a:rPr lang="ja-JP" altLang="en-US" sz="2000" dirty="0">
                <a:latin typeface="ＭＳ Ｐゴシック" panose="020B0600070205080204" pitchFamily="50" charset="-128"/>
                <a:ea typeface="ＭＳ Ｐゴシック" panose="020B0600070205080204" pitchFamily="50" charset="-128"/>
              </a:rPr>
              <a:t>拡散プロセス</a:t>
            </a:r>
            <a:endParaRPr lang="en-US" altLang="ja-JP" sz="2000" dirty="0">
              <a:latin typeface="ＭＳ Ｐゴシック" panose="020B0600070205080204" pitchFamily="50" charset="-128"/>
              <a:ea typeface="ＭＳ Ｐゴシック" panose="020B0600070205080204" pitchFamily="50" charset="-128"/>
            </a:endParaRPr>
          </a:p>
        </p:txBody>
      </p:sp>
      <p:sp>
        <p:nvSpPr>
          <p:cNvPr id="26" name="テキスト ボックス 25">
            <a:extLst>
              <a:ext uri="{FF2B5EF4-FFF2-40B4-BE49-F238E27FC236}">
                <a16:creationId xmlns:a16="http://schemas.microsoft.com/office/drawing/2014/main" id="{26DD9645-F6FE-5823-2233-04A85F3CEFEB}"/>
              </a:ext>
            </a:extLst>
          </p:cNvPr>
          <p:cNvSpPr txBox="1"/>
          <p:nvPr/>
        </p:nvSpPr>
        <p:spPr>
          <a:xfrm>
            <a:off x="6225126" y="4368079"/>
            <a:ext cx="2004308" cy="400110"/>
          </a:xfrm>
          <a:prstGeom prst="rect">
            <a:avLst/>
          </a:prstGeom>
          <a:noFill/>
        </p:spPr>
        <p:txBody>
          <a:bodyPr wrap="square" rtlCol="0">
            <a:spAutoFit/>
          </a:bodyPr>
          <a:lstStyle/>
          <a:p>
            <a:r>
              <a:rPr lang="ja-JP" altLang="en-US" sz="2000" dirty="0">
                <a:latin typeface="ＭＳ Ｐゴシック" panose="020B0600070205080204" pitchFamily="50" charset="-128"/>
                <a:ea typeface="ＭＳ Ｐゴシック" panose="020B0600070205080204" pitchFamily="50" charset="-128"/>
              </a:rPr>
              <a:t>逆拡散プロセス</a:t>
            </a:r>
            <a:endParaRPr lang="en-US" altLang="ja-JP" sz="2000" dirty="0">
              <a:latin typeface="ＭＳ Ｐゴシック" panose="020B0600070205080204" pitchFamily="50" charset="-128"/>
              <a:ea typeface="ＭＳ Ｐゴシック" panose="020B0600070205080204" pitchFamily="50" charset="-128"/>
            </a:endParaRPr>
          </a:p>
        </p:txBody>
      </p:sp>
      <p:sp>
        <p:nvSpPr>
          <p:cNvPr id="27" name="矢印: 下 26">
            <a:extLst>
              <a:ext uri="{FF2B5EF4-FFF2-40B4-BE49-F238E27FC236}">
                <a16:creationId xmlns:a16="http://schemas.microsoft.com/office/drawing/2014/main" id="{02AE5DA7-953B-5128-6AB1-F19291D1161A}"/>
              </a:ext>
            </a:extLst>
          </p:cNvPr>
          <p:cNvSpPr/>
          <p:nvPr/>
        </p:nvSpPr>
        <p:spPr>
          <a:xfrm rot="3600000">
            <a:off x="9370531" y="5295209"/>
            <a:ext cx="326450" cy="599197"/>
          </a:xfrm>
          <a:prstGeom prst="downArrow">
            <a:avLst/>
          </a:prstGeom>
          <a:solidFill>
            <a:schemeClr val="bg1"/>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8" name="矢印: 下 27">
            <a:extLst>
              <a:ext uri="{FF2B5EF4-FFF2-40B4-BE49-F238E27FC236}">
                <a16:creationId xmlns:a16="http://schemas.microsoft.com/office/drawing/2014/main" id="{0E18CF26-4442-AF55-1D50-D43F9343FE84}"/>
              </a:ext>
            </a:extLst>
          </p:cNvPr>
          <p:cNvSpPr/>
          <p:nvPr/>
        </p:nvSpPr>
        <p:spPr>
          <a:xfrm rot="5400000">
            <a:off x="6900499" y="5295209"/>
            <a:ext cx="326450" cy="599197"/>
          </a:xfrm>
          <a:prstGeom prst="downArrow">
            <a:avLst/>
          </a:prstGeom>
          <a:solidFill>
            <a:schemeClr val="bg1"/>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29" name="図 28">
            <a:extLst>
              <a:ext uri="{FF2B5EF4-FFF2-40B4-BE49-F238E27FC236}">
                <a16:creationId xmlns:a16="http://schemas.microsoft.com/office/drawing/2014/main" id="{567F91C7-50CC-0115-9B9E-2629946A0130}"/>
              </a:ext>
            </a:extLst>
          </p:cNvPr>
          <p:cNvPicPr>
            <a:picLocks noChangeAspect="1"/>
          </p:cNvPicPr>
          <p:nvPr/>
        </p:nvPicPr>
        <p:blipFill>
          <a:blip r:embed="rId4"/>
          <a:stretch>
            <a:fillRect/>
          </a:stretch>
        </p:blipFill>
        <p:spPr>
          <a:xfrm>
            <a:off x="849471" y="4803037"/>
            <a:ext cx="1489884" cy="1257090"/>
          </a:xfrm>
          <a:prstGeom prst="rect">
            <a:avLst/>
          </a:prstGeom>
        </p:spPr>
      </p:pic>
    </p:spTree>
    <p:extLst>
      <p:ext uri="{BB962C8B-B14F-4D97-AF65-F5344CB8AC3E}">
        <p14:creationId xmlns:p14="http://schemas.microsoft.com/office/powerpoint/2010/main" val="34699192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6D035-E753-CE51-12D7-69C08522C616}"/>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4D97661A-913E-883F-6CC0-962DDFCBB33C}"/>
              </a:ext>
            </a:extLst>
          </p:cNvPr>
          <p:cNvSpPr txBox="1">
            <a:spLocks noGrp="1" noRot="1" noMove="1" noResize="1" noEditPoints="1" noAdjustHandles="1" noChangeArrowheads="1" noChangeShapeType="1"/>
          </p:cNvSpPr>
          <p:nvPr/>
        </p:nvSpPr>
        <p:spPr>
          <a:xfrm>
            <a:off x="360000" y="216000"/>
            <a:ext cx="3217547"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補足　</a:t>
            </a:r>
            <a:r>
              <a:rPr lang="en-US" altLang="ja-JP" sz="2400" dirty="0">
                <a:solidFill>
                  <a:schemeClr val="tx1">
                    <a:lumMod val="75000"/>
                    <a:lumOff val="25000"/>
                  </a:schemeClr>
                </a:solidFill>
                <a:latin typeface="MS PGothic" panose="020B0600070205080204" pitchFamily="34" charset="-128"/>
                <a:ea typeface="MS PGothic" panose="020B0600070205080204" pitchFamily="34" charset="-128"/>
              </a:rPr>
              <a:t>FID</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について　</a:t>
            </a:r>
            <a:endParaRPr kumimoji="1"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A70F72E9-94E6-90A4-3483-06069DA4071E}"/>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2" name="正方形/長方形 1">
            <a:extLst>
              <a:ext uri="{FF2B5EF4-FFF2-40B4-BE49-F238E27FC236}">
                <a16:creationId xmlns:a16="http://schemas.microsoft.com/office/drawing/2014/main" id="{000F1BFA-5488-3C90-FBCF-A7D003791985}"/>
              </a:ext>
            </a:extLst>
          </p:cNvPr>
          <p:cNvSpPr/>
          <p:nvPr/>
        </p:nvSpPr>
        <p:spPr>
          <a:xfrm>
            <a:off x="373821" y="1091568"/>
            <a:ext cx="11506179" cy="2061955"/>
          </a:xfrm>
          <a:prstGeom prst="rect">
            <a:avLst/>
          </a:prstGeom>
          <a:solidFill>
            <a:schemeClr val="tx2">
              <a:lumMod val="10000"/>
              <a:lumOff val="90000"/>
            </a:schemeClr>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32B9C44B-7F32-8C7A-F0D5-A72472907E4C}"/>
              </a:ext>
            </a:extLst>
          </p:cNvPr>
          <p:cNvSpPr txBox="1"/>
          <p:nvPr/>
        </p:nvSpPr>
        <p:spPr>
          <a:xfrm>
            <a:off x="373821" y="1173466"/>
            <a:ext cx="10930300" cy="1815882"/>
          </a:xfrm>
          <a:prstGeom prst="rect">
            <a:avLst/>
          </a:prstGeom>
          <a:noFill/>
        </p:spPr>
        <p:txBody>
          <a:bodyPr wrap="square">
            <a:spAutoFit/>
          </a:bodyPr>
          <a:lstStyle/>
          <a:p>
            <a:r>
              <a:rPr lang="en-US" altLang="ja-JP" sz="2400" dirty="0">
                <a:latin typeface="ＭＳ Ｐゴシック" panose="020B0600070205080204" pitchFamily="50" charset="-128"/>
                <a:ea typeface="ＭＳ Ｐゴシック" panose="020B0600070205080204" pitchFamily="50" charset="-128"/>
              </a:rPr>
              <a:t>FID</a:t>
            </a:r>
            <a:r>
              <a:rPr lang="ja-JP" altLang="en-US" sz="2400" dirty="0">
                <a:latin typeface="ＭＳ Ｐゴシック" panose="020B0600070205080204" pitchFamily="50" charset="-128"/>
                <a:ea typeface="ＭＳ Ｐゴシック" panose="020B0600070205080204" pitchFamily="50" charset="-128"/>
              </a:rPr>
              <a:t>（</a:t>
            </a:r>
            <a:r>
              <a:rPr lang="en-US" altLang="ja-JP" sz="2400" dirty="0">
                <a:latin typeface="ＭＳ Ｐゴシック" panose="020B0600070205080204" pitchFamily="50" charset="-128"/>
                <a:ea typeface="ＭＳ Ｐゴシック" panose="020B0600070205080204" pitchFamily="50" charset="-128"/>
              </a:rPr>
              <a:t>Fréchet Inception Distance</a:t>
            </a:r>
            <a:r>
              <a:rPr lang="ja-JP" altLang="en-US" sz="2400" dirty="0">
                <a:latin typeface="ＭＳ Ｐゴシック" panose="020B0600070205080204" pitchFamily="50" charset="-128"/>
                <a:ea typeface="ＭＳ Ｐゴシック" panose="020B0600070205080204" pitchFamily="50" charset="-128"/>
              </a:rPr>
              <a:t>）について</a:t>
            </a:r>
            <a:endParaRPr lang="en-US" altLang="ja-JP" sz="2400" dirty="0">
              <a:latin typeface="ＭＳ Ｐゴシック" panose="020B0600070205080204" pitchFamily="50" charset="-128"/>
              <a:ea typeface="ＭＳ Ｐゴシック" panose="020B0600070205080204" pitchFamily="50" charset="-128"/>
            </a:endParaRPr>
          </a:p>
          <a:p>
            <a:endParaRPr lang="en-US" altLang="ja-JP" sz="2400" dirty="0">
              <a:latin typeface="ＭＳ Ｐゴシック" panose="020B0600070205080204" pitchFamily="50" charset="-128"/>
              <a:ea typeface="ＭＳ Ｐゴシック" panose="020B0600070205080204" pitchFamily="50" charset="-128"/>
            </a:endParaRPr>
          </a:p>
          <a:p>
            <a:pPr marL="342900" indent="-34290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合成画像の“リアルさ”を実画像と比較して定量的に評価するための指標</a:t>
            </a:r>
            <a:endParaRPr lang="en-US" altLang="ja-JP" sz="2000" dirty="0">
              <a:latin typeface="ＭＳ Ｐゴシック" panose="020B0600070205080204" pitchFamily="50" charset="-128"/>
              <a:ea typeface="ＭＳ Ｐゴシック" panose="020B0600070205080204" pitchFamily="50" charset="-128"/>
            </a:endParaRPr>
          </a:p>
          <a:p>
            <a:r>
              <a:rPr lang="en-US" altLang="ja-JP" sz="2000" dirty="0">
                <a:latin typeface="ＭＳ Ｐゴシック" panose="020B0600070205080204" pitchFamily="50" charset="-128"/>
                <a:ea typeface="ＭＳ Ｐゴシック" panose="020B0600070205080204" pitchFamily="50" charset="-128"/>
              </a:rPr>
              <a:t>	</a:t>
            </a:r>
          </a:p>
          <a:p>
            <a:pPr marL="342900" indent="-34290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値が</a:t>
            </a:r>
            <a:r>
              <a:rPr lang="ja-JP" altLang="en-US" sz="2000" dirty="0">
                <a:solidFill>
                  <a:srgbClr val="FF0000"/>
                </a:solidFill>
                <a:latin typeface="ＭＳ Ｐゴシック" panose="020B0600070205080204" pitchFamily="50" charset="-128"/>
                <a:ea typeface="ＭＳ Ｐゴシック" panose="020B0600070205080204" pitchFamily="50" charset="-128"/>
              </a:rPr>
              <a:t>小さい</a:t>
            </a:r>
            <a:r>
              <a:rPr lang="ja-JP" altLang="en-US" sz="2000" dirty="0">
                <a:latin typeface="ＭＳ Ｐゴシック" panose="020B0600070205080204" pitchFamily="50" charset="-128"/>
                <a:ea typeface="ＭＳ Ｐゴシック" panose="020B0600070205080204" pitchFamily="50" charset="-128"/>
              </a:rPr>
              <a:t>ほど実画像に近い</a:t>
            </a:r>
            <a:r>
              <a:rPr lang="en-US" altLang="ja-JP" sz="2400" dirty="0">
                <a:latin typeface="ＭＳ Ｐゴシック" panose="020B0600070205080204" pitchFamily="50" charset="-128"/>
                <a:ea typeface="ＭＳ Ｐゴシック" panose="020B0600070205080204" pitchFamily="50" charset="-128"/>
              </a:rPr>
              <a:t>	</a:t>
            </a:r>
            <a:endParaRPr lang="ja-JP" altLang="en-US" sz="2400" dirty="0">
              <a:latin typeface="ＭＳ Ｐゴシック" panose="020B0600070205080204" pitchFamily="50" charset="-128"/>
              <a:ea typeface="ＭＳ Ｐゴシック" panose="020B0600070205080204" pitchFamily="50" charset="-128"/>
            </a:endParaRPr>
          </a:p>
        </p:txBody>
      </p:sp>
      <p:sp>
        <p:nvSpPr>
          <p:cNvPr id="6" name="テキスト ボックス 5">
            <a:extLst>
              <a:ext uri="{FF2B5EF4-FFF2-40B4-BE49-F238E27FC236}">
                <a16:creationId xmlns:a16="http://schemas.microsoft.com/office/drawing/2014/main" id="{DE003A4A-AB2B-C45D-A4E0-FF59C5DDDDF0}"/>
              </a:ext>
            </a:extLst>
          </p:cNvPr>
          <p:cNvSpPr txBox="1"/>
          <p:nvPr/>
        </p:nvSpPr>
        <p:spPr>
          <a:xfrm>
            <a:off x="360000" y="3235421"/>
            <a:ext cx="1633900" cy="400110"/>
          </a:xfrm>
          <a:prstGeom prst="rect">
            <a:avLst/>
          </a:prstGeom>
          <a:noFill/>
        </p:spPr>
        <p:txBody>
          <a:bodyPr wrap="square">
            <a:spAutoFit/>
          </a:bodyPr>
          <a:lstStyle/>
          <a:p>
            <a:pPr marL="342900" indent="-342900">
              <a:buFont typeface="Wingdings" panose="05000000000000000000" pitchFamily="2" charset="2"/>
              <a:buChar char="p"/>
            </a:pPr>
            <a:r>
              <a:rPr lang="ja-JP" altLang="en-US" sz="2000" dirty="0">
                <a:latin typeface="ＭＳ Ｐゴシック" panose="020B0600070205080204" pitchFamily="50" charset="-128"/>
                <a:ea typeface="ＭＳ Ｐゴシック" panose="020B0600070205080204" pitchFamily="50" charset="-128"/>
              </a:rPr>
              <a:t>計算方法</a:t>
            </a:r>
            <a:endParaRPr lang="en-US" altLang="ja-JP" sz="2000" dirty="0">
              <a:latin typeface="ＭＳ Ｐゴシック" panose="020B0600070205080204" pitchFamily="50" charset="-128"/>
              <a:ea typeface="ＭＳ Ｐゴシック" panose="020B0600070205080204" pitchFamily="50" charset="-128"/>
            </a:endParaRPr>
          </a:p>
        </p:txBody>
      </p:sp>
      <p:sp>
        <p:nvSpPr>
          <p:cNvPr id="7" name="テキスト ボックス 6">
            <a:extLst>
              <a:ext uri="{FF2B5EF4-FFF2-40B4-BE49-F238E27FC236}">
                <a16:creationId xmlns:a16="http://schemas.microsoft.com/office/drawing/2014/main" id="{970D4AEA-7F16-A708-8978-34FEC4769106}"/>
              </a:ext>
            </a:extLst>
          </p:cNvPr>
          <p:cNvSpPr txBox="1"/>
          <p:nvPr/>
        </p:nvSpPr>
        <p:spPr>
          <a:xfrm>
            <a:off x="433804" y="3642805"/>
            <a:ext cx="7953683" cy="3139321"/>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dirty="0">
                <a:latin typeface="ＭＳ Ｐゴシック" panose="020B0600070205080204" pitchFamily="50" charset="-128"/>
                <a:ea typeface="ＭＳ Ｐゴシック" panose="020B0600070205080204" pitchFamily="50" charset="-128"/>
              </a:rPr>
              <a:t>実画像と生成画像を同じ枚数だけ用意</a:t>
            </a:r>
            <a:endParaRPr kumimoji="1"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kumimoji="1" lang="ja-JP" altLang="en-US" dirty="0">
                <a:latin typeface="ＭＳ Ｐゴシック" panose="020B0600070205080204" pitchFamily="50" charset="-128"/>
                <a:ea typeface="ＭＳ Ｐゴシック" panose="020B0600070205080204" pitchFamily="50" charset="-128"/>
              </a:rPr>
              <a:t>両方の画像を、</a:t>
            </a:r>
            <a:r>
              <a:rPr kumimoji="1" lang="en-US" altLang="ja-JP" dirty="0">
                <a:latin typeface="ＭＳ Ｐゴシック" panose="020B0600070205080204" pitchFamily="50" charset="-128"/>
                <a:ea typeface="ＭＳ Ｐゴシック" panose="020B0600070205080204" pitchFamily="50" charset="-128"/>
              </a:rPr>
              <a:t>Inception v3 </a:t>
            </a:r>
            <a:r>
              <a:rPr kumimoji="1" lang="ja-JP" altLang="en-US" dirty="0">
                <a:latin typeface="ＭＳ Ｐゴシック" panose="020B0600070205080204" pitchFamily="50" charset="-128"/>
                <a:ea typeface="ＭＳ Ｐゴシック" panose="020B0600070205080204" pitchFamily="50" charset="-128"/>
              </a:rPr>
              <a:t>という</a:t>
            </a:r>
            <a:endParaRPr kumimoji="1" lang="en-US" altLang="ja-JP" dirty="0">
              <a:latin typeface="ＭＳ Ｐゴシック" panose="020B0600070205080204" pitchFamily="50" charset="-128"/>
              <a:ea typeface="ＭＳ Ｐゴシック" panose="020B0600070205080204" pitchFamily="50" charset="-128"/>
            </a:endParaRPr>
          </a:p>
          <a:p>
            <a:r>
              <a:rPr lang="ja-JP" altLang="en-US" dirty="0">
                <a:latin typeface="ＭＳ Ｐゴシック" panose="020B0600070205080204" pitchFamily="50" charset="-128"/>
                <a:ea typeface="ＭＳ Ｐゴシック" panose="020B0600070205080204" pitchFamily="50" charset="-128"/>
              </a:rPr>
              <a:t>　　</a:t>
            </a:r>
            <a:r>
              <a:rPr kumimoji="1" lang="ja-JP" altLang="en-US" dirty="0">
                <a:latin typeface="ＭＳ Ｐゴシック" panose="020B0600070205080204" pitchFamily="50" charset="-128"/>
                <a:ea typeface="ＭＳ Ｐゴシック" panose="020B0600070205080204" pitchFamily="50" charset="-128"/>
              </a:rPr>
              <a:t>画像分類ネットワークに通す</a:t>
            </a:r>
            <a:endParaRPr kumimoji="1"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kumimoji="1" lang="ja-JP" altLang="en-US" dirty="0">
                <a:latin typeface="ＭＳ Ｐゴシック" panose="020B0600070205080204" pitchFamily="50" charset="-128"/>
                <a:ea typeface="ＭＳ Ｐゴシック" panose="020B0600070205080204" pitchFamily="50" charset="-128"/>
              </a:rPr>
              <a:t>特徴ベクトル（高次元の数値情報）を抽出</a:t>
            </a:r>
            <a:endParaRPr kumimoji="1"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kumimoji="1" lang="ja-JP" altLang="en-US" dirty="0">
                <a:latin typeface="ＭＳ Ｐゴシック" panose="020B0600070205080204" pitchFamily="50" charset="-128"/>
                <a:ea typeface="ＭＳ Ｐゴシック" panose="020B0600070205080204" pitchFamily="50" charset="-128"/>
              </a:rPr>
              <a:t>それぞれの画像群から、平均ベクトル </a:t>
            </a:r>
            <a:r>
              <a:rPr kumimoji="1" lang="en-US" altLang="ja-JP" dirty="0">
                <a:latin typeface="ＭＳ Ｐゴシック" panose="020B0600070205080204" pitchFamily="50" charset="-128"/>
                <a:ea typeface="ＭＳ Ｐゴシック" panose="020B0600070205080204" pitchFamily="50" charset="-128"/>
              </a:rPr>
              <a:t>μ </a:t>
            </a:r>
            <a:r>
              <a:rPr kumimoji="1" lang="ja-JP" altLang="en-US" dirty="0">
                <a:latin typeface="ＭＳ Ｐゴシック" panose="020B0600070205080204" pitchFamily="50" charset="-128"/>
                <a:ea typeface="ＭＳ Ｐゴシック" panose="020B0600070205080204" pitchFamily="50" charset="-128"/>
              </a:rPr>
              <a:t>と </a:t>
            </a:r>
            <a:endParaRPr kumimoji="1" lang="en-US" altLang="ja-JP" dirty="0">
              <a:latin typeface="ＭＳ Ｐゴシック" panose="020B0600070205080204" pitchFamily="50" charset="-128"/>
              <a:ea typeface="ＭＳ Ｐゴシック" panose="020B0600070205080204" pitchFamily="50" charset="-128"/>
            </a:endParaRPr>
          </a:p>
          <a:p>
            <a:r>
              <a:rPr lang="ja-JP" altLang="en-US" dirty="0">
                <a:latin typeface="ＭＳ Ｐゴシック" panose="020B0600070205080204" pitchFamily="50" charset="-128"/>
                <a:ea typeface="ＭＳ Ｐゴシック" panose="020B0600070205080204" pitchFamily="50" charset="-128"/>
              </a:rPr>
              <a:t>　　</a:t>
            </a:r>
            <a:r>
              <a:rPr kumimoji="1" lang="ja-JP" altLang="en-US" dirty="0">
                <a:latin typeface="ＭＳ Ｐゴシック" panose="020B0600070205080204" pitchFamily="50" charset="-128"/>
                <a:ea typeface="ＭＳ Ｐゴシック" panose="020B0600070205080204" pitchFamily="50" charset="-128"/>
              </a:rPr>
              <a:t>共分散行列 </a:t>
            </a:r>
            <a:r>
              <a:rPr kumimoji="1" lang="en-US" altLang="ja-JP" dirty="0">
                <a:latin typeface="ＭＳ Ｐゴシック" panose="020B0600070205080204" pitchFamily="50" charset="-128"/>
                <a:ea typeface="ＭＳ Ｐゴシック" panose="020B0600070205080204" pitchFamily="50" charset="-128"/>
              </a:rPr>
              <a:t>Σ </a:t>
            </a:r>
            <a:r>
              <a:rPr kumimoji="1" lang="ja-JP" altLang="en-US" dirty="0">
                <a:latin typeface="ＭＳ Ｐゴシック" panose="020B0600070205080204" pitchFamily="50" charset="-128"/>
                <a:ea typeface="ＭＳ Ｐゴシック" panose="020B0600070205080204" pitchFamily="50" charset="-128"/>
              </a:rPr>
              <a:t>を求める</a:t>
            </a:r>
            <a:endParaRPr kumimoji="1"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ja-JP" altLang="en-US" dirty="0">
                <a:latin typeface="ＭＳ Ｐゴシック" panose="020B0600070205080204" pitchFamily="50" charset="-128"/>
                <a:ea typeface="ＭＳ Ｐゴシック" panose="020B0600070205080204" pitchFamily="50" charset="-128"/>
              </a:rPr>
              <a:t>右</a:t>
            </a:r>
            <a:r>
              <a:rPr kumimoji="1" lang="ja-JP" altLang="en-US" dirty="0">
                <a:latin typeface="ＭＳ Ｐゴシック" panose="020B0600070205080204" pitchFamily="50" charset="-128"/>
                <a:ea typeface="ＭＳ Ｐゴシック" panose="020B0600070205080204" pitchFamily="50" charset="-128"/>
              </a:rPr>
              <a:t>の数式で </a:t>
            </a:r>
            <a:r>
              <a:rPr kumimoji="1" lang="en-US" altLang="ja-JP" dirty="0">
                <a:latin typeface="ＭＳ Ｐゴシック" panose="020B0600070205080204" pitchFamily="50" charset="-128"/>
                <a:ea typeface="ＭＳ Ｐゴシック" panose="020B0600070205080204" pitchFamily="50" charset="-128"/>
              </a:rPr>
              <a:t>FID</a:t>
            </a:r>
            <a:r>
              <a:rPr kumimoji="1" lang="ja-JP" altLang="en-US" dirty="0">
                <a:latin typeface="ＭＳ Ｐゴシック" panose="020B0600070205080204" pitchFamily="50" charset="-128"/>
                <a:ea typeface="ＭＳ Ｐゴシック" panose="020B0600070205080204" pitchFamily="50" charset="-128"/>
              </a:rPr>
              <a:t>を計算</a:t>
            </a:r>
          </a:p>
        </p:txBody>
      </p:sp>
      <p:pic>
        <p:nvPicPr>
          <p:cNvPr id="8" name="図 7">
            <a:extLst>
              <a:ext uri="{FF2B5EF4-FFF2-40B4-BE49-F238E27FC236}">
                <a16:creationId xmlns:a16="http://schemas.microsoft.com/office/drawing/2014/main" id="{E452597C-C4FC-2C65-FC19-5EC7D9E9AB72}"/>
              </a:ext>
            </a:extLst>
          </p:cNvPr>
          <p:cNvPicPr>
            <a:picLocks noChangeAspect="1"/>
          </p:cNvPicPr>
          <p:nvPr/>
        </p:nvPicPr>
        <p:blipFill>
          <a:blip r:embed="rId3"/>
          <a:srcRect l="1832" t="19739" r="2825" b="28572"/>
          <a:stretch/>
        </p:blipFill>
        <p:spPr>
          <a:xfrm>
            <a:off x="6474142" y="3658485"/>
            <a:ext cx="5392037" cy="319056"/>
          </a:xfrm>
          <a:prstGeom prst="rect">
            <a:avLst/>
          </a:prstGeom>
        </p:spPr>
      </p:pic>
      <p:grpSp>
        <p:nvGrpSpPr>
          <p:cNvPr id="9" name="グループ化 8">
            <a:extLst>
              <a:ext uri="{FF2B5EF4-FFF2-40B4-BE49-F238E27FC236}">
                <a16:creationId xmlns:a16="http://schemas.microsoft.com/office/drawing/2014/main" id="{FBA83026-C59F-E974-30B1-A75367BCDFF2}"/>
              </a:ext>
            </a:extLst>
          </p:cNvPr>
          <p:cNvGrpSpPr/>
          <p:nvPr/>
        </p:nvGrpSpPr>
        <p:grpSpPr>
          <a:xfrm>
            <a:off x="8293909" y="4191346"/>
            <a:ext cx="4052454" cy="1419131"/>
            <a:chOff x="6838883" y="4916128"/>
            <a:chExt cx="4052454" cy="1419131"/>
          </a:xfrm>
        </p:grpSpPr>
        <p:grpSp>
          <p:nvGrpSpPr>
            <p:cNvPr id="10" name="グループ化 9">
              <a:extLst>
                <a:ext uri="{FF2B5EF4-FFF2-40B4-BE49-F238E27FC236}">
                  <a16:creationId xmlns:a16="http://schemas.microsoft.com/office/drawing/2014/main" id="{3B3A7E14-012A-7108-F63C-1BC181A091DC}"/>
                </a:ext>
              </a:extLst>
            </p:cNvPr>
            <p:cNvGrpSpPr/>
            <p:nvPr/>
          </p:nvGrpSpPr>
          <p:grpSpPr>
            <a:xfrm>
              <a:off x="6838883" y="4978415"/>
              <a:ext cx="360000" cy="1299814"/>
              <a:chOff x="6838883" y="4978415"/>
              <a:chExt cx="360000" cy="1299814"/>
            </a:xfrm>
          </p:grpSpPr>
          <p:pic>
            <p:nvPicPr>
              <p:cNvPr id="16" name="図 15">
                <a:extLst>
                  <a:ext uri="{FF2B5EF4-FFF2-40B4-BE49-F238E27FC236}">
                    <a16:creationId xmlns:a16="http://schemas.microsoft.com/office/drawing/2014/main" id="{FB3963FB-9222-0CE0-6ACB-03880AE9BC1C}"/>
                  </a:ext>
                </a:extLst>
              </p:cNvPr>
              <p:cNvPicPr>
                <a:picLocks noChangeAspect="1"/>
              </p:cNvPicPr>
              <p:nvPr/>
            </p:nvPicPr>
            <p:blipFill>
              <a:blip r:embed="rId4"/>
              <a:stretch>
                <a:fillRect/>
              </a:stretch>
            </p:blipFill>
            <p:spPr>
              <a:xfrm>
                <a:off x="6838883" y="4978415"/>
                <a:ext cx="360000" cy="301622"/>
              </a:xfrm>
              <a:prstGeom prst="rect">
                <a:avLst/>
              </a:prstGeom>
            </p:spPr>
          </p:pic>
          <p:pic>
            <p:nvPicPr>
              <p:cNvPr id="17" name="図 16">
                <a:extLst>
                  <a:ext uri="{FF2B5EF4-FFF2-40B4-BE49-F238E27FC236}">
                    <a16:creationId xmlns:a16="http://schemas.microsoft.com/office/drawing/2014/main" id="{EFC67537-76B6-926E-18D5-43AB3B2197FE}"/>
                  </a:ext>
                </a:extLst>
              </p:cNvPr>
              <p:cNvPicPr>
                <a:picLocks noChangeAspect="1"/>
              </p:cNvPicPr>
              <p:nvPr/>
            </p:nvPicPr>
            <p:blipFill>
              <a:blip r:embed="rId5"/>
              <a:stretch>
                <a:fillRect/>
              </a:stretch>
            </p:blipFill>
            <p:spPr>
              <a:xfrm>
                <a:off x="6838883" y="5337066"/>
                <a:ext cx="360000" cy="274285"/>
              </a:xfrm>
              <a:prstGeom prst="rect">
                <a:avLst/>
              </a:prstGeom>
            </p:spPr>
          </p:pic>
          <p:pic>
            <p:nvPicPr>
              <p:cNvPr id="18" name="図 17">
                <a:extLst>
                  <a:ext uri="{FF2B5EF4-FFF2-40B4-BE49-F238E27FC236}">
                    <a16:creationId xmlns:a16="http://schemas.microsoft.com/office/drawing/2014/main" id="{68CAE025-2B2A-5960-6E30-14B8FD8FAE94}"/>
                  </a:ext>
                </a:extLst>
              </p:cNvPr>
              <p:cNvPicPr>
                <a:picLocks noChangeAspect="1"/>
              </p:cNvPicPr>
              <p:nvPr/>
            </p:nvPicPr>
            <p:blipFill>
              <a:blip r:embed="rId6"/>
              <a:stretch>
                <a:fillRect/>
              </a:stretch>
            </p:blipFill>
            <p:spPr>
              <a:xfrm>
                <a:off x="6838883" y="5705927"/>
                <a:ext cx="360000" cy="260000"/>
              </a:xfrm>
              <a:prstGeom prst="rect">
                <a:avLst/>
              </a:prstGeom>
            </p:spPr>
          </p:pic>
          <p:pic>
            <p:nvPicPr>
              <p:cNvPr id="19" name="図 18">
                <a:extLst>
                  <a:ext uri="{FF2B5EF4-FFF2-40B4-BE49-F238E27FC236}">
                    <a16:creationId xmlns:a16="http://schemas.microsoft.com/office/drawing/2014/main" id="{A2B6486F-49C3-B116-99B0-EBE3B4739992}"/>
                  </a:ext>
                </a:extLst>
              </p:cNvPr>
              <p:cNvPicPr>
                <a:picLocks noChangeAspect="1"/>
              </p:cNvPicPr>
              <p:nvPr/>
            </p:nvPicPr>
            <p:blipFill>
              <a:blip r:embed="rId7"/>
              <a:stretch>
                <a:fillRect/>
              </a:stretch>
            </p:blipFill>
            <p:spPr>
              <a:xfrm>
                <a:off x="6838883" y="6022956"/>
                <a:ext cx="360000" cy="255273"/>
              </a:xfrm>
              <a:prstGeom prst="rect">
                <a:avLst/>
              </a:prstGeom>
            </p:spPr>
          </p:pic>
        </p:grpSp>
        <p:grpSp>
          <p:nvGrpSpPr>
            <p:cNvPr id="11" name="グループ化 10">
              <a:extLst>
                <a:ext uri="{FF2B5EF4-FFF2-40B4-BE49-F238E27FC236}">
                  <a16:creationId xmlns:a16="http://schemas.microsoft.com/office/drawing/2014/main" id="{020E2482-E7CA-4402-EC13-63300DF30DB9}"/>
                </a:ext>
              </a:extLst>
            </p:cNvPr>
            <p:cNvGrpSpPr/>
            <p:nvPr/>
          </p:nvGrpSpPr>
          <p:grpSpPr>
            <a:xfrm>
              <a:off x="7220943" y="4916128"/>
              <a:ext cx="3670394" cy="1419131"/>
              <a:chOff x="7220943" y="4916128"/>
              <a:chExt cx="3670394" cy="1419131"/>
            </a:xfrm>
          </p:grpSpPr>
          <p:sp>
            <p:nvSpPr>
              <p:cNvPr id="12" name="テキスト ボックス 11">
                <a:extLst>
                  <a:ext uri="{FF2B5EF4-FFF2-40B4-BE49-F238E27FC236}">
                    <a16:creationId xmlns:a16="http://schemas.microsoft.com/office/drawing/2014/main" id="{DD608699-58A3-A8CB-4DAA-BDAAE6956DEF}"/>
                  </a:ext>
                </a:extLst>
              </p:cNvPr>
              <p:cNvSpPr txBox="1"/>
              <p:nvPr/>
            </p:nvSpPr>
            <p:spPr>
              <a:xfrm>
                <a:off x="7220943" y="4916128"/>
                <a:ext cx="3670394" cy="369332"/>
              </a:xfrm>
              <a:prstGeom prst="rect">
                <a:avLst/>
              </a:prstGeom>
              <a:noFill/>
            </p:spPr>
            <p:txBody>
              <a:bodyPr wrap="square" rtlCol="0">
                <a:spAutoFit/>
              </a:bodyPr>
              <a:lstStyle/>
              <a:p>
                <a:r>
                  <a:rPr lang="ja-JP" altLang="en-US" dirty="0">
                    <a:latin typeface="ＭＳ Ｐゴシック" panose="020B0600070205080204" pitchFamily="50" charset="-128"/>
                    <a:ea typeface="ＭＳ Ｐゴシック" panose="020B0600070205080204" pitchFamily="50" charset="-128"/>
                  </a:rPr>
                  <a:t>：　</a:t>
                </a:r>
                <a:r>
                  <a:rPr kumimoji="1" lang="ja-JP" altLang="en-US" dirty="0">
                    <a:latin typeface="ＭＳ Ｐゴシック" panose="020B0600070205080204" pitchFamily="50" charset="-128"/>
                    <a:ea typeface="ＭＳ Ｐゴシック" panose="020B0600070205080204" pitchFamily="50" charset="-128"/>
                  </a:rPr>
                  <a:t>実画像の平均ベクトル</a:t>
                </a:r>
              </a:p>
            </p:txBody>
          </p:sp>
          <p:sp>
            <p:nvSpPr>
              <p:cNvPr id="13" name="テキスト ボックス 12">
                <a:extLst>
                  <a:ext uri="{FF2B5EF4-FFF2-40B4-BE49-F238E27FC236}">
                    <a16:creationId xmlns:a16="http://schemas.microsoft.com/office/drawing/2014/main" id="{C87B8D48-19EF-98C9-D058-0DB1D596C8BC}"/>
                  </a:ext>
                </a:extLst>
              </p:cNvPr>
              <p:cNvSpPr txBox="1"/>
              <p:nvPr/>
            </p:nvSpPr>
            <p:spPr>
              <a:xfrm>
                <a:off x="7220943" y="5227263"/>
                <a:ext cx="3670394" cy="369332"/>
              </a:xfrm>
              <a:prstGeom prst="rect">
                <a:avLst/>
              </a:prstGeom>
              <a:noFill/>
            </p:spPr>
            <p:txBody>
              <a:bodyPr wrap="square" rtlCol="0">
                <a:spAutoFit/>
              </a:bodyPr>
              <a:lstStyle/>
              <a:p>
                <a:r>
                  <a:rPr kumimoji="1" lang="ja-JP" altLang="en-US" dirty="0">
                    <a:latin typeface="ＭＳ Ｐゴシック" panose="020B0600070205080204" pitchFamily="50" charset="-128"/>
                    <a:ea typeface="ＭＳ Ｐゴシック" panose="020B0600070205080204" pitchFamily="50" charset="-128"/>
                  </a:rPr>
                  <a:t>：　生成画像の平均ベクトル</a:t>
                </a:r>
              </a:p>
            </p:txBody>
          </p:sp>
          <p:sp>
            <p:nvSpPr>
              <p:cNvPr id="14" name="テキスト ボックス 13">
                <a:extLst>
                  <a:ext uri="{FF2B5EF4-FFF2-40B4-BE49-F238E27FC236}">
                    <a16:creationId xmlns:a16="http://schemas.microsoft.com/office/drawing/2014/main" id="{ADB7FAA7-3A0E-FA9B-79C2-2C813F1A77AF}"/>
                  </a:ext>
                </a:extLst>
              </p:cNvPr>
              <p:cNvSpPr txBox="1"/>
              <p:nvPr/>
            </p:nvSpPr>
            <p:spPr>
              <a:xfrm>
                <a:off x="7220943" y="5596595"/>
                <a:ext cx="3670394" cy="369332"/>
              </a:xfrm>
              <a:prstGeom prst="rect">
                <a:avLst/>
              </a:prstGeom>
              <a:noFill/>
            </p:spPr>
            <p:txBody>
              <a:bodyPr wrap="square" rtlCol="0">
                <a:spAutoFit/>
              </a:bodyPr>
              <a:lstStyle/>
              <a:p>
                <a:r>
                  <a:rPr lang="ja-JP" altLang="en-US" dirty="0">
                    <a:latin typeface="ＭＳ Ｐゴシック" panose="020B0600070205080204" pitchFamily="50" charset="-128"/>
                    <a:ea typeface="ＭＳ Ｐゴシック" panose="020B0600070205080204" pitchFamily="50" charset="-128"/>
                  </a:rPr>
                  <a:t>：　実画像の共分散行列</a:t>
                </a:r>
                <a:endParaRPr kumimoji="1" lang="ja-JP" altLang="en-US" dirty="0">
                  <a:latin typeface="ＭＳ Ｐゴシック" panose="020B0600070205080204" pitchFamily="50" charset="-128"/>
                  <a:ea typeface="ＭＳ Ｐゴシック" panose="020B0600070205080204" pitchFamily="50" charset="-128"/>
                </a:endParaRPr>
              </a:p>
            </p:txBody>
          </p:sp>
          <p:sp>
            <p:nvSpPr>
              <p:cNvPr id="15" name="テキスト ボックス 14">
                <a:extLst>
                  <a:ext uri="{FF2B5EF4-FFF2-40B4-BE49-F238E27FC236}">
                    <a16:creationId xmlns:a16="http://schemas.microsoft.com/office/drawing/2014/main" id="{AEB5C9D8-5859-872E-4771-214B0CC43D26}"/>
                  </a:ext>
                </a:extLst>
              </p:cNvPr>
              <p:cNvSpPr txBox="1"/>
              <p:nvPr/>
            </p:nvSpPr>
            <p:spPr>
              <a:xfrm>
                <a:off x="7220943" y="5965927"/>
                <a:ext cx="2799270" cy="369332"/>
              </a:xfrm>
              <a:prstGeom prst="rect">
                <a:avLst/>
              </a:prstGeom>
              <a:noFill/>
            </p:spPr>
            <p:txBody>
              <a:bodyPr wrap="square" rtlCol="0">
                <a:spAutoFit/>
              </a:bodyPr>
              <a:lstStyle/>
              <a:p>
                <a:r>
                  <a:rPr lang="ja-JP" altLang="en-US" dirty="0">
                    <a:latin typeface="ＭＳ Ｐゴシック" panose="020B0600070205080204" pitchFamily="50" charset="-128"/>
                    <a:ea typeface="ＭＳ Ｐゴシック" panose="020B0600070205080204" pitchFamily="50" charset="-128"/>
                  </a:rPr>
                  <a:t>：　生成画像の共分散行列</a:t>
                </a:r>
                <a:endParaRPr kumimoji="1" lang="ja-JP" altLang="en-US" dirty="0">
                  <a:latin typeface="ＭＳ Ｐゴシック" panose="020B0600070205080204" pitchFamily="50" charset="-128"/>
                  <a:ea typeface="ＭＳ Ｐゴシック" panose="020B0600070205080204" pitchFamily="50" charset="-128"/>
                </a:endParaRPr>
              </a:p>
            </p:txBody>
          </p:sp>
        </p:grpSp>
      </p:grpSp>
    </p:spTree>
    <p:extLst>
      <p:ext uri="{BB962C8B-B14F-4D97-AF65-F5344CB8AC3E}">
        <p14:creationId xmlns:p14="http://schemas.microsoft.com/office/powerpoint/2010/main" val="12763962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8EB56-3833-BB1C-566C-48F4F8D2D714}"/>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D91FDCAD-1564-7FBA-17D3-973BB1FE4480}"/>
              </a:ext>
            </a:extLst>
          </p:cNvPr>
          <p:cNvSpPr txBox="1">
            <a:spLocks noGrp="1" noRot="1" noMove="1" noResize="1" noEditPoints="1" noAdjustHandles="1" noChangeArrowheads="1" noChangeShapeType="1"/>
          </p:cNvSpPr>
          <p:nvPr/>
        </p:nvSpPr>
        <p:spPr>
          <a:xfrm>
            <a:off x="360000" y="216000"/>
            <a:ext cx="1574470"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補足</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　</a:t>
            </a:r>
            <a:r>
              <a:rPr lang="en-US" altLang="ja-JP" sz="2400" dirty="0">
                <a:solidFill>
                  <a:schemeClr val="tx1">
                    <a:lumMod val="75000"/>
                    <a:lumOff val="25000"/>
                  </a:schemeClr>
                </a:solidFill>
                <a:latin typeface="MS PGothic" panose="020B0600070205080204" pitchFamily="34" charset="-128"/>
                <a:ea typeface="MS PGothic" panose="020B0600070205080204" pitchFamily="34" charset="-128"/>
              </a:rPr>
              <a:t>IS</a:t>
            </a:r>
          </a:p>
        </p:txBody>
      </p:sp>
      <p:cxnSp>
        <p:nvCxnSpPr>
          <p:cNvPr id="5" name="直線コネクタ 4">
            <a:extLst>
              <a:ext uri="{FF2B5EF4-FFF2-40B4-BE49-F238E27FC236}">
                <a16:creationId xmlns:a16="http://schemas.microsoft.com/office/drawing/2014/main" id="{1662D614-A9A6-B7D4-4AF5-023E4FA94169}"/>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55" name="正方形/長方形 54">
            <a:extLst>
              <a:ext uri="{FF2B5EF4-FFF2-40B4-BE49-F238E27FC236}">
                <a16:creationId xmlns:a16="http://schemas.microsoft.com/office/drawing/2014/main" id="{9B99C1A3-9551-212C-4750-B73B8FB3B565}"/>
              </a:ext>
            </a:extLst>
          </p:cNvPr>
          <p:cNvSpPr/>
          <p:nvPr/>
        </p:nvSpPr>
        <p:spPr>
          <a:xfrm>
            <a:off x="373821" y="1091569"/>
            <a:ext cx="11506179" cy="1937382"/>
          </a:xfrm>
          <a:prstGeom prst="rect">
            <a:avLst/>
          </a:prstGeom>
          <a:solidFill>
            <a:schemeClr val="tx2">
              <a:lumMod val="10000"/>
              <a:lumOff val="90000"/>
            </a:schemeClr>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テキスト ボックス 56">
            <a:extLst>
              <a:ext uri="{FF2B5EF4-FFF2-40B4-BE49-F238E27FC236}">
                <a16:creationId xmlns:a16="http://schemas.microsoft.com/office/drawing/2014/main" id="{89E6892C-3D53-D0C4-174A-817261A56002}"/>
              </a:ext>
            </a:extLst>
          </p:cNvPr>
          <p:cNvSpPr txBox="1"/>
          <p:nvPr/>
        </p:nvSpPr>
        <p:spPr>
          <a:xfrm>
            <a:off x="373821" y="1173466"/>
            <a:ext cx="10930300" cy="1754326"/>
          </a:xfrm>
          <a:prstGeom prst="rect">
            <a:avLst/>
          </a:prstGeom>
          <a:noFill/>
        </p:spPr>
        <p:txBody>
          <a:bodyPr wrap="square">
            <a:spAutoFit/>
          </a:bodyPr>
          <a:lstStyle/>
          <a:p>
            <a:r>
              <a:rPr lang="en-US" altLang="ja-JP" sz="2400" dirty="0">
                <a:latin typeface="ＭＳ Ｐゴシック" panose="020B0600070205080204" pitchFamily="50" charset="-128"/>
                <a:ea typeface="ＭＳ Ｐゴシック" panose="020B0600070205080204" pitchFamily="50" charset="-128"/>
              </a:rPr>
              <a:t>IS</a:t>
            </a:r>
            <a:r>
              <a:rPr lang="ja-JP" altLang="en-US" sz="2400" dirty="0">
                <a:latin typeface="ＭＳ Ｐゴシック" panose="020B0600070205080204" pitchFamily="50" charset="-128"/>
                <a:ea typeface="ＭＳ Ｐゴシック" panose="020B0600070205080204" pitchFamily="50" charset="-128"/>
              </a:rPr>
              <a:t>（</a:t>
            </a:r>
            <a:r>
              <a:rPr lang="en-US" altLang="ja-JP" sz="2400" dirty="0">
                <a:latin typeface="ＭＳ Ｐゴシック" panose="020B0600070205080204" pitchFamily="50" charset="-128"/>
                <a:ea typeface="ＭＳ Ｐゴシック" panose="020B0600070205080204" pitchFamily="50" charset="-128"/>
              </a:rPr>
              <a:t>Inception</a:t>
            </a:r>
            <a:r>
              <a:rPr lang="ja-JP" altLang="en-US" sz="2400" dirty="0">
                <a:latin typeface="ＭＳ Ｐゴシック" panose="020B0600070205080204" pitchFamily="50" charset="-128"/>
                <a:ea typeface="ＭＳ Ｐゴシック" panose="020B0600070205080204" pitchFamily="50" charset="-128"/>
              </a:rPr>
              <a:t>　</a:t>
            </a:r>
            <a:r>
              <a:rPr lang="en-US" altLang="ja-JP" sz="2400" dirty="0">
                <a:latin typeface="ＭＳ Ｐゴシック" panose="020B0600070205080204" pitchFamily="50" charset="-128"/>
                <a:ea typeface="ＭＳ Ｐゴシック" panose="020B0600070205080204" pitchFamily="50" charset="-128"/>
              </a:rPr>
              <a:t>Score</a:t>
            </a:r>
            <a:r>
              <a:rPr lang="ja-JP" altLang="en-US" sz="2400" dirty="0">
                <a:latin typeface="ＭＳ Ｐゴシック" panose="020B0600070205080204" pitchFamily="50" charset="-128"/>
                <a:ea typeface="ＭＳ Ｐゴシック" panose="020B0600070205080204" pitchFamily="50" charset="-128"/>
              </a:rPr>
              <a:t>）について</a:t>
            </a:r>
            <a:endParaRPr lang="en-US" altLang="ja-JP" sz="2400" dirty="0">
              <a:latin typeface="ＭＳ Ｐゴシック" panose="020B0600070205080204" pitchFamily="50" charset="-128"/>
              <a:ea typeface="ＭＳ Ｐゴシック" panose="020B0600070205080204" pitchFamily="50" charset="-128"/>
            </a:endParaRPr>
          </a:p>
          <a:p>
            <a:endParaRPr lang="en-US" altLang="ja-JP" sz="2400" dirty="0">
              <a:latin typeface="ＭＳ Ｐゴシック" panose="020B0600070205080204" pitchFamily="50" charset="-128"/>
              <a:ea typeface="ＭＳ Ｐゴシック" panose="020B0600070205080204" pitchFamily="50" charset="-128"/>
            </a:endParaRPr>
          </a:p>
          <a:p>
            <a:pPr marL="342900" indent="-34290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生成画像の「多様性」と「識別しやすさ」を評価する指標</a:t>
            </a:r>
            <a:endParaRPr lang="en-US" altLang="ja-JP" sz="2000" dirty="0">
              <a:latin typeface="ＭＳ Ｐゴシック" panose="020B0600070205080204" pitchFamily="50" charset="-128"/>
              <a:ea typeface="ＭＳ Ｐゴシック" panose="020B0600070205080204" pitchFamily="50" charset="-128"/>
            </a:endParaRPr>
          </a:p>
          <a:p>
            <a:pPr marL="342900" indent="-342900">
              <a:buFont typeface="Arial" panose="020B0604020202020204" pitchFamily="34" charset="0"/>
              <a:buChar char="•"/>
            </a:pPr>
            <a:endParaRPr lang="en-US" altLang="ja-JP" sz="2000" dirty="0">
              <a:latin typeface="ＭＳ Ｐゴシック" panose="020B0600070205080204" pitchFamily="50" charset="-128"/>
              <a:ea typeface="ＭＳ Ｐゴシック" panose="020B0600070205080204" pitchFamily="50" charset="-128"/>
            </a:endParaRPr>
          </a:p>
          <a:p>
            <a:pPr marL="342900" indent="-34290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値が</a:t>
            </a:r>
            <a:r>
              <a:rPr lang="ja-JP" altLang="en-US" sz="2000" dirty="0">
                <a:solidFill>
                  <a:srgbClr val="FF0000"/>
                </a:solidFill>
                <a:latin typeface="ＭＳ Ｐゴシック" panose="020B0600070205080204" pitchFamily="50" charset="-128"/>
                <a:ea typeface="ＭＳ Ｐゴシック" panose="020B0600070205080204" pitchFamily="50" charset="-128"/>
              </a:rPr>
              <a:t>高い</a:t>
            </a:r>
            <a:r>
              <a:rPr lang="ja-JP" altLang="en-US" sz="2000" dirty="0">
                <a:latin typeface="ＭＳ Ｐゴシック" panose="020B0600070205080204" pitchFamily="50" charset="-128"/>
                <a:ea typeface="ＭＳ Ｐゴシック" panose="020B0600070205080204" pitchFamily="50" charset="-128"/>
              </a:rPr>
              <a:t>ほど良い画像とされる</a:t>
            </a:r>
            <a:r>
              <a:rPr lang="en-US" altLang="ja-JP" sz="2000" dirty="0">
                <a:latin typeface="ＭＳ Ｐゴシック" panose="020B0600070205080204" pitchFamily="50" charset="-128"/>
                <a:ea typeface="ＭＳ Ｐゴシック" panose="020B0600070205080204" pitchFamily="50" charset="-128"/>
              </a:rPr>
              <a:t>		</a:t>
            </a:r>
            <a:endParaRPr lang="ja-JP" altLang="en-US" sz="2000" dirty="0">
              <a:latin typeface="ＭＳ Ｐゴシック" panose="020B0600070205080204" pitchFamily="50" charset="-128"/>
              <a:ea typeface="ＭＳ Ｐゴシック" panose="020B0600070205080204" pitchFamily="50" charset="-128"/>
            </a:endParaRPr>
          </a:p>
        </p:txBody>
      </p:sp>
      <p:sp>
        <p:nvSpPr>
          <p:cNvPr id="58" name="テキスト ボックス 57">
            <a:extLst>
              <a:ext uri="{FF2B5EF4-FFF2-40B4-BE49-F238E27FC236}">
                <a16:creationId xmlns:a16="http://schemas.microsoft.com/office/drawing/2014/main" id="{0B493981-65E2-5023-CAA6-A76BE6D835E8}"/>
              </a:ext>
            </a:extLst>
          </p:cNvPr>
          <p:cNvSpPr txBox="1"/>
          <p:nvPr/>
        </p:nvSpPr>
        <p:spPr>
          <a:xfrm>
            <a:off x="360000" y="3182075"/>
            <a:ext cx="1633900" cy="400110"/>
          </a:xfrm>
          <a:prstGeom prst="rect">
            <a:avLst/>
          </a:prstGeom>
          <a:noFill/>
        </p:spPr>
        <p:txBody>
          <a:bodyPr wrap="square">
            <a:spAutoFit/>
          </a:bodyPr>
          <a:lstStyle/>
          <a:p>
            <a:pPr marL="342900" indent="-342900">
              <a:buFont typeface="Wingdings" panose="05000000000000000000" pitchFamily="2" charset="2"/>
              <a:buChar char="p"/>
            </a:pPr>
            <a:r>
              <a:rPr lang="ja-JP" altLang="en-US" sz="2000" dirty="0">
                <a:latin typeface="ＭＳ Ｐゴシック" panose="020B0600070205080204" pitchFamily="50" charset="-128"/>
                <a:ea typeface="ＭＳ Ｐゴシック" panose="020B0600070205080204" pitchFamily="50" charset="-128"/>
              </a:rPr>
              <a:t>計算方法</a:t>
            </a:r>
            <a:endParaRPr lang="en-US" altLang="ja-JP" sz="2000" dirty="0">
              <a:latin typeface="ＭＳ Ｐゴシック" panose="020B0600070205080204" pitchFamily="50" charset="-128"/>
              <a:ea typeface="ＭＳ Ｐゴシック" panose="020B0600070205080204" pitchFamily="50" charset="-128"/>
            </a:endParaRPr>
          </a:p>
        </p:txBody>
      </p:sp>
      <p:sp>
        <p:nvSpPr>
          <p:cNvPr id="59" name="テキスト ボックス 58">
            <a:extLst>
              <a:ext uri="{FF2B5EF4-FFF2-40B4-BE49-F238E27FC236}">
                <a16:creationId xmlns:a16="http://schemas.microsoft.com/office/drawing/2014/main" id="{226421F0-4150-308D-F120-91D6CA069B6B}"/>
              </a:ext>
            </a:extLst>
          </p:cNvPr>
          <p:cNvSpPr txBox="1"/>
          <p:nvPr/>
        </p:nvSpPr>
        <p:spPr>
          <a:xfrm>
            <a:off x="373821" y="4218823"/>
            <a:ext cx="5893629" cy="2031325"/>
          </a:xfrm>
          <a:prstGeom prst="rect">
            <a:avLst/>
          </a:prstGeom>
          <a:noFill/>
        </p:spPr>
        <p:txBody>
          <a:bodyPr wrap="square" rtlCol="0">
            <a:spAutoFit/>
          </a:bodyPr>
          <a:lstStyle/>
          <a:p>
            <a:pPr marL="285750" indent="-285750">
              <a:buFont typeface="Arial" panose="020B0604020202020204" pitchFamily="34" charset="0"/>
              <a:buChar char="•"/>
            </a:pPr>
            <a:r>
              <a:rPr lang="en-US" altLang="ja-JP" dirty="0">
                <a:latin typeface="ＭＳ Ｐゴシック" panose="020B0600070205080204" pitchFamily="50" charset="-128"/>
                <a:ea typeface="ＭＳ Ｐゴシック" panose="020B0600070205080204" pitchFamily="50" charset="-128"/>
              </a:rPr>
              <a:t>Inception v3</a:t>
            </a:r>
            <a:r>
              <a:rPr lang="ja-JP" altLang="en-US" dirty="0">
                <a:latin typeface="ＭＳ Ｐゴシック" panose="020B0600070205080204" pitchFamily="50" charset="-128"/>
                <a:ea typeface="ＭＳ Ｐゴシック" panose="020B0600070205080204" pitchFamily="50" charset="-128"/>
              </a:rPr>
              <a:t>に生成画像を入力</a:t>
            </a: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ja-JP" altLang="en-US" dirty="0">
                <a:latin typeface="ＭＳ Ｐゴシック" panose="020B0600070205080204" pitchFamily="50" charset="-128"/>
                <a:ea typeface="ＭＳ Ｐゴシック" panose="020B0600070205080204" pitchFamily="50" charset="-128"/>
              </a:rPr>
              <a:t>各画像に対して、分類器の出力確率分布</a:t>
            </a: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ja-JP" altLang="en-US" dirty="0">
                <a:latin typeface="ＭＳ Ｐゴシック" panose="020B0600070205080204" pitchFamily="50" charset="-128"/>
                <a:ea typeface="ＭＳ Ｐゴシック" panose="020B0600070205080204" pitchFamily="50" charset="-128"/>
              </a:rPr>
              <a:t>全画像にわたるマージナル分布を推定（＝全体の平均）</a:t>
            </a: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ja-JP" altLang="en-US" dirty="0">
                <a:latin typeface="ＭＳ Ｐゴシック" panose="020B0600070205080204" pitchFamily="50" charset="-128"/>
                <a:ea typeface="ＭＳ Ｐゴシック" panose="020B0600070205080204" pitchFamily="50" charset="-128"/>
              </a:rPr>
              <a:t>各画像について、</a:t>
            </a:r>
            <a:r>
              <a:rPr lang="en-US" altLang="ja-JP" dirty="0">
                <a:latin typeface="ＭＳ Ｐゴシック" panose="020B0600070205080204" pitchFamily="50" charset="-128"/>
                <a:ea typeface="ＭＳ Ｐゴシック" panose="020B0600070205080204" pitchFamily="50" charset="-128"/>
              </a:rPr>
              <a:t>KL</a:t>
            </a:r>
            <a:r>
              <a:rPr lang="ja-JP" altLang="en-US" dirty="0">
                <a:latin typeface="ＭＳ Ｐゴシック" panose="020B0600070205080204" pitchFamily="50" charset="-128"/>
                <a:ea typeface="ＭＳ Ｐゴシック" panose="020B0600070205080204" pitchFamily="50" charset="-128"/>
              </a:rPr>
              <a:t>ダイバージェンスを計算してそれを</a:t>
            </a:r>
            <a:endParaRPr lang="en-US" altLang="ja-JP" dirty="0">
              <a:latin typeface="ＭＳ Ｐゴシック" panose="020B0600070205080204" pitchFamily="50" charset="-128"/>
              <a:ea typeface="ＭＳ Ｐゴシック" panose="020B0600070205080204" pitchFamily="50" charset="-128"/>
            </a:endParaRPr>
          </a:p>
        </p:txBody>
      </p:sp>
      <p:sp>
        <p:nvSpPr>
          <p:cNvPr id="61" name="テキスト ボックス 60">
            <a:extLst>
              <a:ext uri="{FF2B5EF4-FFF2-40B4-BE49-F238E27FC236}">
                <a16:creationId xmlns:a16="http://schemas.microsoft.com/office/drawing/2014/main" id="{36B71DC6-A192-BEA7-3D7F-07726729F741}"/>
              </a:ext>
            </a:extLst>
          </p:cNvPr>
          <p:cNvSpPr txBox="1"/>
          <p:nvPr/>
        </p:nvSpPr>
        <p:spPr>
          <a:xfrm>
            <a:off x="6336506" y="3779875"/>
            <a:ext cx="4967615" cy="369332"/>
          </a:xfrm>
          <a:prstGeom prst="rect">
            <a:avLst/>
          </a:prstGeom>
          <a:noFill/>
        </p:spPr>
        <p:txBody>
          <a:bodyPr wrap="square">
            <a:spAutoFit/>
          </a:bodyPr>
          <a:lstStyle/>
          <a:p>
            <a:r>
              <a:rPr lang="ja-JP" altLang="en-US" dirty="0">
                <a:latin typeface="ＭＳ Ｐゴシック" panose="020B0600070205080204" pitchFamily="50" charset="-128"/>
                <a:ea typeface="ＭＳ Ｐゴシック" panose="020B0600070205080204" pitchFamily="50" charset="-128"/>
              </a:rPr>
              <a:t>良い画像は明確な対象（ラベル）を持つ</a:t>
            </a:r>
            <a:endParaRPr lang="en-US" altLang="ja-JP" dirty="0">
              <a:latin typeface="ＭＳ Ｐゴシック" panose="020B0600070205080204" pitchFamily="50" charset="-128"/>
              <a:ea typeface="ＭＳ Ｐゴシック" panose="020B0600070205080204" pitchFamily="50" charset="-128"/>
            </a:endParaRPr>
          </a:p>
        </p:txBody>
      </p:sp>
      <p:sp>
        <p:nvSpPr>
          <p:cNvPr id="62" name="テキスト ボックス 61">
            <a:extLst>
              <a:ext uri="{FF2B5EF4-FFF2-40B4-BE49-F238E27FC236}">
                <a16:creationId xmlns:a16="http://schemas.microsoft.com/office/drawing/2014/main" id="{628D4741-DBD7-B798-E2D1-416CC2AA8C60}"/>
              </a:ext>
            </a:extLst>
          </p:cNvPr>
          <p:cNvSpPr txBox="1"/>
          <p:nvPr/>
        </p:nvSpPr>
        <p:spPr>
          <a:xfrm>
            <a:off x="6096000" y="3265479"/>
            <a:ext cx="2514600" cy="400110"/>
          </a:xfrm>
          <a:prstGeom prst="rect">
            <a:avLst/>
          </a:prstGeom>
          <a:noFill/>
        </p:spPr>
        <p:txBody>
          <a:bodyPr wrap="square">
            <a:spAutoFit/>
          </a:bodyPr>
          <a:lstStyle/>
          <a:p>
            <a:pPr marL="342900" indent="-342900">
              <a:buFont typeface="Wingdings" panose="05000000000000000000" pitchFamily="2" charset="2"/>
              <a:buChar char="p"/>
            </a:pPr>
            <a:r>
              <a:rPr lang="ja-JP" altLang="en-US" sz="2000" dirty="0">
                <a:latin typeface="ＭＳ Ｐゴシック" panose="020B0600070205080204" pitchFamily="50" charset="-128"/>
                <a:ea typeface="ＭＳ Ｐゴシック" panose="020B0600070205080204" pitchFamily="50" charset="-128"/>
              </a:rPr>
              <a:t>基本的な考え方</a:t>
            </a:r>
            <a:endParaRPr lang="en-US" altLang="ja-JP" sz="2000" dirty="0">
              <a:latin typeface="ＭＳ Ｐゴシック" panose="020B0600070205080204" pitchFamily="50" charset="-128"/>
              <a:ea typeface="ＭＳ Ｐゴシック" panose="020B0600070205080204" pitchFamily="50" charset="-128"/>
            </a:endParaRPr>
          </a:p>
        </p:txBody>
      </p:sp>
      <p:sp>
        <p:nvSpPr>
          <p:cNvPr id="1024" name="テキスト ボックス 1023">
            <a:extLst>
              <a:ext uri="{FF2B5EF4-FFF2-40B4-BE49-F238E27FC236}">
                <a16:creationId xmlns:a16="http://schemas.microsoft.com/office/drawing/2014/main" id="{0959CA4E-91D1-6916-01A8-1F0606ECFB28}"/>
              </a:ext>
            </a:extLst>
          </p:cNvPr>
          <p:cNvSpPr txBox="1"/>
          <p:nvPr/>
        </p:nvSpPr>
        <p:spPr>
          <a:xfrm>
            <a:off x="6336506" y="5315202"/>
            <a:ext cx="4967615" cy="369332"/>
          </a:xfrm>
          <a:prstGeom prst="rect">
            <a:avLst/>
          </a:prstGeom>
          <a:noFill/>
        </p:spPr>
        <p:txBody>
          <a:bodyPr wrap="square">
            <a:spAutoFit/>
          </a:bodyPr>
          <a:lstStyle/>
          <a:p>
            <a:r>
              <a:rPr lang="ja-JP" altLang="en-US" sz="1800" dirty="0">
                <a:latin typeface="ＭＳ Ｐゴシック" panose="020B0600070205080204" pitchFamily="50" charset="-128"/>
                <a:ea typeface="ＭＳ Ｐゴシック" panose="020B0600070205080204" pitchFamily="50" charset="-128"/>
              </a:rPr>
              <a:t>良い画像群は多様なカテゴリにわたるべき</a:t>
            </a:r>
            <a:endParaRPr lang="ja-JP" altLang="en-US" dirty="0"/>
          </a:p>
        </p:txBody>
      </p:sp>
      <p:sp>
        <p:nvSpPr>
          <p:cNvPr id="1027" name="テキスト ボックス 1026">
            <a:extLst>
              <a:ext uri="{FF2B5EF4-FFF2-40B4-BE49-F238E27FC236}">
                <a16:creationId xmlns:a16="http://schemas.microsoft.com/office/drawing/2014/main" id="{D9A36711-4430-01C0-D59F-9B46FBBBB4D8}"/>
              </a:ext>
            </a:extLst>
          </p:cNvPr>
          <p:cNvSpPr txBox="1"/>
          <p:nvPr/>
        </p:nvSpPr>
        <p:spPr>
          <a:xfrm>
            <a:off x="6336506" y="4600531"/>
            <a:ext cx="5341144" cy="369332"/>
          </a:xfrm>
          <a:prstGeom prst="rect">
            <a:avLst/>
          </a:prstGeom>
          <a:noFill/>
        </p:spPr>
        <p:txBody>
          <a:bodyPr wrap="square">
            <a:spAutoFit/>
          </a:bodyPr>
          <a:lstStyle/>
          <a:p>
            <a:r>
              <a:rPr lang="ja-JP" altLang="en-US" u="sng" dirty="0">
                <a:latin typeface="ＭＳ Ｐゴシック" panose="020B0600070205080204" pitchFamily="50" charset="-128"/>
                <a:ea typeface="ＭＳ Ｐゴシック" panose="020B0600070205080204" pitchFamily="50" charset="-128"/>
              </a:rPr>
              <a:t>類器が「これは○○だ」と自信を持って分類できること</a:t>
            </a:r>
          </a:p>
        </p:txBody>
      </p:sp>
      <p:sp>
        <p:nvSpPr>
          <p:cNvPr id="1031" name="テキスト ボックス 1030">
            <a:extLst>
              <a:ext uri="{FF2B5EF4-FFF2-40B4-BE49-F238E27FC236}">
                <a16:creationId xmlns:a16="http://schemas.microsoft.com/office/drawing/2014/main" id="{8F64F9A1-83F0-35E3-506F-81BD7BC4326E}"/>
              </a:ext>
            </a:extLst>
          </p:cNvPr>
          <p:cNvSpPr txBox="1"/>
          <p:nvPr/>
        </p:nvSpPr>
        <p:spPr>
          <a:xfrm>
            <a:off x="6382031" y="6031088"/>
            <a:ext cx="4922090" cy="646331"/>
          </a:xfrm>
          <a:prstGeom prst="rect">
            <a:avLst/>
          </a:prstGeom>
          <a:noFill/>
        </p:spPr>
        <p:txBody>
          <a:bodyPr wrap="square">
            <a:spAutoFit/>
          </a:bodyPr>
          <a:lstStyle/>
          <a:p>
            <a:r>
              <a:rPr lang="ja-JP" altLang="en-US" u="sng" dirty="0">
                <a:latin typeface="ＭＳ Ｐゴシック" panose="020B0600070205080204" pitchFamily="50" charset="-128"/>
                <a:ea typeface="ＭＳ Ｐゴシック" panose="020B0600070205080204" pitchFamily="50" charset="-128"/>
              </a:rPr>
              <a:t>すべての画像が同じものではなく、</a:t>
            </a:r>
            <a:endParaRPr lang="en-US" altLang="ja-JP" u="sng" dirty="0">
              <a:latin typeface="ＭＳ Ｐゴシック" panose="020B0600070205080204" pitchFamily="50" charset="-128"/>
              <a:ea typeface="ＭＳ Ｐゴシック" panose="020B0600070205080204" pitchFamily="50" charset="-128"/>
            </a:endParaRPr>
          </a:p>
          <a:p>
            <a:r>
              <a:rPr lang="ja-JP" altLang="en-US" u="sng" dirty="0">
                <a:latin typeface="ＭＳ Ｐゴシック" panose="020B0600070205080204" pitchFamily="50" charset="-128"/>
                <a:ea typeface="ＭＳ Ｐゴシック" panose="020B0600070205080204" pitchFamily="50" charset="-128"/>
              </a:rPr>
              <a:t>出力全体のカテゴリ分布が広がっていること</a:t>
            </a:r>
          </a:p>
        </p:txBody>
      </p:sp>
      <p:sp>
        <p:nvSpPr>
          <p:cNvPr id="1032" name="二等辺三角形 1031">
            <a:extLst>
              <a:ext uri="{FF2B5EF4-FFF2-40B4-BE49-F238E27FC236}">
                <a16:creationId xmlns:a16="http://schemas.microsoft.com/office/drawing/2014/main" id="{CF3385D0-3F7D-9CCD-92CE-55004E0D1A3E}"/>
              </a:ext>
            </a:extLst>
          </p:cNvPr>
          <p:cNvSpPr/>
          <p:nvPr/>
        </p:nvSpPr>
        <p:spPr>
          <a:xfrm rot="10800000">
            <a:off x="7867650" y="4275338"/>
            <a:ext cx="1485900" cy="318773"/>
          </a:xfrm>
          <a:prstGeom prst="triangle">
            <a:avLst>
              <a:gd name="adj" fmla="val 48524"/>
            </a:avLst>
          </a:prstGeom>
          <a:solidFill>
            <a:schemeClr val="bg2">
              <a:lumMod val="90000"/>
            </a:schemeClr>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3" name="二等辺三角形 1032">
            <a:extLst>
              <a:ext uri="{FF2B5EF4-FFF2-40B4-BE49-F238E27FC236}">
                <a16:creationId xmlns:a16="http://schemas.microsoft.com/office/drawing/2014/main" id="{A5673B35-374C-D64E-AE0A-193C61574D12}"/>
              </a:ext>
            </a:extLst>
          </p:cNvPr>
          <p:cNvSpPr/>
          <p:nvPr/>
        </p:nvSpPr>
        <p:spPr>
          <a:xfrm rot="10800000">
            <a:off x="7921532" y="5762613"/>
            <a:ext cx="1485900" cy="318773"/>
          </a:xfrm>
          <a:prstGeom prst="triangle">
            <a:avLst>
              <a:gd name="adj" fmla="val 48524"/>
            </a:avLst>
          </a:prstGeom>
          <a:solidFill>
            <a:schemeClr val="bg2">
              <a:lumMod val="90000"/>
            </a:schemeClr>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3006901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65B09-90C9-A206-D8B6-ADED72DDBD83}"/>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7321C005-5321-DA60-DC9E-59D459691866}"/>
              </a:ext>
            </a:extLst>
          </p:cNvPr>
          <p:cNvSpPr txBox="1">
            <a:spLocks noGrp="1" noRot="1" noMove="1" noResize="1" noEditPoints="1" noAdjustHandles="1" noChangeArrowheads="1" noChangeShapeType="1"/>
          </p:cNvSpPr>
          <p:nvPr/>
        </p:nvSpPr>
        <p:spPr>
          <a:xfrm>
            <a:off x="360000" y="216000"/>
            <a:ext cx="3259226"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補足</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　</a:t>
            </a:r>
            <a:r>
              <a:rPr lang="en-US" altLang="ja-JP" sz="2400" dirty="0">
                <a:solidFill>
                  <a:schemeClr val="tx1">
                    <a:lumMod val="75000"/>
                    <a:lumOff val="25000"/>
                  </a:schemeClr>
                </a:solidFill>
                <a:latin typeface="MS PGothic" panose="020B0600070205080204" pitchFamily="34" charset="-128"/>
                <a:ea typeface="MS PGothic" panose="020B0600070205080204" pitchFamily="34" charset="-128"/>
              </a:rPr>
              <a:t>GDRP</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について</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00F62B8A-9ED5-64E3-F9ED-7BC35D394FF7}"/>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2" name="TextBox 10">
            <a:extLst>
              <a:ext uri="{FF2B5EF4-FFF2-40B4-BE49-F238E27FC236}">
                <a16:creationId xmlns:a16="http://schemas.microsoft.com/office/drawing/2014/main" id="{A5E26B08-FB38-6D50-C990-3C1D57196943}"/>
              </a:ext>
            </a:extLst>
          </p:cNvPr>
          <p:cNvSpPr txBox="1">
            <a:spLocks/>
          </p:cNvSpPr>
          <p:nvPr/>
        </p:nvSpPr>
        <p:spPr>
          <a:xfrm>
            <a:off x="360000" y="1080000"/>
            <a:ext cx="7545509"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en-US" sz="2400" dirty="0" err="1">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GDPR（General</a:t>
            </a:r>
            <a:r>
              <a:rPr 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 Data Protection Regulation）</a:t>
            </a:r>
            <a:endParaRPr lang="en-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sp>
        <p:nvSpPr>
          <p:cNvPr id="3" name="テキスト ボックス 2">
            <a:extLst>
              <a:ext uri="{FF2B5EF4-FFF2-40B4-BE49-F238E27FC236}">
                <a16:creationId xmlns:a16="http://schemas.microsoft.com/office/drawing/2014/main" id="{F98E93CD-965A-17C7-C9D8-F802BDA1317C}"/>
              </a:ext>
            </a:extLst>
          </p:cNvPr>
          <p:cNvSpPr txBox="1"/>
          <p:nvPr/>
        </p:nvSpPr>
        <p:spPr>
          <a:xfrm>
            <a:off x="503252" y="2022349"/>
            <a:ext cx="7953683" cy="3139321"/>
          </a:xfrm>
          <a:prstGeom prst="rect">
            <a:avLst/>
          </a:prstGeom>
          <a:noFill/>
        </p:spPr>
        <p:txBody>
          <a:bodyPr wrap="square" rtlCol="0">
            <a:spAutoFit/>
          </a:bodyPr>
          <a:lstStyle/>
          <a:p>
            <a:pPr marL="285750" indent="-285750">
              <a:buFont typeface="Arial" panose="020B0604020202020204" pitchFamily="34" charset="0"/>
              <a:buChar char="•"/>
            </a:pPr>
            <a:r>
              <a:rPr lang="ja-JP" altLang="en-US" dirty="0">
                <a:latin typeface="ＭＳ Ｐゴシック" panose="020B0600070205080204" pitchFamily="50" charset="-128"/>
                <a:ea typeface="ＭＳ Ｐゴシック" panose="020B0600070205080204" pitchFamily="50" charset="-128"/>
              </a:rPr>
              <a:t>一般データ保護規則（</a:t>
            </a:r>
            <a:r>
              <a:rPr lang="en-US" altLang="ja-JP" dirty="0">
                <a:latin typeface="ＭＳ Ｐゴシック" panose="020B0600070205080204" pitchFamily="50" charset="-128"/>
                <a:ea typeface="ＭＳ Ｐゴシック" panose="020B0600070205080204" pitchFamily="50" charset="-128"/>
              </a:rPr>
              <a:t>General Data Protection Regulation</a:t>
            </a:r>
            <a:r>
              <a:rPr lang="ja-JP" altLang="en-US" dirty="0">
                <a:latin typeface="ＭＳ Ｐゴシック" panose="020B0600070205080204" pitchFamily="50" charset="-128"/>
                <a:ea typeface="ＭＳ Ｐゴシック" panose="020B0600070205080204" pitchFamily="50" charset="-128"/>
              </a:rPr>
              <a:t>）</a:t>
            </a: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en-US" altLang="ja-JP" dirty="0">
                <a:latin typeface="ＭＳ Ｐゴシック" panose="020B0600070205080204" pitchFamily="50" charset="-128"/>
                <a:ea typeface="ＭＳ Ｐゴシック" panose="020B0600070205080204" pitchFamily="50" charset="-128"/>
              </a:rPr>
              <a:t>EU</a:t>
            </a:r>
            <a:r>
              <a:rPr lang="ja-JP" altLang="en-US" dirty="0">
                <a:latin typeface="ＭＳ Ｐゴシック" panose="020B0600070205080204" pitchFamily="50" charset="-128"/>
                <a:ea typeface="ＭＳ Ｐゴシック" panose="020B0600070205080204" pitchFamily="50" charset="-128"/>
              </a:rPr>
              <a:t>域内の個人の個人データを処理するすべての組織（</a:t>
            </a:r>
            <a:r>
              <a:rPr lang="en-US" altLang="ja-JP" dirty="0">
                <a:latin typeface="ＭＳ Ｐゴシック" panose="020B0600070205080204" pitchFamily="50" charset="-128"/>
                <a:ea typeface="ＭＳ Ｐゴシック" panose="020B0600070205080204" pitchFamily="50" charset="-128"/>
              </a:rPr>
              <a:t>EU</a:t>
            </a:r>
            <a:r>
              <a:rPr lang="ja-JP" altLang="en-US" dirty="0">
                <a:latin typeface="ＭＳ Ｐゴシック" panose="020B0600070205080204" pitchFamily="50" charset="-128"/>
                <a:ea typeface="ＭＳ Ｐゴシック" panose="020B0600070205080204" pitchFamily="50" charset="-128"/>
              </a:rPr>
              <a:t>外の企業も含む）</a:t>
            </a: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ja-JP" altLang="en-US" dirty="0">
                <a:latin typeface="ＭＳ Ｐゴシック" panose="020B0600070205080204" pitchFamily="50" charset="-128"/>
                <a:ea typeface="ＭＳ Ｐゴシック" panose="020B0600070205080204" pitchFamily="50" charset="-128"/>
              </a:rPr>
              <a:t>個人のプライバシー権の保護とデータの透明な取り扱い</a:t>
            </a: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en-US" altLang="ja-JP" dirty="0">
                <a:latin typeface="ＭＳ Ｐゴシック" panose="020B0600070205080204" pitchFamily="50" charset="-128"/>
                <a:ea typeface="ＭＳ Ｐゴシック" panose="020B0600070205080204" pitchFamily="50" charset="-128"/>
              </a:rPr>
              <a:t>2018</a:t>
            </a:r>
            <a:r>
              <a:rPr lang="ja-JP" altLang="en-US" dirty="0">
                <a:latin typeface="ＭＳ Ｐゴシック" panose="020B0600070205080204" pitchFamily="50" charset="-128"/>
                <a:ea typeface="ＭＳ Ｐゴシック" panose="020B0600070205080204" pitchFamily="50" charset="-128"/>
              </a:rPr>
              <a:t>年</a:t>
            </a:r>
            <a:r>
              <a:rPr lang="en-US" altLang="ja-JP" dirty="0">
                <a:latin typeface="ＭＳ Ｐゴシック" panose="020B0600070205080204" pitchFamily="50" charset="-128"/>
                <a:ea typeface="ＭＳ Ｐゴシック" panose="020B0600070205080204" pitchFamily="50" charset="-128"/>
              </a:rPr>
              <a:t>5</a:t>
            </a:r>
            <a:r>
              <a:rPr lang="ja-JP" altLang="en-US" dirty="0">
                <a:latin typeface="ＭＳ Ｐゴシック" panose="020B0600070205080204" pitchFamily="50" charset="-128"/>
                <a:ea typeface="ＭＳ Ｐゴシック" panose="020B0600070205080204" pitchFamily="50" charset="-128"/>
              </a:rPr>
              <a:t>月</a:t>
            </a:r>
            <a:r>
              <a:rPr lang="en-US" altLang="ja-JP" dirty="0">
                <a:latin typeface="ＭＳ Ｐゴシック" panose="020B0600070205080204" pitchFamily="50" charset="-128"/>
                <a:ea typeface="ＭＳ Ｐゴシック" panose="020B0600070205080204" pitchFamily="50" charset="-128"/>
              </a:rPr>
              <a:t>25</a:t>
            </a:r>
            <a:r>
              <a:rPr lang="ja-JP" altLang="en-US" dirty="0">
                <a:latin typeface="ＭＳ Ｐゴシック" panose="020B0600070205080204" pitchFamily="50" charset="-128"/>
                <a:ea typeface="ＭＳ Ｐゴシック" panose="020B0600070205080204" pitchFamily="50" charset="-128"/>
              </a:rPr>
              <a:t>日</a:t>
            </a: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kumimoji="1" lang="ja-JP" altLang="en-US" dirty="0">
                <a:latin typeface="ＭＳ Ｐゴシック" panose="020B0600070205080204" pitchFamily="50" charset="-128"/>
                <a:ea typeface="ＭＳ Ｐゴシック" panose="020B0600070205080204" pitchFamily="50" charset="-128"/>
              </a:rPr>
              <a:t>最大で</a:t>
            </a:r>
            <a:r>
              <a:rPr kumimoji="1" lang="en-US" altLang="ja-JP" dirty="0">
                <a:latin typeface="ＭＳ Ｐゴシック" panose="020B0600070205080204" pitchFamily="50" charset="-128"/>
                <a:ea typeface="ＭＳ Ｐゴシック" panose="020B0600070205080204" pitchFamily="50" charset="-128"/>
              </a:rPr>
              <a:t>2,000</a:t>
            </a:r>
            <a:r>
              <a:rPr kumimoji="1" lang="ja-JP" altLang="en-US" dirty="0">
                <a:latin typeface="ＭＳ Ｐゴシック" panose="020B0600070205080204" pitchFamily="50" charset="-128"/>
                <a:ea typeface="ＭＳ Ｐゴシック" panose="020B0600070205080204" pitchFamily="50" charset="-128"/>
              </a:rPr>
              <a:t>万ユーロ または 全世界売上高の</a:t>
            </a:r>
            <a:r>
              <a:rPr kumimoji="1" lang="en-US" altLang="ja-JP" dirty="0">
                <a:latin typeface="ＭＳ Ｐゴシック" panose="020B0600070205080204" pitchFamily="50" charset="-128"/>
                <a:ea typeface="ＭＳ Ｐゴシック" panose="020B0600070205080204" pitchFamily="50" charset="-128"/>
              </a:rPr>
              <a:t>4</a:t>
            </a:r>
            <a:r>
              <a:rPr kumimoji="1" lang="ja-JP" altLang="en-US" dirty="0">
                <a:latin typeface="ＭＳ Ｐゴシック" panose="020B0600070205080204" pitchFamily="50" charset="-128"/>
                <a:ea typeface="ＭＳ Ｐゴシック" panose="020B0600070205080204" pitchFamily="50" charset="-128"/>
              </a:rPr>
              <a:t>％（高い方）</a:t>
            </a:r>
            <a:endParaRPr kumimoji="1"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kumimoji="1" lang="ja-JP" altLang="en-US" dirty="0">
                <a:latin typeface="ＭＳ Ｐゴシック" panose="020B0600070205080204" pitchFamily="50" charset="-128"/>
                <a:ea typeface="ＭＳ Ｐゴシック" panose="020B0600070205080204" pitchFamily="50" charset="-128"/>
              </a:rPr>
              <a:t>研究データであっても、本人が再識別される可能性がある場合は</a:t>
            </a:r>
            <a:r>
              <a:rPr kumimoji="1" lang="en-US" altLang="ja-JP" dirty="0">
                <a:latin typeface="ＭＳ Ｐゴシック" panose="020B0600070205080204" pitchFamily="50" charset="-128"/>
                <a:ea typeface="ＭＳ Ｐゴシック" panose="020B0600070205080204" pitchFamily="50" charset="-128"/>
              </a:rPr>
              <a:t>GDPR</a:t>
            </a:r>
            <a:r>
              <a:rPr kumimoji="1" lang="ja-JP" altLang="en-US" dirty="0">
                <a:latin typeface="ＭＳ Ｐゴシック" panose="020B0600070205080204" pitchFamily="50" charset="-128"/>
                <a:ea typeface="ＭＳ Ｐゴシック" panose="020B0600070205080204" pitchFamily="50" charset="-128"/>
              </a:rPr>
              <a:t>の対象</a:t>
            </a:r>
          </a:p>
        </p:txBody>
      </p:sp>
    </p:spTree>
    <p:extLst>
      <p:ext uri="{BB962C8B-B14F-4D97-AF65-F5344CB8AC3E}">
        <p14:creationId xmlns:p14="http://schemas.microsoft.com/office/powerpoint/2010/main" val="2708639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0CDF1-4CF8-CBA8-71A0-241EBC8A9A4A}"/>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67B5C586-8DA2-B2C5-443F-D9951010A644}"/>
              </a:ext>
            </a:extLst>
          </p:cNvPr>
          <p:cNvSpPr txBox="1">
            <a:spLocks noGrp="1" noRot="1" noMove="1" noResize="1" noEditPoints="1" noAdjustHandles="1" noChangeArrowheads="1" noChangeShapeType="1"/>
          </p:cNvSpPr>
          <p:nvPr/>
        </p:nvSpPr>
        <p:spPr>
          <a:xfrm>
            <a:off x="360000" y="216000"/>
            <a:ext cx="2757486"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補足</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　データ拡張</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26DE349B-695C-D3F2-A264-41B23CA0F88B}"/>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2" name="TextBox 10">
            <a:extLst>
              <a:ext uri="{FF2B5EF4-FFF2-40B4-BE49-F238E27FC236}">
                <a16:creationId xmlns:a16="http://schemas.microsoft.com/office/drawing/2014/main" id="{CF6D521C-21CE-D6C2-731E-CDA1F0A2AA77}"/>
              </a:ext>
            </a:extLst>
          </p:cNvPr>
          <p:cNvSpPr txBox="1">
            <a:spLocks/>
          </p:cNvSpPr>
          <p:nvPr/>
        </p:nvSpPr>
        <p:spPr>
          <a:xfrm>
            <a:off x="360000" y="1080000"/>
            <a:ext cx="5415767"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セグメンテーションタスクのデータ拡張</a:t>
            </a:r>
            <a:endParaRPr lang="en-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graphicFrame>
        <p:nvGraphicFramePr>
          <p:cNvPr id="6" name="表 6">
            <a:extLst>
              <a:ext uri="{FF2B5EF4-FFF2-40B4-BE49-F238E27FC236}">
                <a16:creationId xmlns:a16="http://schemas.microsoft.com/office/drawing/2014/main" id="{63414D38-0B85-74A8-42B3-60B58437CFAF}"/>
              </a:ext>
            </a:extLst>
          </p:cNvPr>
          <p:cNvGraphicFramePr>
            <a:graphicFrameLocks noGrp="1"/>
          </p:cNvGraphicFramePr>
          <p:nvPr>
            <p:extLst>
              <p:ext uri="{D42A27DB-BD31-4B8C-83A1-F6EECF244321}">
                <p14:modId xmlns:p14="http://schemas.microsoft.com/office/powerpoint/2010/main" val="2523502270"/>
              </p:ext>
            </p:extLst>
          </p:nvPr>
        </p:nvGraphicFramePr>
        <p:xfrm>
          <a:off x="539372" y="2069998"/>
          <a:ext cx="11446888" cy="3139439"/>
        </p:xfrm>
        <a:graphic>
          <a:graphicData uri="http://schemas.openxmlformats.org/drawingml/2006/table">
            <a:tbl>
              <a:tblPr firstRow="1" bandRow="1">
                <a:tableStyleId>{5C22544A-7EE6-4342-B048-85BDC9FD1C3A}</a:tableStyleId>
              </a:tblPr>
              <a:tblGrid>
                <a:gridCol w="4178641">
                  <a:extLst>
                    <a:ext uri="{9D8B030D-6E8A-4147-A177-3AD203B41FA5}">
                      <a16:colId xmlns:a16="http://schemas.microsoft.com/office/drawing/2014/main" val="1773963629"/>
                    </a:ext>
                  </a:extLst>
                </a:gridCol>
                <a:gridCol w="7268247">
                  <a:extLst>
                    <a:ext uri="{9D8B030D-6E8A-4147-A177-3AD203B41FA5}">
                      <a16:colId xmlns:a16="http://schemas.microsoft.com/office/drawing/2014/main" val="1675578800"/>
                    </a:ext>
                  </a:extLst>
                </a:gridCol>
              </a:tblGrid>
              <a:tr h="396240">
                <a:tc>
                  <a:txBody>
                    <a:bodyPr/>
                    <a:lstStyle/>
                    <a:p>
                      <a:pPr algn="ctr"/>
                      <a:r>
                        <a:rPr kumimoji="1" lang="ja-JP" altLang="en-US" sz="20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データ拡張手法</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内容</a:t>
                      </a:r>
                      <a:endParaRPr kumimoji="1" lang="ja-JP" altLang="en-US" sz="20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2931568"/>
                  </a:ext>
                </a:extLst>
              </a:tr>
              <a:tr h="45719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20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反転（</a:t>
                      </a:r>
                      <a:r>
                        <a:rPr kumimoji="1" lang="en-US" altLang="ja-JP" sz="20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flipping</a:t>
                      </a:r>
                      <a:r>
                        <a:rPr kumimoji="1" lang="ja-JP" altLang="en-US" sz="20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a:t>
                      </a:r>
                    </a:p>
                  </a:txBody>
                  <a:tcPr anchor="ctr">
                    <a:lnT w="12700" cap="flat" cmpd="sng" algn="ctr">
                      <a:solidFill>
                        <a:schemeClr val="tx1"/>
                      </a:solidFill>
                      <a:prstDash val="solid"/>
                      <a:round/>
                      <a:headEnd type="none" w="med" len="med"/>
                      <a:tailEnd type="none" w="med" len="med"/>
                    </a:lnT>
                    <a:noFill/>
                  </a:tcPr>
                </a:tc>
                <a:tc>
                  <a:txBody>
                    <a:bodyPr/>
                    <a:lstStyle/>
                    <a:p>
                      <a:pPr algn="ctr"/>
                      <a:r>
                        <a:rPr kumimoji="1" lang="ja-JP" altLang="en-US" sz="20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左右反転など。腫瘍の位置に対するモデルの頑健性を向上</a:t>
                      </a:r>
                      <a:endParaRPr kumimoji="1" lang="en-US" altLang="ja-JP" sz="20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959090370"/>
                  </a:ext>
                </a:extLst>
              </a:tr>
              <a:tr h="6553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2000" b="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回転（</a:t>
                      </a:r>
                      <a:r>
                        <a:rPr kumimoji="1" lang="en-US" altLang="ja-JP" sz="2000" b="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rotation</a:t>
                      </a:r>
                      <a:r>
                        <a:rPr kumimoji="1" lang="ja-JP" altLang="en-US" sz="2000" b="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a:t>
                      </a:r>
                    </a:p>
                  </a:txBody>
                  <a:tcPr anchor="ctr">
                    <a:noFill/>
                  </a:tcPr>
                </a:tc>
                <a:tc>
                  <a:txBody>
                    <a:bodyPr/>
                    <a:lstStyle/>
                    <a:p>
                      <a:pPr algn="ctr"/>
                      <a:r>
                        <a:rPr lang="ja-JP" altLang="en-US" sz="2000" dirty="0">
                          <a:solidFill>
                            <a:schemeClr val="tx1"/>
                          </a:solidFill>
                          <a:latin typeface="ＭＳ Ｐゴシック" panose="020B0600070205080204" pitchFamily="50" charset="-128"/>
                          <a:ea typeface="ＭＳ Ｐゴシック" panose="020B0600070205080204" pitchFamily="50" charset="-128"/>
                        </a:rPr>
                        <a:t>数度～十数度のランダム回転。形状に対するロバスト性を付与</a:t>
                      </a:r>
                    </a:p>
                  </a:txBody>
                  <a:tcPr anchor="ctr">
                    <a:noFill/>
                  </a:tcPr>
                </a:tc>
                <a:extLst>
                  <a:ext uri="{0D108BD9-81ED-4DB2-BD59-A6C34878D82A}">
                    <a16:rowId xmlns:a16="http://schemas.microsoft.com/office/drawing/2014/main" val="2668172088"/>
                  </a:ext>
                </a:extLst>
              </a:tr>
              <a:tr h="624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20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スケーリング（</a:t>
                      </a:r>
                      <a:r>
                        <a:rPr kumimoji="1" lang="en-US" altLang="ja-JP" sz="20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scaling</a:t>
                      </a:r>
                      <a:r>
                        <a:rPr kumimoji="1" lang="ja-JP" altLang="en-US" sz="20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a:t>
                      </a:r>
                    </a:p>
                  </a:txBody>
                  <a:tcPr anchor="ctr">
                    <a:noFill/>
                  </a:tcPr>
                </a:tc>
                <a:tc>
                  <a:txBody>
                    <a:bodyPr/>
                    <a:lstStyle/>
                    <a:p>
                      <a:pPr algn="ctr"/>
                      <a:r>
                        <a:rPr lang="ja-JP" altLang="en-US" sz="2000" dirty="0">
                          <a:solidFill>
                            <a:schemeClr val="tx1"/>
                          </a:solidFill>
                          <a:latin typeface="ＭＳ Ｐゴシック" panose="020B0600070205080204" pitchFamily="50" charset="-128"/>
                          <a:ea typeface="ＭＳ Ｐゴシック" panose="020B0600070205080204" pitchFamily="50" charset="-128"/>
                        </a:rPr>
                        <a:t>拡大・縮小によってスケール変動に対応</a:t>
                      </a:r>
                    </a:p>
                  </a:txBody>
                  <a:tcPr anchor="ctr">
                    <a:noFill/>
                  </a:tcPr>
                </a:tc>
                <a:extLst>
                  <a:ext uri="{0D108BD9-81ED-4DB2-BD59-A6C34878D82A}">
                    <a16:rowId xmlns:a16="http://schemas.microsoft.com/office/drawing/2014/main" val="2336395097"/>
                  </a:ext>
                </a:extLst>
              </a:tr>
              <a:tr h="58440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20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弾性変形（</a:t>
                      </a:r>
                      <a:r>
                        <a:rPr kumimoji="1" lang="en-US" altLang="ja-JP" sz="20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elastic deformation</a:t>
                      </a:r>
                      <a:r>
                        <a:rPr kumimoji="1" lang="ja-JP" altLang="en-US" sz="20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a:t>
                      </a:r>
                    </a:p>
                  </a:txBody>
                  <a:tcPr anchor="ctr">
                    <a:noFill/>
                  </a:tcPr>
                </a:tc>
                <a:tc>
                  <a:txBody>
                    <a:bodyPr/>
                    <a:lstStyle/>
                    <a:p>
                      <a:pPr algn="ctr"/>
                      <a:r>
                        <a:rPr lang="ja-JP" altLang="en-US" sz="2000" dirty="0">
                          <a:latin typeface="ＭＳ Ｐゴシック" panose="020B0600070205080204" pitchFamily="50" charset="-128"/>
                          <a:ea typeface="ＭＳ Ｐゴシック" panose="020B0600070205080204" pitchFamily="50" charset="-128"/>
                        </a:rPr>
                        <a:t>医療画像でよく使われる非線形変形</a:t>
                      </a:r>
                      <a:endParaRPr lang="en-US" altLang="ja-JP" sz="2000" dirty="0">
                        <a:latin typeface="ＭＳ Ｐゴシック" panose="020B0600070205080204" pitchFamily="50" charset="-128"/>
                        <a:ea typeface="ＭＳ Ｐゴシック" panose="020B0600070205080204" pitchFamily="50" charset="-128"/>
                      </a:endParaRPr>
                    </a:p>
                    <a:p>
                      <a:pPr algn="ctr"/>
                      <a:r>
                        <a:rPr lang="ja-JP" altLang="en-US" sz="2000" dirty="0">
                          <a:latin typeface="ＭＳ Ｐゴシック" panose="020B0600070205080204" pitchFamily="50" charset="-128"/>
                          <a:ea typeface="ＭＳ Ｐゴシック" panose="020B0600070205080204" pitchFamily="50" charset="-128"/>
                        </a:rPr>
                        <a:t>局所的なゆがみを加える処理</a:t>
                      </a:r>
                      <a:endParaRPr lang="en-US" altLang="ja-JP" sz="2000" dirty="0">
                        <a:latin typeface="ＭＳ Ｐゴシック" panose="020B0600070205080204" pitchFamily="50" charset="-128"/>
                        <a:ea typeface="ＭＳ Ｐゴシック" panose="020B0600070205080204" pitchFamily="50" charset="-128"/>
                      </a:endParaRPr>
                    </a:p>
                    <a:p>
                      <a:pPr algn="ctr"/>
                      <a:r>
                        <a:rPr lang="ja-JP" altLang="en-US" sz="2000" dirty="0">
                          <a:latin typeface="ＭＳ Ｐゴシック" panose="020B0600070205080204" pitchFamily="50" charset="-128"/>
                          <a:ea typeface="ＭＳ Ｐゴシック" panose="020B0600070205080204" pitchFamily="50" charset="-128"/>
                        </a:rPr>
                        <a:t>臓器や腫瘍のゆらぎを模倣</a:t>
                      </a:r>
                    </a:p>
                  </a:txBody>
                  <a:tcPr anchor="ctr">
                    <a:noFill/>
                  </a:tcPr>
                </a:tc>
                <a:extLst>
                  <a:ext uri="{0D108BD9-81ED-4DB2-BD59-A6C34878D82A}">
                    <a16:rowId xmlns:a16="http://schemas.microsoft.com/office/drawing/2014/main" val="510127910"/>
                  </a:ext>
                </a:extLst>
              </a:tr>
            </a:tbl>
          </a:graphicData>
        </a:graphic>
      </p:graphicFrame>
    </p:spTree>
    <p:extLst>
      <p:ext uri="{BB962C8B-B14F-4D97-AF65-F5344CB8AC3E}">
        <p14:creationId xmlns:p14="http://schemas.microsoft.com/office/powerpoint/2010/main" val="36321729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E7B21-0AAF-29D3-7CE1-C85A051EFE79}"/>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70586AA9-A112-314C-932F-C2ABE44211E1}"/>
              </a:ext>
            </a:extLst>
          </p:cNvPr>
          <p:cNvSpPr txBox="1">
            <a:spLocks noGrp="1" noRot="1" noMove="1" noResize="1" noEditPoints="1" noAdjustHandles="1" noChangeArrowheads="1" noChangeShapeType="1"/>
          </p:cNvSpPr>
          <p:nvPr/>
        </p:nvSpPr>
        <p:spPr>
          <a:xfrm>
            <a:off x="360000" y="216000"/>
            <a:ext cx="1915909"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補足</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　</a:t>
            </a:r>
            <a:r>
              <a:rPr lang="en-US" altLang="ja-JP" sz="2400" dirty="0">
                <a:solidFill>
                  <a:schemeClr val="tx1">
                    <a:lumMod val="75000"/>
                    <a:lumOff val="25000"/>
                  </a:schemeClr>
                </a:solidFill>
                <a:latin typeface="MS PGothic" panose="020B0600070205080204" pitchFamily="34" charset="-128"/>
                <a:ea typeface="MS PGothic" panose="020B0600070205080204" pitchFamily="34" charset="-128"/>
              </a:rPr>
              <a:t>GAN</a:t>
            </a:r>
          </a:p>
        </p:txBody>
      </p:sp>
      <p:cxnSp>
        <p:nvCxnSpPr>
          <p:cNvPr id="5" name="直線コネクタ 4">
            <a:extLst>
              <a:ext uri="{FF2B5EF4-FFF2-40B4-BE49-F238E27FC236}">
                <a16:creationId xmlns:a16="http://schemas.microsoft.com/office/drawing/2014/main" id="{613B4685-215F-B635-8F99-E20C621933F3}"/>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2" name="TextBox 10">
            <a:extLst>
              <a:ext uri="{FF2B5EF4-FFF2-40B4-BE49-F238E27FC236}">
                <a16:creationId xmlns:a16="http://schemas.microsoft.com/office/drawing/2014/main" id="{BBCD1CC6-B14D-A9AC-BE15-6C714F7C7E30}"/>
              </a:ext>
            </a:extLst>
          </p:cNvPr>
          <p:cNvSpPr txBox="1">
            <a:spLocks/>
          </p:cNvSpPr>
          <p:nvPr/>
        </p:nvSpPr>
        <p:spPr>
          <a:xfrm>
            <a:off x="360000" y="1080000"/>
            <a:ext cx="4609949"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en-US" altLang="ja-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GAN</a:t>
            </a: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の歴史について</a:t>
            </a:r>
            <a:endParaRPr lang="en-US" altLang="ja-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sp>
        <p:nvSpPr>
          <p:cNvPr id="3" name="矢印: 右 2">
            <a:extLst>
              <a:ext uri="{FF2B5EF4-FFF2-40B4-BE49-F238E27FC236}">
                <a16:creationId xmlns:a16="http://schemas.microsoft.com/office/drawing/2014/main" id="{FCBB06F9-A4D3-F8B4-DB61-0E9C48281C80}"/>
              </a:ext>
            </a:extLst>
          </p:cNvPr>
          <p:cNvSpPr/>
          <p:nvPr/>
        </p:nvSpPr>
        <p:spPr>
          <a:xfrm>
            <a:off x="421532" y="3132305"/>
            <a:ext cx="11310025" cy="785509"/>
          </a:xfrm>
          <a:prstGeom prst="rightArrow">
            <a:avLst/>
          </a:prstGeom>
          <a:solidFill>
            <a:schemeClr val="accent4">
              <a:lumMod val="20000"/>
              <a:lumOff val="8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B0B8F77B-DBBC-E4CC-D0B3-DAE57EFD49E7}"/>
              </a:ext>
            </a:extLst>
          </p:cNvPr>
          <p:cNvSpPr txBox="1"/>
          <p:nvPr/>
        </p:nvSpPr>
        <p:spPr>
          <a:xfrm>
            <a:off x="528535" y="3323144"/>
            <a:ext cx="706877" cy="400110"/>
          </a:xfrm>
          <a:prstGeom prst="rect">
            <a:avLst/>
          </a:prstGeom>
          <a:noFill/>
        </p:spPr>
        <p:txBody>
          <a:bodyPr wrap="square" rtlCol="0">
            <a:spAutoFit/>
          </a:bodyPr>
          <a:lstStyle/>
          <a:p>
            <a:pPr algn="ctr"/>
            <a:r>
              <a:rPr lang="en-US" altLang="ja-JP" sz="2000" dirty="0">
                <a:latin typeface="ＭＳ Ｐゴシック" panose="020B0600070205080204" pitchFamily="50" charset="-128"/>
                <a:ea typeface="ＭＳ Ｐゴシック" panose="020B0600070205080204" pitchFamily="50" charset="-128"/>
                <a:cs typeface="Arial" panose="020B0604020202020204" pitchFamily="34" charset="0"/>
              </a:rPr>
              <a:t>2014 </a:t>
            </a:r>
          </a:p>
        </p:txBody>
      </p:sp>
      <p:sp>
        <p:nvSpPr>
          <p:cNvPr id="7" name="テキスト ボックス 6">
            <a:extLst>
              <a:ext uri="{FF2B5EF4-FFF2-40B4-BE49-F238E27FC236}">
                <a16:creationId xmlns:a16="http://schemas.microsoft.com/office/drawing/2014/main" id="{003C470E-4FFE-6E9C-BA10-A4287E9A5B05}"/>
              </a:ext>
            </a:extLst>
          </p:cNvPr>
          <p:cNvSpPr txBox="1"/>
          <p:nvPr/>
        </p:nvSpPr>
        <p:spPr>
          <a:xfrm>
            <a:off x="1611549" y="3325002"/>
            <a:ext cx="706877" cy="400110"/>
          </a:xfrm>
          <a:prstGeom prst="rect">
            <a:avLst/>
          </a:prstGeom>
          <a:noFill/>
        </p:spPr>
        <p:txBody>
          <a:bodyPr wrap="square" rtlCol="0">
            <a:spAutoFit/>
          </a:bodyPr>
          <a:lstStyle/>
          <a:p>
            <a:pPr algn="ctr"/>
            <a:r>
              <a:rPr lang="en-US" altLang="ja-JP" sz="2000" dirty="0">
                <a:latin typeface="ＭＳ Ｐゴシック" panose="020B0600070205080204" pitchFamily="50" charset="-128"/>
                <a:ea typeface="ＭＳ Ｐゴシック" panose="020B0600070205080204" pitchFamily="50" charset="-128"/>
                <a:cs typeface="Arial" panose="020B0604020202020204" pitchFamily="34" charset="0"/>
              </a:rPr>
              <a:t>2015 </a:t>
            </a:r>
          </a:p>
        </p:txBody>
      </p:sp>
      <p:sp>
        <p:nvSpPr>
          <p:cNvPr id="8" name="テキスト ボックス 7">
            <a:extLst>
              <a:ext uri="{FF2B5EF4-FFF2-40B4-BE49-F238E27FC236}">
                <a16:creationId xmlns:a16="http://schemas.microsoft.com/office/drawing/2014/main" id="{A55D0304-B65A-524F-4098-1C5F70237765}"/>
              </a:ext>
            </a:extLst>
          </p:cNvPr>
          <p:cNvSpPr txBox="1"/>
          <p:nvPr/>
        </p:nvSpPr>
        <p:spPr>
          <a:xfrm>
            <a:off x="2619979" y="3325002"/>
            <a:ext cx="706877" cy="400110"/>
          </a:xfrm>
          <a:prstGeom prst="rect">
            <a:avLst/>
          </a:prstGeom>
          <a:noFill/>
        </p:spPr>
        <p:txBody>
          <a:bodyPr wrap="square" rtlCol="0">
            <a:spAutoFit/>
          </a:bodyPr>
          <a:lstStyle/>
          <a:p>
            <a:pPr algn="ctr"/>
            <a:r>
              <a:rPr lang="en-US" altLang="ja-JP" sz="2000" dirty="0">
                <a:latin typeface="ＭＳ Ｐゴシック" panose="020B0600070205080204" pitchFamily="50" charset="-128"/>
                <a:ea typeface="ＭＳ Ｐゴシック" panose="020B0600070205080204" pitchFamily="50" charset="-128"/>
                <a:cs typeface="Arial" panose="020B0604020202020204" pitchFamily="34" charset="0"/>
              </a:rPr>
              <a:t>2016 </a:t>
            </a:r>
          </a:p>
        </p:txBody>
      </p:sp>
      <p:sp>
        <p:nvSpPr>
          <p:cNvPr id="9" name="テキスト ボックス 8">
            <a:extLst>
              <a:ext uri="{FF2B5EF4-FFF2-40B4-BE49-F238E27FC236}">
                <a16:creationId xmlns:a16="http://schemas.microsoft.com/office/drawing/2014/main" id="{CDAED9B9-E6B0-E88F-1D52-2184EFAA2436}"/>
              </a:ext>
            </a:extLst>
          </p:cNvPr>
          <p:cNvSpPr txBox="1"/>
          <p:nvPr/>
        </p:nvSpPr>
        <p:spPr>
          <a:xfrm>
            <a:off x="3608957" y="3321356"/>
            <a:ext cx="706877" cy="400110"/>
          </a:xfrm>
          <a:prstGeom prst="rect">
            <a:avLst/>
          </a:prstGeom>
          <a:noFill/>
        </p:spPr>
        <p:txBody>
          <a:bodyPr wrap="square" rtlCol="0">
            <a:spAutoFit/>
          </a:bodyPr>
          <a:lstStyle/>
          <a:p>
            <a:pPr algn="ctr"/>
            <a:r>
              <a:rPr lang="en-US" altLang="ja-JP" sz="2000" dirty="0">
                <a:latin typeface="ＭＳ Ｐゴシック" panose="020B0600070205080204" pitchFamily="50" charset="-128"/>
                <a:ea typeface="ＭＳ Ｐゴシック" panose="020B0600070205080204" pitchFamily="50" charset="-128"/>
                <a:cs typeface="Arial" panose="020B0604020202020204" pitchFamily="34" charset="0"/>
              </a:rPr>
              <a:t>2017 </a:t>
            </a:r>
          </a:p>
        </p:txBody>
      </p:sp>
      <p:sp>
        <p:nvSpPr>
          <p:cNvPr id="10" name="吹き出し: 角を丸めた四角形 9">
            <a:extLst>
              <a:ext uri="{FF2B5EF4-FFF2-40B4-BE49-F238E27FC236}">
                <a16:creationId xmlns:a16="http://schemas.microsoft.com/office/drawing/2014/main" id="{69B75953-75C4-F2E2-88D9-385DDB32BDA6}"/>
              </a:ext>
            </a:extLst>
          </p:cNvPr>
          <p:cNvSpPr/>
          <p:nvPr/>
        </p:nvSpPr>
        <p:spPr>
          <a:xfrm>
            <a:off x="421532" y="2346793"/>
            <a:ext cx="1248384" cy="785509"/>
          </a:xfrm>
          <a:prstGeom prst="wedgeRoundRectCallout">
            <a:avLst/>
          </a:prstGeom>
          <a:solidFill>
            <a:schemeClr val="bg2"/>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rgbClr val="FF0000"/>
                </a:solidFill>
                <a:latin typeface="ＭＳ Ｐゴシック" panose="020B0600070205080204" pitchFamily="50" charset="-128"/>
                <a:ea typeface="ＭＳ Ｐゴシック" panose="020B0600070205080204" pitchFamily="50" charset="-128"/>
              </a:rPr>
              <a:t>GAN</a:t>
            </a:r>
          </a:p>
          <a:p>
            <a:pPr algn="ctr"/>
            <a:r>
              <a:rPr lang="en-US" altLang="ja-JP" dirty="0">
                <a:solidFill>
                  <a:schemeClr val="tx1"/>
                </a:solidFill>
                <a:latin typeface="ＭＳ Ｐゴシック" panose="020B0600070205080204" pitchFamily="50" charset="-128"/>
                <a:ea typeface="ＭＳ Ｐゴシック" panose="020B0600070205080204" pitchFamily="50" charset="-128"/>
              </a:rPr>
              <a:t>CGAN</a:t>
            </a:r>
            <a:endParaRPr kumimoji="1" lang="ja-JP" altLang="en-US" dirty="0">
              <a:solidFill>
                <a:schemeClr val="tx1"/>
              </a:solidFill>
              <a:latin typeface="ＭＳ Ｐゴシック" panose="020B0600070205080204" pitchFamily="50" charset="-128"/>
              <a:ea typeface="ＭＳ Ｐゴシック" panose="020B0600070205080204" pitchFamily="50" charset="-128"/>
            </a:endParaRPr>
          </a:p>
        </p:txBody>
      </p:sp>
      <p:sp>
        <p:nvSpPr>
          <p:cNvPr id="11" name="テキスト ボックス 10">
            <a:extLst>
              <a:ext uri="{FF2B5EF4-FFF2-40B4-BE49-F238E27FC236}">
                <a16:creationId xmlns:a16="http://schemas.microsoft.com/office/drawing/2014/main" id="{A70AF141-42CA-D1BE-B8B3-5C11EB94762A}"/>
              </a:ext>
            </a:extLst>
          </p:cNvPr>
          <p:cNvSpPr txBox="1"/>
          <p:nvPr/>
        </p:nvSpPr>
        <p:spPr>
          <a:xfrm>
            <a:off x="4967590" y="3332399"/>
            <a:ext cx="706877" cy="400110"/>
          </a:xfrm>
          <a:prstGeom prst="rect">
            <a:avLst/>
          </a:prstGeom>
          <a:noFill/>
        </p:spPr>
        <p:txBody>
          <a:bodyPr wrap="square" rtlCol="0">
            <a:spAutoFit/>
          </a:bodyPr>
          <a:lstStyle/>
          <a:p>
            <a:pPr algn="ctr"/>
            <a:r>
              <a:rPr lang="en-US" altLang="ja-JP" sz="2000" dirty="0">
                <a:latin typeface="ＭＳ Ｐゴシック" panose="020B0600070205080204" pitchFamily="50" charset="-128"/>
                <a:ea typeface="ＭＳ Ｐゴシック" panose="020B0600070205080204" pitchFamily="50" charset="-128"/>
                <a:cs typeface="Arial" panose="020B0604020202020204" pitchFamily="34" charset="0"/>
              </a:rPr>
              <a:t>2018 </a:t>
            </a:r>
          </a:p>
        </p:txBody>
      </p:sp>
      <p:sp>
        <p:nvSpPr>
          <p:cNvPr id="12" name="テキスト ボックス 11">
            <a:extLst>
              <a:ext uri="{FF2B5EF4-FFF2-40B4-BE49-F238E27FC236}">
                <a16:creationId xmlns:a16="http://schemas.microsoft.com/office/drawing/2014/main" id="{6C4F8FC5-90A8-6DFC-9BC3-D1FCB2F265AD}"/>
              </a:ext>
            </a:extLst>
          </p:cNvPr>
          <p:cNvSpPr txBox="1"/>
          <p:nvPr/>
        </p:nvSpPr>
        <p:spPr>
          <a:xfrm>
            <a:off x="6352157" y="3332399"/>
            <a:ext cx="706877" cy="400110"/>
          </a:xfrm>
          <a:prstGeom prst="rect">
            <a:avLst/>
          </a:prstGeom>
          <a:noFill/>
        </p:spPr>
        <p:txBody>
          <a:bodyPr wrap="square" rtlCol="0">
            <a:spAutoFit/>
          </a:bodyPr>
          <a:lstStyle/>
          <a:p>
            <a:pPr algn="ctr"/>
            <a:r>
              <a:rPr lang="en-US" altLang="ja-JP" sz="2000" dirty="0">
                <a:latin typeface="ＭＳ Ｐゴシック" panose="020B0600070205080204" pitchFamily="50" charset="-128"/>
                <a:ea typeface="ＭＳ Ｐゴシック" panose="020B0600070205080204" pitchFamily="50" charset="-128"/>
                <a:cs typeface="Arial" panose="020B0604020202020204" pitchFamily="34" charset="0"/>
              </a:rPr>
              <a:t>2019 </a:t>
            </a:r>
          </a:p>
        </p:txBody>
      </p:sp>
      <p:sp>
        <p:nvSpPr>
          <p:cNvPr id="13" name="吹き出し: 角を丸めた四角形 12">
            <a:extLst>
              <a:ext uri="{FF2B5EF4-FFF2-40B4-BE49-F238E27FC236}">
                <a16:creationId xmlns:a16="http://schemas.microsoft.com/office/drawing/2014/main" id="{BCB2F7D9-051A-FBF4-DE92-728AF41FF471}"/>
              </a:ext>
            </a:extLst>
          </p:cNvPr>
          <p:cNvSpPr/>
          <p:nvPr/>
        </p:nvSpPr>
        <p:spPr>
          <a:xfrm>
            <a:off x="1643975" y="3917811"/>
            <a:ext cx="1248384" cy="785509"/>
          </a:xfrm>
          <a:prstGeom prst="wedgeRoundRectCallout">
            <a:avLst>
              <a:gd name="adj1" fmla="val -23950"/>
              <a:gd name="adj2" fmla="val -66293"/>
              <a:gd name="adj3" fmla="val 16667"/>
            </a:avLst>
          </a:prstGeom>
          <a:solidFill>
            <a:schemeClr val="bg2"/>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latin typeface="ＭＳ Ｐゴシック" panose="020B0600070205080204" pitchFamily="50" charset="-128"/>
                <a:ea typeface="ＭＳ Ｐゴシック" panose="020B0600070205080204" pitchFamily="50" charset="-128"/>
              </a:rPr>
              <a:t>DCGAN</a:t>
            </a:r>
            <a:endParaRPr kumimoji="1" lang="ja-JP" altLang="en-US" dirty="0">
              <a:solidFill>
                <a:schemeClr val="tx1"/>
              </a:solidFill>
              <a:latin typeface="ＭＳ Ｐゴシック" panose="020B0600070205080204" pitchFamily="50" charset="-128"/>
              <a:ea typeface="ＭＳ Ｐゴシック" panose="020B0600070205080204" pitchFamily="50" charset="-128"/>
            </a:endParaRPr>
          </a:p>
        </p:txBody>
      </p:sp>
      <p:sp>
        <p:nvSpPr>
          <p:cNvPr id="14" name="吹き出し: 角を丸めた四角形 13">
            <a:extLst>
              <a:ext uri="{FF2B5EF4-FFF2-40B4-BE49-F238E27FC236}">
                <a16:creationId xmlns:a16="http://schemas.microsoft.com/office/drawing/2014/main" id="{DD3064AA-D5F2-B671-0A59-906C02B9D15C}"/>
              </a:ext>
            </a:extLst>
          </p:cNvPr>
          <p:cNvSpPr/>
          <p:nvPr/>
        </p:nvSpPr>
        <p:spPr>
          <a:xfrm>
            <a:off x="2658888" y="2333894"/>
            <a:ext cx="1248384" cy="785509"/>
          </a:xfrm>
          <a:prstGeom prst="wedgeRoundRectCallout">
            <a:avLst/>
          </a:prstGeom>
          <a:solidFill>
            <a:schemeClr val="bg2"/>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latin typeface="ＭＳ Ｐゴシック" panose="020B0600070205080204" pitchFamily="50" charset="-128"/>
                <a:ea typeface="ＭＳ Ｐゴシック" panose="020B0600070205080204" pitchFamily="50" charset="-128"/>
              </a:rPr>
              <a:t>VGAN</a:t>
            </a:r>
          </a:p>
          <a:p>
            <a:pPr algn="ctr"/>
            <a:r>
              <a:rPr kumimoji="1" lang="en-US" altLang="ja-JP" dirty="0" err="1">
                <a:solidFill>
                  <a:schemeClr val="tx1"/>
                </a:solidFill>
                <a:latin typeface="ＭＳ Ｐゴシック" panose="020B0600070205080204" pitchFamily="50" charset="-128"/>
                <a:ea typeface="ＭＳ Ｐゴシック" panose="020B0600070205080204" pitchFamily="50" charset="-128"/>
              </a:rPr>
              <a:t>Se</a:t>
            </a:r>
            <a:r>
              <a:rPr lang="en-US" altLang="ja-JP" dirty="0" err="1">
                <a:solidFill>
                  <a:schemeClr val="tx1"/>
                </a:solidFill>
                <a:latin typeface="ＭＳ Ｐゴシック" panose="020B0600070205080204" pitchFamily="50" charset="-128"/>
                <a:ea typeface="ＭＳ Ｐゴシック" panose="020B0600070205080204" pitchFamily="50" charset="-128"/>
              </a:rPr>
              <a:t>qGAN</a:t>
            </a:r>
            <a:endParaRPr kumimoji="1" lang="en-US" altLang="ja-JP" dirty="0">
              <a:solidFill>
                <a:schemeClr val="tx1"/>
              </a:solidFill>
              <a:latin typeface="ＭＳ Ｐゴシック" panose="020B0600070205080204" pitchFamily="50" charset="-128"/>
              <a:ea typeface="ＭＳ Ｐゴシック" panose="020B0600070205080204" pitchFamily="50" charset="-128"/>
            </a:endParaRPr>
          </a:p>
        </p:txBody>
      </p:sp>
      <p:sp>
        <p:nvSpPr>
          <p:cNvPr id="15" name="吹き出し: 角を丸めた四角形 14">
            <a:extLst>
              <a:ext uri="{FF2B5EF4-FFF2-40B4-BE49-F238E27FC236}">
                <a16:creationId xmlns:a16="http://schemas.microsoft.com/office/drawing/2014/main" id="{FFA2A3B6-F644-2EDC-51CB-8BB678EFA947}"/>
              </a:ext>
            </a:extLst>
          </p:cNvPr>
          <p:cNvSpPr/>
          <p:nvPr/>
        </p:nvSpPr>
        <p:spPr>
          <a:xfrm>
            <a:off x="3508443" y="3943617"/>
            <a:ext cx="1459148" cy="1484283"/>
          </a:xfrm>
          <a:prstGeom prst="wedgeRoundRectCallout">
            <a:avLst>
              <a:gd name="adj1" fmla="val -27656"/>
              <a:gd name="adj2" fmla="val -60176"/>
              <a:gd name="adj3" fmla="val 16667"/>
            </a:avLst>
          </a:prstGeom>
          <a:solidFill>
            <a:schemeClr val="bg2"/>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dirty="0">
              <a:solidFill>
                <a:schemeClr val="tx1"/>
              </a:solidFill>
              <a:latin typeface="ＭＳ Ｐゴシック" panose="020B0600070205080204" pitchFamily="50" charset="-128"/>
              <a:ea typeface="ＭＳ Ｐゴシック" panose="020B0600070205080204" pitchFamily="50" charset="-128"/>
            </a:endParaRPr>
          </a:p>
          <a:p>
            <a:pPr algn="ctr"/>
            <a:r>
              <a:rPr lang="en-US" altLang="ja-JP" dirty="0" err="1">
                <a:solidFill>
                  <a:schemeClr val="tx1"/>
                </a:solidFill>
                <a:latin typeface="ＭＳ Ｐゴシック" panose="020B0600070205080204" pitchFamily="50" charset="-128"/>
                <a:ea typeface="ＭＳ Ｐゴシック" panose="020B0600070205080204" pitchFamily="50" charset="-128"/>
              </a:rPr>
              <a:t>CycleGAN</a:t>
            </a:r>
            <a:endParaRPr lang="en-US" altLang="ja-JP" dirty="0">
              <a:solidFill>
                <a:schemeClr val="tx1"/>
              </a:solidFill>
              <a:latin typeface="ＭＳ Ｐゴシック" panose="020B0600070205080204" pitchFamily="50" charset="-128"/>
              <a:ea typeface="ＭＳ Ｐゴシック" panose="020B0600070205080204" pitchFamily="50" charset="-128"/>
            </a:endParaRPr>
          </a:p>
          <a:p>
            <a:pPr algn="ctr"/>
            <a:r>
              <a:rPr lang="en-US" altLang="ja-JP" dirty="0">
                <a:solidFill>
                  <a:schemeClr val="tx1"/>
                </a:solidFill>
                <a:latin typeface="ＭＳ Ｐゴシック" panose="020B0600070205080204" pitchFamily="50" charset="-128"/>
                <a:ea typeface="ＭＳ Ｐゴシック" panose="020B0600070205080204" pitchFamily="50" charset="-128"/>
              </a:rPr>
              <a:t>WGAN</a:t>
            </a:r>
          </a:p>
          <a:p>
            <a:pPr algn="ctr"/>
            <a:r>
              <a:rPr lang="en-US" altLang="ja-JP" dirty="0" err="1">
                <a:solidFill>
                  <a:schemeClr val="tx1"/>
                </a:solidFill>
                <a:latin typeface="ＭＳ Ｐゴシック" panose="020B0600070205080204" pitchFamily="50" charset="-128"/>
                <a:ea typeface="ＭＳ Ｐゴシック" panose="020B0600070205080204" pitchFamily="50" charset="-128"/>
              </a:rPr>
              <a:t>StackGAN</a:t>
            </a:r>
            <a:endParaRPr lang="en-US" altLang="ja-JP" dirty="0">
              <a:solidFill>
                <a:schemeClr val="tx1"/>
              </a:solidFill>
              <a:latin typeface="ＭＳ Ｐゴシック" panose="020B0600070205080204" pitchFamily="50" charset="-128"/>
              <a:ea typeface="ＭＳ Ｐゴシック" panose="020B0600070205080204" pitchFamily="50" charset="-128"/>
            </a:endParaRPr>
          </a:p>
          <a:p>
            <a:pPr algn="ctr"/>
            <a:endParaRPr lang="en-US" altLang="ja-JP" dirty="0">
              <a:solidFill>
                <a:schemeClr val="tx1"/>
              </a:solidFill>
              <a:latin typeface="ＭＳ Ｐゴシック" panose="020B0600070205080204" pitchFamily="50" charset="-128"/>
              <a:ea typeface="ＭＳ Ｐゴシック" panose="020B0600070205080204" pitchFamily="50" charset="-128"/>
            </a:endParaRPr>
          </a:p>
        </p:txBody>
      </p:sp>
      <p:sp>
        <p:nvSpPr>
          <p:cNvPr id="16" name="吹き出し: 角を丸めた四角形 15">
            <a:extLst>
              <a:ext uri="{FF2B5EF4-FFF2-40B4-BE49-F238E27FC236}">
                <a16:creationId xmlns:a16="http://schemas.microsoft.com/office/drawing/2014/main" id="{0CC55837-30D2-14C2-BE1B-EC32429353EE}"/>
              </a:ext>
            </a:extLst>
          </p:cNvPr>
          <p:cNvSpPr/>
          <p:nvPr/>
        </p:nvSpPr>
        <p:spPr>
          <a:xfrm>
            <a:off x="6245157" y="3917810"/>
            <a:ext cx="1459147" cy="785509"/>
          </a:xfrm>
          <a:prstGeom prst="wedgeRoundRectCallout">
            <a:avLst>
              <a:gd name="adj1" fmla="val -24989"/>
              <a:gd name="adj2" fmla="val -66293"/>
              <a:gd name="adj3" fmla="val 16667"/>
            </a:avLst>
          </a:prstGeom>
          <a:solidFill>
            <a:schemeClr val="bg2"/>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rgbClr val="FF0000"/>
                </a:solidFill>
                <a:latin typeface="ＭＳ Ｐゴシック" panose="020B0600070205080204" pitchFamily="50" charset="-128"/>
                <a:ea typeface="ＭＳ Ｐゴシック" panose="020B0600070205080204" pitchFamily="50" charset="-128"/>
              </a:rPr>
              <a:t>StyleGAN 2</a:t>
            </a:r>
            <a:r>
              <a:rPr lang="en-US" altLang="ja-JP" dirty="0">
                <a:solidFill>
                  <a:schemeClr val="tx1"/>
                </a:solidFill>
                <a:latin typeface="ＭＳ Ｐゴシック" panose="020B0600070205080204" pitchFamily="50" charset="-128"/>
                <a:ea typeface="ＭＳ Ｐゴシック" panose="020B0600070205080204" pitchFamily="50" charset="-128"/>
              </a:rPr>
              <a:t> </a:t>
            </a:r>
          </a:p>
        </p:txBody>
      </p:sp>
      <p:sp>
        <p:nvSpPr>
          <p:cNvPr id="17" name="吹き出し: 角を丸めた四角形 16">
            <a:extLst>
              <a:ext uri="{FF2B5EF4-FFF2-40B4-BE49-F238E27FC236}">
                <a16:creationId xmlns:a16="http://schemas.microsoft.com/office/drawing/2014/main" id="{6E80FA49-58EE-E20C-5692-237C2E1AFA4D}"/>
              </a:ext>
            </a:extLst>
          </p:cNvPr>
          <p:cNvSpPr/>
          <p:nvPr/>
        </p:nvSpPr>
        <p:spPr>
          <a:xfrm>
            <a:off x="4401758" y="2333893"/>
            <a:ext cx="1348914" cy="798409"/>
          </a:xfrm>
          <a:prstGeom prst="wedgeRoundRectCallout">
            <a:avLst>
              <a:gd name="adj1" fmla="val 21474"/>
              <a:gd name="adj2" fmla="val 70623"/>
              <a:gd name="adj3" fmla="val 16667"/>
            </a:avLst>
          </a:prstGeom>
          <a:solidFill>
            <a:schemeClr val="bg2"/>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err="1">
                <a:solidFill>
                  <a:srgbClr val="FF0000"/>
                </a:solidFill>
                <a:latin typeface="ＭＳ Ｐゴシック" panose="020B0600070205080204" pitchFamily="50" charset="-128"/>
                <a:ea typeface="ＭＳ Ｐゴシック" panose="020B0600070205080204" pitchFamily="50" charset="-128"/>
              </a:rPr>
              <a:t>ProGAN</a:t>
            </a:r>
            <a:endParaRPr kumimoji="1" lang="en-US" altLang="ja-JP" dirty="0">
              <a:solidFill>
                <a:srgbClr val="FF0000"/>
              </a:solidFill>
              <a:latin typeface="ＭＳ Ｐゴシック" panose="020B0600070205080204" pitchFamily="50" charset="-128"/>
              <a:ea typeface="ＭＳ Ｐゴシック" panose="020B0600070205080204" pitchFamily="50" charset="-128"/>
            </a:endParaRPr>
          </a:p>
          <a:p>
            <a:pPr algn="ctr"/>
            <a:r>
              <a:rPr lang="en-US" altLang="ja-JP" dirty="0">
                <a:solidFill>
                  <a:srgbClr val="FF0000"/>
                </a:solidFill>
                <a:latin typeface="ＭＳ Ｐゴシック" panose="020B0600070205080204" pitchFamily="50" charset="-128"/>
                <a:ea typeface="ＭＳ Ｐゴシック" panose="020B0600070205080204" pitchFamily="50" charset="-128"/>
              </a:rPr>
              <a:t>StyleGAN</a:t>
            </a:r>
          </a:p>
        </p:txBody>
      </p:sp>
      <p:sp>
        <p:nvSpPr>
          <p:cNvPr id="18" name="テキスト ボックス 17">
            <a:extLst>
              <a:ext uri="{FF2B5EF4-FFF2-40B4-BE49-F238E27FC236}">
                <a16:creationId xmlns:a16="http://schemas.microsoft.com/office/drawing/2014/main" id="{1FC3383D-36E7-DC3E-C185-13732165687C}"/>
              </a:ext>
            </a:extLst>
          </p:cNvPr>
          <p:cNvSpPr txBox="1"/>
          <p:nvPr/>
        </p:nvSpPr>
        <p:spPr>
          <a:xfrm>
            <a:off x="8699768" y="3356550"/>
            <a:ext cx="706877" cy="400110"/>
          </a:xfrm>
          <a:prstGeom prst="rect">
            <a:avLst/>
          </a:prstGeom>
          <a:noFill/>
        </p:spPr>
        <p:txBody>
          <a:bodyPr wrap="square" rtlCol="0">
            <a:spAutoFit/>
          </a:bodyPr>
          <a:lstStyle/>
          <a:p>
            <a:pPr algn="ctr"/>
            <a:r>
              <a:rPr lang="en-US" altLang="ja-JP" sz="2000" dirty="0">
                <a:latin typeface="ＭＳ Ｐゴシック" panose="020B0600070205080204" pitchFamily="50" charset="-128"/>
                <a:ea typeface="ＭＳ Ｐゴシック" panose="020B0600070205080204" pitchFamily="50" charset="-128"/>
                <a:cs typeface="Arial" panose="020B0604020202020204" pitchFamily="34" charset="0"/>
              </a:rPr>
              <a:t>2021 </a:t>
            </a:r>
          </a:p>
        </p:txBody>
      </p:sp>
      <p:sp>
        <p:nvSpPr>
          <p:cNvPr id="19" name="吹き出し: 角を丸めた四角形 18">
            <a:extLst>
              <a:ext uri="{FF2B5EF4-FFF2-40B4-BE49-F238E27FC236}">
                <a16:creationId xmlns:a16="http://schemas.microsoft.com/office/drawing/2014/main" id="{247E56A0-CAA8-5B0A-9DDC-4A308EEBDE6B}"/>
              </a:ext>
            </a:extLst>
          </p:cNvPr>
          <p:cNvSpPr/>
          <p:nvPr/>
        </p:nvSpPr>
        <p:spPr>
          <a:xfrm>
            <a:off x="8741928" y="2333894"/>
            <a:ext cx="1582367" cy="785509"/>
          </a:xfrm>
          <a:prstGeom prst="wedgeRoundRectCallout">
            <a:avLst>
              <a:gd name="adj1" fmla="val -27448"/>
              <a:gd name="adj2" fmla="val 69105"/>
              <a:gd name="adj3" fmla="val 16667"/>
            </a:avLst>
          </a:prstGeom>
          <a:solidFill>
            <a:schemeClr val="bg2"/>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dirty="0">
              <a:solidFill>
                <a:schemeClr val="tx1"/>
              </a:solidFill>
              <a:latin typeface="ＭＳ Ｐゴシック" panose="020B0600070205080204" pitchFamily="50" charset="-128"/>
              <a:ea typeface="ＭＳ Ｐゴシック" panose="020B0600070205080204" pitchFamily="50" charset="-128"/>
            </a:endParaRPr>
          </a:p>
          <a:p>
            <a:pPr algn="ctr"/>
            <a:r>
              <a:rPr lang="en-US" altLang="ja-JP" dirty="0">
                <a:solidFill>
                  <a:srgbClr val="FF0000"/>
                </a:solidFill>
                <a:latin typeface="ＭＳ Ｐゴシック" panose="020B0600070205080204" pitchFamily="50" charset="-128"/>
                <a:ea typeface="ＭＳ Ｐゴシック" panose="020B0600070205080204" pitchFamily="50" charset="-128"/>
              </a:rPr>
              <a:t>StyleGAN 3</a:t>
            </a:r>
          </a:p>
          <a:p>
            <a:pPr algn="ctr"/>
            <a:endParaRPr lang="en-US" altLang="ja-JP" dirty="0">
              <a:solidFill>
                <a:schemeClr val="tx1"/>
              </a:solidFill>
              <a:latin typeface="ＭＳ Ｐゴシック" panose="020B0600070205080204" pitchFamily="50" charset="-128"/>
              <a:ea typeface="ＭＳ Ｐゴシック" panose="020B0600070205080204" pitchFamily="50" charset="-128"/>
            </a:endParaRPr>
          </a:p>
        </p:txBody>
      </p:sp>
      <p:sp>
        <p:nvSpPr>
          <p:cNvPr id="20" name="テキスト ボックス 19">
            <a:extLst>
              <a:ext uri="{FF2B5EF4-FFF2-40B4-BE49-F238E27FC236}">
                <a16:creationId xmlns:a16="http://schemas.microsoft.com/office/drawing/2014/main" id="{2DB08976-89DA-E7D5-2FF9-BF56FAECCA59}"/>
              </a:ext>
            </a:extLst>
          </p:cNvPr>
          <p:cNvSpPr txBox="1"/>
          <p:nvPr/>
        </p:nvSpPr>
        <p:spPr>
          <a:xfrm>
            <a:off x="9873574" y="3321356"/>
            <a:ext cx="706877" cy="400110"/>
          </a:xfrm>
          <a:prstGeom prst="rect">
            <a:avLst/>
          </a:prstGeom>
          <a:noFill/>
        </p:spPr>
        <p:txBody>
          <a:bodyPr wrap="square" rtlCol="0">
            <a:spAutoFit/>
          </a:bodyPr>
          <a:lstStyle/>
          <a:p>
            <a:pPr algn="ctr"/>
            <a:r>
              <a:rPr lang="en-US" altLang="ja-JP" sz="2000" dirty="0">
                <a:latin typeface="ＭＳ Ｐゴシック" panose="020B0600070205080204" pitchFamily="50" charset="-128"/>
                <a:ea typeface="ＭＳ Ｐゴシック" panose="020B0600070205080204" pitchFamily="50" charset="-128"/>
                <a:cs typeface="Arial" panose="020B0604020202020204" pitchFamily="34" charset="0"/>
              </a:rPr>
              <a:t>2022 </a:t>
            </a:r>
          </a:p>
        </p:txBody>
      </p:sp>
      <p:sp>
        <p:nvSpPr>
          <p:cNvPr id="21" name="吹き出し: 角を丸めた四角形 20">
            <a:extLst>
              <a:ext uri="{FF2B5EF4-FFF2-40B4-BE49-F238E27FC236}">
                <a16:creationId xmlns:a16="http://schemas.microsoft.com/office/drawing/2014/main" id="{51ADA64B-3B98-144B-D7AF-BFDC976CD1CC}"/>
              </a:ext>
            </a:extLst>
          </p:cNvPr>
          <p:cNvSpPr/>
          <p:nvPr/>
        </p:nvSpPr>
        <p:spPr>
          <a:xfrm>
            <a:off x="9736576" y="3943617"/>
            <a:ext cx="1622898" cy="785509"/>
          </a:xfrm>
          <a:prstGeom prst="wedgeRoundRectCallout">
            <a:avLst>
              <a:gd name="adj1" fmla="val -24614"/>
              <a:gd name="adj2" fmla="val -66292"/>
              <a:gd name="adj3" fmla="val 16667"/>
            </a:avLst>
          </a:prstGeom>
          <a:solidFill>
            <a:schemeClr val="bg2"/>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latin typeface="ＭＳ Ｐゴシック" panose="020B0600070205080204" pitchFamily="50" charset="-128"/>
                <a:ea typeface="ＭＳ Ｐゴシック" panose="020B0600070205080204" pitchFamily="50" charset="-128"/>
              </a:rPr>
              <a:t>StyleGAN-XL</a:t>
            </a:r>
          </a:p>
          <a:p>
            <a:pPr algn="ctr"/>
            <a:r>
              <a:rPr kumimoji="1" lang="en-US" altLang="ja-JP" dirty="0">
                <a:solidFill>
                  <a:schemeClr val="tx1"/>
                </a:solidFill>
                <a:latin typeface="ＭＳ Ｐゴシック" panose="020B0600070205080204" pitchFamily="50" charset="-128"/>
                <a:ea typeface="ＭＳ Ｐゴシック" panose="020B0600070205080204" pitchFamily="50" charset="-128"/>
              </a:rPr>
              <a:t>SURF-GAN</a:t>
            </a:r>
          </a:p>
        </p:txBody>
      </p:sp>
      <p:sp>
        <p:nvSpPr>
          <p:cNvPr id="22" name="テキスト ボックス 21">
            <a:extLst>
              <a:ext uri="{FF2B5EF4-FFF2-40B4-BE49-F238E27FC236}">
                <a16:creationId xmlns:a16="http://schemas.microsoft.com/office/drawing/2014/main" id="{8375A179-4DB8-137A-2FA7-6BBDDE5D8994}"/>
              </a:ext>
            </a:extLst>
          </p:cNvPr>
          <p:cNvSpPr txBox="1"/>
          <p:nvPr/>
        </p:nvSpPr>
        <p:spPr>
          <a:xfrm>
            <a:off x="7616754" y="3317644"/>
            <a:ext cx="706877" cy="400110"/>
          </a:xfrm>
          <a:prstGeom prst="rect">
            <a:avLst/>
          </a:prstGeom>
          <a:noFill/>
        </p:spPr>
        <p:txBody>
          <a:bodyPr wrap="square" rtlCol="0">
            <a:spAutoFit/>
          </a:bodyPr>
          <a:lstStyle/>
          <a:p>
            <a:pPr algn="ctr"/>
            <a:r>
              <a:rPr lang="en-US" altLang="ja-JP" sz="2000" dirty="0">
                <a:latin typeface="ＭＳ Ｐゴシック" panose="020B0600070205080204" pitchFamily="50" charset="-128"/>
                <a:ea typeface="ＭＳ Ｐゴシック" panose="020B0600070205080204" pitchFamily="50" charset="-128"/>
                <a:cs typeface="Arial" panose="020B0604020202020204" pitchFamily="34" charset="0"/>
              </a:rPr>
              <a:t>2020 </a:t>
            </a:r>
          </a:p>
        </p:txBody>
      </p:sp>
      <p:sp>
        <p:nvSpPr>
          <p:cNvPr id="23" name="吹き出し: 角を丸めた四角形 22">
            <a:extLst>
              <a:ext uri="{FF2B5EF4-FFF2-40B4-BE49-F238E27FC236}">
                <a16:creationId xmlns:a16="http://schemas.microsoft.com/office/drawing/2014/main" id="{11735FD1-D07D-ACB1-C0E6-D0D0D0D66F5A}"/>
              </a:ext>
            </a:extLst>
          </p:cNvPr>
          <p:cNvSpPr/>
          <p:nvPr/>
        </p:nvSpPr>
        <p:spPr>
          <a:xfrm>
            <a:off x="6245158" y="2320993"/>
            <a:ext cx="2078474" cy="785509"/>
          </a:xfrm>
          <a:prstGeom prst="wedgeRoundRectCallout">
            <a:avLst>
              <a:gd name="adj1" fmla="val 29763"/>
              <a:gd name="adj2" fmla="val 67453"/>
              <a:gd name="adj3" fmla="val 16667"/>
            </a:avLst>
          </a:prstGeom>
          <a:solidFill>
            <a:schemeClr val="bg2"/>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latin typeface="ＭＳ Ｐゴシック" panose="020B0600070205080204" pitchFamily="50" charset="-128"/>
                <a:ea typeface="ＭＳ Ｐゴシック" panose="020B0600070205080204" pitchFamily="50" charset="-128"/>
              </a:rPr>
              <a:t>StyleGAN 2-ADA </a:t>
            </a:r>
          </a:p>
        </p:txBody>
      </p:sp>
    </p:spTree>
    <p:extLst>
      <p:ext uri="{BB962C8B-B14F-4D97-AF65-F5344CB8AC3E}">
        <p14:creationId xmlns:p14="http://schemas.microsoft.com/office/powerpoint/2010/main" val="9476584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DAF6C-BDC3-D0D1-3459-AADB2C627642}"/>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157D1860-DBD8-2D22-73B6-B23830551721}"/>
              </a:ext>
            </a:extLst>
          </p:cNvPr>
          <p:cNvSpPr txBox="1">
            <a:spLocks noGrp="1" noRot="1" noMove="1" noResize="1" noEditPoints="1" noAdjustHandles="1" noChangeArrowheads="1" noChangeShapeType="1"/>
          </p:cNvSpPr>
          <p:nvPr/>
        </p:nvSpPr>
        <p:spPr>
          <a:xfrm>
            <a:off x="360000" y="216000"/>
            <a:ext cx="1915909"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補足</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　</a:t>
            </a:r>
            <a:r>
              <a:rPr lang="en-US" altLang="ja-JP" sz="2400" dirty="0">
                <a:solidFill>
                  <a:schemeClr val="tx1">
                    <a:lumMod val="75000"/>
                    <a:lumOff val="25000"/>
                  </a:schemeClr>
                </a:solidFill>
                <a:latin typeface="MS PGothic" panose="020B0600070205080204" pitchFamily="34" charset="-128"/>
                <a:ea typeface="MS PGothic" panose="020B0600070205080204" pitchFamily="34" charset="-128"/>
              </a:rPr>
              <a:t>GAN</a:t>
            </a:r>
          </a:p>
        </p:txBody>
      </p:sp>
      <p:cxnSp>
        <p:nvCxnSpPr>
          <p:cNvPr id="5" name="直線コネクタ 4">
            <a:extLst>
              <a:ext uri="{FF2B5EF4-FFF2-40B4-BE49-F238E27FC236}">
                <a16:creationId xmlns:a16="http://schemas.microsoft.com/office/drawing/2014/main" id="{3A34409D-C918-7B79-8FA6-76DB0D686609}"/>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2" name="TextBox 10">
            <a:extLst>
              <a:ext uri="{FF2B5EF4-FFF2-40B4-BE49-F238E27FC236}">
                <a16:creationId xmlns:a16="http://schemas.microsoft.com/office/drawing/2014/main" id="{495D0F18-837D-4D82-58B0-A9E78D00E728}"/>
              </a:ext>
            </a:extLst>
          </p:cNvPr>
          <p:cNvSpPr txBox="1">
            <a:spLocks/>
          </p:cNvSpPr>
          <p:nvPr/>
        </p:nvSpPr>
        <p:spPr>
          <a:xfrm>
            <a:off x="360000" y="1080000"/>
            <a:ext cx="4609949"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en-US" altLang="ja-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StyleGAN3</a:t>
            </a:r>
          </a:p>
        </p:txBody>
      </p:sp>
      <p:sp>
        <p:nvSpPr>
          <p:cNvPr id="24" name="テキスト ボックス 23">
            <a:extLst>
              <a:ext uri="{FF2B5EF4-FFF2-40B4-BE49-F238E27FC236}">
                <a16:creationId xmlns:a16="http://schemas.microsoft.com/office/drawing/2014/main" id="{0B6DDAD5-FAB8-C845-CE60-B85E1878FF38}"/>
              </a:ext>
            </a:extLst>
          </p:cNvPr>
          <p:cNvSpPr txBox="1"/>
          <p:nvPr/>
        </p:nvSpPr>
        <p:spPr>
          <a:xfrm>
            <a:off x="360000" y="2500151"/>
            <a:ext cx="7063940" cy="1200329"/>
          </a:xfrm>
          <a:prstGeom prst="rect">
            <a:avLst/>
          </a:prstGeom>
          <a:noFill/>
        </p:spPr>
        <p:txBody>
          <a:bodyPr wrap="square" rtlCol="0">
            <a:spAutoFit/>
          </a:bodyPr>
          <a:lstStyle/>
          <a:p>
            <a:r>
              <a:rPr lang="ja-JP" altLang="en-US" dirty="0">
                <a:latin typeface="ＭＳ Ｐゴシック" panose="020B0600070205080204" pitchFamily="50" charset="-128"/>
                <a:ea typeface="ＭＳ Ｐゴシック" panose="020B0600070205080204" pitchFamily="50" charset="-128"/>
                <a:cs typeface="Arial" panose="020B0604020202020204" pitchFamily="34" charset="0"/>
              </a:rPr>
              <a:t>エリアシング（</a:t>
            </a:r>
            <a:r>
              <a:rPr lang="en-US" altLang="ja-JP" dirty="0">
                <a:latin typeface="ＭＳ Ｐゴシック" panose="020B0600070205080204" pitchFamily="50" charset="-128"/>
                <a:ea typeface="ＭＳ Ｐゴシック" panose="020B0600070205080204" pitchFamily="50" charset="-128"/>
                <a:cs typeface="Arial" panose="020B0604020202020204" pitchFamily="34" charset="0"/>
              </a:rPr>
              <a:t>aliasing</a:t>
            </a:r>
            <a:r>
              <a:rPr lang="ja-JP" altLang="en-US" dirty="0">
                <a:latin typeface="ＭＳ Ｐゴシック" panose="020B0600070205080204" pitchFamily="50" charset="-128"/>
                <a:ea typeface="ＭＳ Ｐゴシック" panose="020B0600070205080204" pitchFamily="50" charset="-128"/>
                <a:cs typeface="Arial" panose="020B0604020202020204" pitchFamily="34" charset="0"/>
              </a:rPr>
              <a:t>）の除去</a:t>
            </a:r>
            <a:endParaRPr lang="en-US" altLang="ja-JP" dirty="0">
              <a:latin typeface="ＭＳ Ｐゴシック" panose="020B0600070205080204" pitchFamily="50" charset="-128"/>
              <a:ea typeface="ＭＳ Ｐゴシック" panose="020B0600070205080204" pitchFamily="50" charset="-128"/>
              <a:cs typeface="Arial" panose="020B0604020202020204" pitchFamily="34" charset="0"/>
            </a:endParaRPr>
          </a:p>
          <a:p>
            <a:endParaRPr lang="en-US" altLang="ja-JP" dirty="0">
              <a:latin typeface="ＭＳ Ｐゴシック" panose="020B0600070205080204" pitchFamily="50" charset="-128"/>
              <a:ea typeface="ＭＳ Ｐゴシック" panose="020B0600070205080204" pitchFamily="50" charset="-128"/>
              <a:cs typeface="Arial" panose="020B0604020202020204" pitchFamily="34" charset="0"/>
            </a:endParaRPr>
          </a:p>
          <a:p>
            <a:pPr marL="285750" indent="-285750">
              <a:buFont typeface="Arial" panose="020B0604020202020204" pitchFamily="34" charset="0"/>
              <a:buChar char="•"/>
            </a:pPr>
            <a:r>
              <a:rPr lang="ja-JP" altLang="en-US" dirty="0">
                <a:latin typeface="ＭＳ Ｐゴシック" panose="020B0600070205080204" pitchFamily="50" charset="-128"/>
                <a:ea typeface="ＭＳ Ｐゴシック" panose="020B0600070205080204" pitchFamily="50" charset="-128"/>
              </a:rPr>
              <a:t>画像を回転・拡大・縮小するときに発生する人工的なノイズや歪みで</a:t>
            </a:r>
            <a:endParaRPr lang="en-US" altLang="ja-JP" dirty="0">
              <a:latin typeface="ＭＳ Ｐゴシック" panose="020B0600070205080204" pitchFamily="50" charset="-128"/>
              <a:ea typeface="ＭＳ Ｐゴシック" panose="020B0600070205080204" pitchFamily="50" charset="-128"/>
            </a:endParaRPr>
          </a:p>
          <a:p>
            <a:r>
              <a:rPr lang="ja-JP" altLang="en-US" dirty="0">
                <a:latin typeface="ＭＳ Ｐゴシック" panose="020B0600070205080204" pitchFamily="50" charset="-128"/>
                <a:ea typeface="ＭＳ Ｐゴシック" panose="020B0600070205080204" pitchFamily="50" charset="-128"/>
                <a:cs typeface="Arial" panose="020B0604020202020204" pitchFamily="34" charset="0"/>
              </a:rPr>
              <a:t>　　エリアシングを除去してより自然な画像を生成</a:t>
            </a:r>
            <a:endParaRPr lang="en-US" altLang="ja-JP" dirty="0">
              <a:latin typeface="ＭＳ Ｐゴシック" panose="020B0600070205080204" pitchFamily="50" charset="-128"/>
              <a:ea typeface="ＭＳ Ｐゴシック" panose="020B0600070205080204" pitchFamily="50" charset="-128"/>
              <a:cs typeface="Arial" panose="020B0604020202020204" pitchFamily="34" charset="0"/>
            </a:endParaRPr>
          </a:p>
        </p:txBody>
      </p:sp>
      <p:sp>
        <p:nvSpPr>
          <p:cNvPr id="25" name="テキスト ボックス 24">
            <a:extLst>
              <a:ext uri="{FF2B5EF4-FFF2-40B4-BE49-F238E27FC236}">
                <a16:creationId xmlns:a16="http://schemas.microsoft.com/office/drawing/2014/main" id="{7329EA62-00B8-7613-4D9A-DD58C366D3A0}"/>
              </a:ext>
            </a:extLst>
          </p:cNvPr>
          <p:cNvSpPr txBox="1"/>
          <p:nvPr/>
        </p:nvSpPr>
        <p:spPr>
          <a:xfrm>
            <a:off x="360000" y="3953118"/>
            <a:ext cx="5697166" cy="1200329"/>
          </a:xfrm>
          <a:prstGeom prst="rect">
            <a:avLst/>
          </a:prstGeom>
          <a:noFill/>
        </p:spPr>
        <p:txBody>
          <a:bodyPr wrap="square" rtlCol="0">
            <a:spAutoFit/>
          </a:bodyPr>
          <a:lstStyle/>
          <a:p>
            <a:r>
              <a:rPr lang="ja-JP" altLang="en-US" dirty="0">
                <a:latin typeface="ＭＳ Ｐゴシック" panose="020B0600070205080204" pitchFamily="50" charset="-128"/>
                <a:ea typeface="ＭＳ Ｐゴシック" panose="020B0600070205080204" pitchFamily="50" charset="-128"/>
                <a:cs typeface="Arial" panose="020B0604020202020204" pitchFamily="34" charset="0"/>
              </a:rPr>
              <a:t>ピクセル座標への依存を排除</a:t>
            </a:r>
            <a:endParaRPr lang="en-US" altLang="ja-JP" dirty="0">
              <a:latin typeface="ＭＳ Ｐゴシック" panose="020B0600070205080204" pitchFamily="50" charset="-128"/>
              <a:ea typeface="ＭＳ Ｐゴシック" panose="020B0600070205080204" pitchFamily="50" charset="-128"/>
              <a:cs typeface="Arial" panose="020B0604020202020204" pitchFamily="34" charset="0"/>
            </a:endParaRPr>
          </a:p>
          <a:p>
            <a:endParaRPr lang="en-US" altLang="ja-JP" dirty="0">
              <a:latin typeface="ＭＳ Ｐゴシック" panose="020B0600070205080204" pitchFamily="50" charset="-128"/>
              <a:ea typeface="ＭＳ Ｐゴシック" panose="020B0600070205080204" pitchFamily="50" charset="-128"/>
              <a:cs typeface="Arial" panose="020B0604020202020204" pitchFamily="34" charset="0"/>
            </a:endParaRPr>
          </a:p>
          <a:p>
            <a:pPr marL="285750" indent="-285750">
              <a:buFont typeface="Arial" panose="020B0604020202020204" pitchFamily="34" charset="0"/>
              <a:buChar char="•"/>
            </a:pPr>
            <a:r>
              <a:rPr lang="ja-JP" altLang="en-US" dirty="0">
                <a:latin typeface="ＭＳ Ｐゴシック" panose="020B0600070205080204" pitchFamily="50" charset="-128"/>
                <a:ea typeface="ＭＳ Ｐゴシック" panose="020B0600070205080204" pitchFamily="50" charset="-128"/>
              </a:rPr>
              <a:t>画像内のオブジェクトが絶対的な座標に固定されず、</a:t>
            </a:r>
            <a:endParaRPr lang="en-US" altLang="ja-JP" dirty="0">
              <a:latin typeface="ＭＳ Ｐゴシック" panose="020B0600070205080204" pitchFamily="50" charset="-128"/>
              <a:ea typeface="ＭＳ Ｐゴシック" panose="020B0600070205080204" pitchFamily="50" charset="-128"/>
            </a:endParaRPr>
          </a:p>
          <a:p>
            <a:r>
              <a:rPr lang="ja-JP" altLang="en-US" dirty="0">
                <a:latin typeface="ＭＳ Ｐゴシック" panose="020B0600070205080204" pitchFamily="50" charset="-128"/>
                <a:ea typeface="ＭＳ Ｐゴシック" panose="020B0600070205080204" pitchFamily="50" charset="-128"/>
              </a:rPr>
              <a:t>　　より自然な構造を持つ。</a:t>
            </a:r>
            <a:endParaRPr lang="en-US" altLang="ja-JP" dirty="0">
              <a:latin typeface="ＭＳ Ｐゴシック" panose="020B0600070205080204" pitchFamily="50" charset="-128"/>
              <a:ea typeface="ＭＳ Ｐゴシック" panose="020B0600070205080204" pitchFamily="50" charset="-128"/>
              <a:cs typeface="Arial" panose="020B0604020202020204" pitchFamily="34" charset="0"/>
            </a:endParaRPr>
          </a:p>
        </p:txBody>
      </p:sp>
      <p:sp>
        <p:nvSpPr>
          <p:cNvPr id="26" name="テキスト ボックス 25">
            <a:extLst>
              <a:ext uri="{FF2B5EF4-FFF2-40B4-BE49-F238E27FC236}">
                <a16:creationId xmlns:a16="http://schemas.microsoft.com/office/drawing/2014/main" id="{218FA7FA-8E4A-4ACC-332E-F72792CFC4B4}"/>
              </a:ext>
            </a:extLst>
          </p:cNvPr>
          <p:cNvSpPr txBox="1"/>
          <p:nvPr/>
        </p:nvSpPr>
        <p:spPr>
          <a:xfrm>
            <a:off x="360000" y="5329885"/>
            <a:ext cx="4751016" cy="923330"/>
          </a:xfrm>
          <a:prstGeom prst="rect">
            <a:avLst/>
          </a:prstGeom>
          <a:noFill/>
        </p:spPr>
        <p:txBody>
          <a:bodyPr wrap="square" rtlCol="0">
            <a:spAutoFit/>
          </a:bodyPr>
          <a:lstStyle/>
          <a:p>
            <a:r>
              <a:rPr lang="ja-JP" altLang="en-US" dirty="0">
                <a:latin typeface="ＭＳ Ｐゴシック" panose="020B0600070205080204" pitchFamily="50" charset="-128"/>
                <a:ea typeface="ＭＳ Ｐゴシック" panose="020B0600070205080204" pitchFamily="50" charset="-128"/>
                <a:cs typeface="Arial" panose="020B0604020202020204" pitchFamily="34" charset="0"/>
              </a:rPr>
              <a:t>学習の安定性向上</a:t>
            </a:r>
            <a:endParaRPr lang="en-US" altLang="ja-JP" dirty="0">
              <a:latin typeface="ＭＳ Ｐゴシック" panose="020B0600070205080204" pitchFamily="50" charset="-128"/>
              <a:ea typeface="ＭＳ Ｐゴシック" panose="020B0600070205080204" pitchFamily="50" charset="-128"/>
              <a:cs typeface="Arial" panose="020B0604020202020204" pitchFamily="34" charset="0"/>
            </a:endParaRPr>
          </a:p>
          <a:p>
            <a:endParaRPr lang="en-US" altLang="ja-JP" dirty="0">
              <a:latin typeface="ＭＳ Ｐゴシック" panose="020B0600070205080204" pitchFamily="50" charset="-128"/>
              <a:ea typeface="ＭＳ Ｐゴシック" panose="020B0600070205080204" pitchFamily="50" charset="-128"/>
              <a:cs typeface="Arial" panose="020B0604020202020204" pitchFamily="34" charset="0"/>
            </a:endParaRPr>
          </a:p>
          <a:p>
            <a:pPr marL="285750" indent="-285750">
              <a:buFont typeface="Arial" panose="020B0604020202020204" pitchFamily="34" charset="0"/>
              <a:buChar char="•"/>
            </a:pPr>
            <a:r>
              <a:rPr lang="ja-JP" altLang="en-US" dirty="0">
                <a:latin typeface="ＭＳ Ｐゴシック" panose="020B0600070205080204" pitchFamily="50" charset="-128"/>
                <a:ea typeface="ＭＳ Ｐゴシック" panose="020B0600070205080204" pitchFamily="50" charset="-128"/>
              </a:rPr>
              <a:t>トレーニング時の振動や不安定性を軽減。</a:t>
            </a:r>
            <a:endParaRPr lang="en-US" altLang="ja-JP" dirty="0">
              <a:latin typeface="ＭＳ Ｐゴシック" panose="020B0600070205080204" pitchFamily="50" charset="-128"/>
              <a:ea typeface="ＭＳ Ｐゴシック" panose="020B0600070205080204" pitchFamily="50" charset="-128"/>
              <a:cs typeface="Arial" panose="020B0604020202020204" pitchFamily="34" charset="0"/>
            </a:endParaRPr>
          </a:p>
        </p:txBody>
      </p:sp>
      <p:pic>
        <p:nvPicPr>
          <p:cNvPr id="27" name="図 26">
            <a:extLst>
              <a:ext uri="{FF2B5EF4-FFF2-40B4-BE49-F238E27FC236}">
                <a16:creationId xmlns:a16="http://schemas.microsoft.com/office/drawing/2014/main" id="{87FCB017-3BB3-7061-7CD3-655CC1BAB85E}"/>
              </a:ext>
            </a:extLst>
          </p:cNvPr>
          <p:cNvPicPr>
            <a:picLocks noChangeAspect="1"/>
          </p:cNvPicPr>
          <p:nvPr/>
        </p:nvPicPr>
        <p:blipFill>
          <a:blip r:embed="rId2"/>
          <a:stretch>
            <a:fillRect/>
          </a:stretch>
        </p:blipFill>
        <p:spPr>
          <a:xfrm>
            <a:off x="7498519" y="2533798"/>
            <a:ext cx="4519677" cy="4188045"/>
          </a:xfrm>
          <a:prstGeom prst="rect">
            <a:avLst/>
          </a:prstGeom>
        </p:spPr>
      </p:pic>
      <p:sp>
        <p:nvSpPr>
          <p:cNvPr id="28" name="テキスト ボックス 27">
            <a:extLst>
              <a:ext uri="{FF2B5EF4-FFF2-40B4-BE49-F238E27FC236}">
                <a16:creationId xmlns:a16="http://schemas.microsoft.com/office/drawing/2014/main" id="{D17C8A3E-E4A7-60DB-6727-3CA1EE084C60}"/>
              </a:ext>
            </a:extLst>
          </p:cNvPr>
          <p:cNvSpPr txBox="1"/>
          <p:nvPr/>
        </p:nvSpPr>
        <p:spPr>
          <a:xfrm>
            <a:off x="360000" y="1685664"/>
            <a:ext cx="3630888" cy="369332"/>
          </a:xfrm>
          <a:prstGeom prst="rect">
            <a:avLst/>
          </a:prstGeom>
          <a:noFill/>
        </p:spPr>
        <p:txBody>
          <a:bodyPr wrap="square" rtlCol="0">
            <a:spAutoFit/>
          </a:bodyPr>
          <a:lstStyle/>
          <a:p>
            <a:r>
              <a:rPr lang="ja-JP" altLang="en-US" dirty="0">
                <a:latin typeface="ＭＳ Ｐゴシック" panose="020B0600070205080204" pitchFamily="50" charset="-128"/>
                <a:ea typeface="ＭＳ Ｐゴシック" panose="020B0600070205080204" pitchFamily="50" charset="-128"/>
                <a:cs typeface="Arial" panose="020B0604020202020204" pitchFamily="34" charset="0"/>
              </a:rPr>
              <a:t>以下の点で</a:t>
            </a:r>
            <a:r>
              <a:rPr lang="en-US" altLang="ja-JP" dirty="0">
                <a:latin typeface="ＭＳ Ｐゴシック" panose="020B0600070205080204" pitchFamily="50" charset="-128"/>
                <a:ea typeface="ＭＳ Ｐゴシック" panose="020B0600070205080204" pitchFamily="50" charset="-128"/>
                <a:cs typeface="Arial" panose="020B0604020202020204" pitchFamily="34" charset="0"/>
              </a:rPr>
              <a:t>StyleGAN</a:t>
            </a:r>
            <a:r>
              <a:rPr lang="ja-JP" altLang="en-US" dirty="0">
                <a:latin typeface="ＭＳ Ｐゴシック" panose="020B0600070205080204" pitchFamily="50" charset="-128"/>
                <a:ea typeface="ＭＳ Ｐゴシック" panose="020B0600070205080204" pitchFamily="50" charset="-128"/>
                <a:cs typeface="Arial" panose="020B0604020202020204" pitchFamily="34" charset="0"/>
              </a:rPr>
              <a:t>　</a:t>
            </a:r>
            <a:r>
              <a:rPr lang="en-US" altLang="ja-JP" dirty="0">
                <a:latin typeface="ＭＳ Ｐゴシック" panose="020B0600070205080204" pitchFamily="50" charset="-128"/>
                <a:ea typeface="ＭＳ Ｐゴシック" panose="020B0600070205080204" pitchFamily="50" charset="-128"/>
                <a:cs typeface="Arial" panose="020B0604020202020204" pitchFamily="34" charset="0"/>
              </a:rPr>
              <a:t>2</a:t>
            </a:r>
            <a:r>
              <a:rPr lang="ja-JP" altLang="en-US" dirty="0">
                <a:latin typeface="ＭＳ Ｐゴシック" panose="020B0600070205080204" pitchFamily="50" charset="-128"/>
                <a:ea typeface="ＭＳ Ｐゴシック" panose="020B0600070205080204" pitchFamily="50" charset="-128"/>
                <a:cs typeface="Arial" panose="020B0604020202020204" pitchFamily="34" charset="0"/>
              </a:rPr>
              <a:t>を改良した。</a:t>
            </a:r>
            <a:endParaRPr lang="en-US" altLang="ja-JP" dirty="0">
              <a:latin typeface="ＭＳ Ｐゴシック" panose="020B0600070205080204" pitchFamily="50" charset="-128"/>
              <a:ea typeface="ＭＳ Ｐゴシック" panose="020B0600070205080204" pitchFamily="50" charset="-128"/>
              <a:cs typeface="Arial" panose="020B0604020202020204" pitchFamily="34" charset="0"/>
            </a:endParaRPr>
          </a:p>
        </p:txBody>
      </p:sp>
    </p:spTree>
    <p:extLst>
      <p:ext uri="{BB962C8B-B14F-4D97-AF65-F5344CB8AC3E}">
        <p14:creationId xmlns:p14="http://schemas.microsoft.com/office/powerpoint/2010/main" val="12547185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2E1A5-EC9C-6C35-03EC-0AD13D1BE4F2}"/>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275D6240-5B41-62DC-E97C-6BF0BC3C54BE}"/>
              </a:ext>
            </a:extLst>
          </p:cNvPr>
          <p:cNvSpPr txBox="1">
            <a:spLocks noGrp="1" noRot="1" noMove="1" noResize="1" noEditPoints="1" noAdjustHandles="1" noChangeArrowheads="1" noChangeShapeType="1"/>
          </p:cNvSpPr>
          <p:nvPr/>
        </p:nvSpPr>
        <p:spPr>
          <a:xfrm>
            <a:off x="360000" y="216000"/>
            <a:ext cx="1600118" cy="646331"/>
          </a:xfrm>
          <a:prstGeom prst="rect">
            <a:avLst/>
          </a:prstGeom>
          <a:noFill/>
        </p:spPr>
        <p:txBody>
          <a:bodyPr wrap="none" rtlCol="0">
            <a:spAutoFit/>
          </a:bodyPr>
          <a:lstStyle/>
          <a:p>
            <a:r>
              <a:rPr lang="en-US" altLang="ja-JP" sz="3600" dirty="0">
                <a:solidFill>
                  <a:schemeClr val="tx1">
                    <a:lumMod val="75000"/>
                    <a:lumOff val="25000"/>
                  </a:schemeClr>
                </a:solidFill>
                <a:latin typeface="MS PGothic" panose="020B0600070205080204" pitchFamily="34" charset="-128"/>
                <a:ea typeface="MS PGothic" panose="020B0600070205080204" pitchFamily="34" charset="-128"/>
              </a:rPr>
              <a:t>xxx</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　</a:t>
            </a:r>
            <a:r>
              <a:rPr lang="en-US" altLang="ja-JP" sz="2400" dirty="0" err="1">
                <a:solidFill>
                  <a:schemeClr val="tx1">
                    <a:lumMod val="75000"/>
                    <a:lumOff val="25000"/>
                  </a:schemeClr>
                </a:solidFill>
                <a:latin typeface="MS PGothic" panose="020B0600070205080204" pitchFamily="34" charset="-128"/>
                <a:ea typeface="MS PGothic" panose="020B0600070205080204" pitchFamily="34" charset="-128"/>
              </a:rPr>
              <a:t>xxxx</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18A54B96-DFF2-56EB-BCFA-32CB741F7B63}"/>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2" name="TextBox 10">
            <a:extLst>
              <a:ext uri="{FF2B5EF4-FFF2-40B4-BE49-F238E27FC236}">
                <a16:creationId xmlns:a16="http://schemas.microsoft.com/office/drawing/2014/main" id="{CC462413-280E-1FE7-0C0C-1ED0E88F09F7}"/>
              </a:ext>
            </a:extLst>
          </p:cNvPr>
          <p:cNvSpPr txBox="1">
            <a:spLocks/>
          </p:cNvSpPr>
          <p:nvPr/>
        </p:nvSpPr>
        <p:spPr>
          <a:xfrm>
            <a:off x="360000" y="1080000"/>
            <a:ext cx="4609949"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en-US" sz="2400" dirty="0" err="1">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xxxxxx</a:t>
            </a:r>
            <a:endParaRPr lang="en-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spTree>
    <p:extLst>
      <p:ext uri="{BB962C8B-B14F-4D97-AF65-F5344CB8AC3E}">
        <p14:creationId xmlns:p14="http://schemas.microsoft.com/office/powerpoint/2010/main" val="2691239772"/>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3674</TotalTime>
  <Words>6858</Words>
  <Application>Microsoft Office PowerPoint</Application>
  <PresentationFormat>Widescreen</PresentationFormat>
  <Paragraphs>819</Paragraphs>
  <Slides>30</Slides>
  <Notes>23</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Office テーマ</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池口晃太</dc:creator>
  <cp:lastModifiedBy>池口晃太</cp:lastModifiedBy>
  <cp:revision>4</cp:revision>
  <dcterms:created xsi:type="dcterms:W3CDTF">2025-04-05T21:25:57Z</dcterms:created>
  <dcterms:modified xsi:type="dcterms:W3CDTF">2025-04-16T10:04:52Z</dcterms:modified>
</cp:coreProperties>
</file>